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0693400" cy="7556500"/>
  <p:notesSz cx="10693400" cy="7556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33883" y="2526959"/>
            <a:ext cx="4443730" cy="5899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4081" y="1566839"/>
            <a:ext cx="8903335" cy="1866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60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image" Target="../media/image3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20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20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qualice.es/" TargetMode="External"/><Relationship Id="rId3" Type="http://schemas.openxmlformats.org/officeDocument/2006/relationships/hyperlink" Target="https://www.equito.app/es" TargetMode="External"/><Relationship Id="rId4" Type="http://schemas.openxmlformats.org/officeDocument/2006/relationships/hyperlink" Target="https://www.arcahabitatum.com/" TargetMode="External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1.png"/><Relationship Id="rId3" Type="http://schemas.openxmlformats.org/officeDocument/2006/relationships/hyperlink" Target="https://aliuscap.com/invest" TargetMode="External"/><Relationship Id="rId4" Type="http://schemas.openxmlformats.org/officeDocument/2006/relationships/image" Target="../media/image42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hyperlink" Target="http://www.exeraenergia.es/" TargetMode="External"/><Relationship Id="rId4" Type="http://schemas.openxmlformats.org/officeDocument/2006/relationships/image" Target="../media/image44.png"/><Relationship Id="rId5" Type="http://schemas.openxmlformats.org/officeDocument/2006/relationships/hyperlink" Target="https://themuxic.com/" TargetMode="External"/><Relationship Id="rId6" Type="http://schemas.openxmlformats.org/officeDocument/2006/relationships/image" Target="../media/image45.png"/><Relationship Id="rId7" Type="http://schemas.openxmlformats.org/officeDocument/2006/relationships/hyperlink" Target="https://globalgold.es/" TargetMode="External"/><Relationship Id="rId8" Type="http://schemas.openxmlformats.org/officeDocument/2006/relationships/image" Target="../media/image46.png"/><Relationship Id="rId9" Type="http://schemas.openxmlformats.org/officeDocument/2006/relationships/hyperlink" Target="http://www.meduliocapital.com/" TargetMode="External"/><Relationship Id="rId10" Type="http://schemas.openxmlformats.org/officeDocument/2006/relationships/hyperlink" Target="https://www.tokenix.co/" TargetMode="External"/><Relationship Id="rId11" Type="http://schemas.openxmlformats.org/officeDocument/2006/relationships/image" Target="../media/image47.png"/><Relationship Id="rId12" Type="http://schemas.openxmlformats.org/officeDocument/2006/relationships/hyperlink" Target="https://hds-hdf.es/" TargetMode="External"/><Relationship Id="rId13" Type="http://schemas.openxmlformats.org/officeDocument/2006/relationships/image" Target="../media/image48.png"/><Relationship Id="rId14" Type="http://schemas.openxmlformats.org/officeDocument/2006/relationships/image" Target="../media/image49.png"/><Relationship Id="rId15" Type="http://schemas.openxmlformats.org/officeDocument/2006/relationships/image" Target="../media/image50.png"/><Relationship Id="rId16" Type="http://schemas.openxmlformats.org/officeDocument/2006/relationships/image" Target="../media/image51.png"/><Relationship Id="rId17" Type="http://schemas.openxmlformats.org/officeDocument/2006/relationships/image" Target="../media/image52.png"/><Relationship Id="rId18" Type="http://schemas.openxmlformats.org/officeDocument/2006/relationships/image" Target="../media/image53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www.token-city.com/" TargetMode="External"/><Relationship Id="rId3" Type="http://schemas.openxmlformats.org/officeDocument/2006/relationships/image" Target="../media/image57.png"/><Relationship Id="rId4" Type="http://schemas.openxmlformats.org/officeDocument/2006/relationships/hyperlink" Target="mailto:yael@token-city.com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0690860" cy="7551420"/>
            <a:chOff x="0" y="0"/>
            <a:chExt cx="10690860" cy="75514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690859" cy="75514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869179" y="2407920"/>
              <a:ext cx="952500" cy="228600"/>
            </a:xfrm>
            <a:custGeom>
              <a:avLst/>
              <a:gdLst/>
              <a:ahLst/>
              <a:cxnLst/>
              <a:rect l="l" t="t" r="r" b="b"/>
              <a:pathLst>
                <a:path w="952500" h="228600">
                  <a:moveTo>
                    <a:pt x="838199" y="228599"/>
                  </a:moveTo>
                  <a:lnTo>
                    <a:pt x="114299" y="228599"/>
                  </a:lnTo>
                  <a:lnTo>
                    <a:pt x="103040" y="228056"/>
                  </a:lnTo>
                  <a:lnTo>
                    <a:pt x="60364" y="215087"/>
                  </a:lnTo>
                  <a:lnTo>
                    <a:pt x="25899" y="186775"/>
                  </a:lnTo>
                  <a:lnTo>
                    <a:pt x="4893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0" y="60364"/>
                  </a:lnTo>
                  <a:lnTo>
                    <a:pt x="41823" y="25900"/>
                  </a:lnTo>
                  <a:lnTo>
                    <a:pt x="81169" y="4893"/>
                  </a:lnTo>
                  <a:lnTo>
                    <a:pt x="114299" y="0"/>
                  </a:lnTo>
                  <a:lnTo>
                    <a:pt x="838199" y="0"/>
                  </a:lnTo>
                  <a:lnTo>
                    <a:pt x="881940" y="8700"/>
                  </a:lnTo>
                  <a:lnTo>
                    <a:pt x="919021" y="33477"/>
                  </a:lnTo>
                  <a:lnTo>
                    <a:pt x="943798" y="70559"/>
                  </a:lnTo>
                  <a:lnTo>
                    <a:pt x="952499" y="114299"/>
                  </a:lnTo>
                  <a:lnTo>
                    <a:pt x="951955" y="125559"/>
                  </a:lnTo>
                  <a:lnTo>
                    <a:pt x="938987" y="168234"/>
                  </a:lnTo>
                  <a:lnTo>
                    <a:pt x="910675" y="202699"/>
                  </a:lnTo>
                  <a:lnTo>
                    <a:pt x="871329" y="223705"/>
                  </a:lnTo>
                  <a:lnTo>
                    <a:pt x="838199" y="2285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869179" y="2407919"/>
              <a:ext cx="952500" cy="228600"/>
            </a:xfrm>
            <a:custGeom>
              <a:avLst/>
              <a:gdLst/>
              <a:ahLst/>
              <a:cxnLst/>
              <a:rect l="l" t="t" r="r" b="b"/>
              <a:pathLst>
                <a:path w="952500" h="228600">
                  <a:moveTo>
                    <a:pt x="838199" y="228599"/>
                  </a:moveTo>
                  <a:lnTo>
                    <a:pt x="114299" y="228599"/>
                  </a:lnTo>
                  <a:lnTo>
                    <a:pt x="103040" y="228056"/>
                  </a:lnTo>
                  <a:lnTo>
                    <a:pt x="60364" y="215087"/>
                  </a:lnTo>
                  <a:lnTo>
                    <a:pt x="25899" y="186775"/>
                  </a:lnTo>
                  <a:lnTo>
                    <a:pt x="4893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0" y="60364"/>
                  </a:lnTo>
                  <a:lnTo>
                    <a:pt x="41823" y="25900"/>
                  </a:lnTo>
                  <a:lnTo>
                    <a:pt x="81169" y="4893"/>
                  </a:lnTo>
                  <a:lnTo>
                    <a:pt x="838199" y="0"/>
                  </a:lnTo>
                  <a:lnTo>
                    <a:pt x="849459" y="543"/>
                  </a:lnTo>
                  <a:lnTo>
                    <a:pt x="860502" y="2175"/>
                  </a:lnTo>
                  <a:lnTo>
                    <a:pt x="871329" y="4893"/>
                  </a:lnTo>
                  <a:lnTo>
                    <a:pt x="878928" y="7619"/>
                  </a:lnTo>
                  <a:lnTo>
                    <a:pt x="107295" y="7619"/>
                  </a:lnTo>
                  <a:lnTo>
                    <a:pt x="100357" y="8303"/>
                  </a:lnTo>
                  <a:lnTo>
                    <a:pt x="60855" y="21707"/>
                  </a:lnTo>
                  <a:lnTo>
                    <a:pt x="29490" y="49207"/>
                  </a:lnTo>
                  <a:lnTo>
                    <a:pt x="11036" y="86617"/>
                  </a:lnTo>
                  <a:lnTo>
                    <a:pt x="7619" y="107295"/>
                  </a:lnTo>
                  <a:lnTo>
                    <a:pt x="7619" y="121304"/>
                  </a:lnTo>
                  <a:lnTo>
                    <a:pt x="18421" y="161596"/>
                  </a:lnTo>
                  <a:lnTo>
                    <a:pt x="43818" y="194687"/>
                  </a:lnTo>
                  <a:lnTo>
                    <a:pt x="79946" y="215539"/>
                  </a:lnTo>
                  <a:lnTo>
                    <a:pt x="107295" y="220979"/>
                  </a:lnTo>
                  <a:lnTo>
                    <a:pt x="878926" y="220979"/>
                  </a:lnTo>
                  <a:lnTo>
                    <a:pt x="871329" y="223705"/>
                  </a:lnTo>
                  <a:lnTo>
                    <a:pt x="860502" y="226424"/>
                  </a:lnTo>
                  <a:lnTo>
                    <a:pt x="849459" y="228056"/>
                  </a:lnTo>
                  <a:lnTo>
                    <a:pt x="838199" y="228599"/>
                  </a:lnTo>
                  <a:close/>
                </a:path>
                <a:path w="952500" h="228600">
                  <a:moveTo>
                    <a:pt x="878926" y="220979"/>
                  </a:moveTo>
                  <a:lnTo>
                    <a:pt x="845204" y="220979"/>
                  </a:lnTo>
                  <a:lnTo>
                    <a:pt x="852141" y="220296"/>
                  </a:lnTo>
                  <a:lnTo>
                    <a:pt x="865882" y="217563"/>
                  </a:lnTo>
                  <a:lnTo>
                    <a:pt x="903292" y="199109"/>
                  </a:lnTo>
                  <a:lnTo>
                    <a:pt x="930792" y="167743"/>
                  </a:lnTo>
                  <a:lnTo>
                    <a:pt x="944196" y="128242"/>
                  </a:lnTo>
                  <a:lnTo>
                    <a:pt x="944879" y="121304"/>
                  </a:lnTo>
                  <a:lnTo>
                    <a:pt x="944879" y="107295"/>
                  </a:lnTo>
                  <a:lnTo>
                    <a:pt x="934078" y="67003"/>
                  </a:lnTo>
                  <a:lnTo>
                    <a:pt x="908680" y="33912"/>
                  </a:lnTo>
                  <a:lnTo>
                    <a:pt x="872552" y="13059"/>
                  </a:lnTo>
                  <a:lnTo>
                    <a:pt x="845204" y="7619"/>
                  </a:lnTo>
                  <a:lnTo>
                    <a:pt x="878928" y="7619"/>
                  </a:lnTo>
                  <a:lnTo>
                    <a:pt x="919021" y="33477"/>
                  </a:lnTo>
                  <a:lnTo>
                    <a:pt x="943798" y="70559"/>
                  </a:lnTo>
                  <a:lnTo>
                    <a:pt x="952499" y="114299"/>
                  </a:lnTo>
                  <a:lnTo>
                    <a:pt x="951955" y="125559"/>
                  </a:lnTo>
                  <a:lnTo>
                    <a:pt x="938987" y="168234"/>
                  </a:lnTo>
                  <a:lnTo>
                    <a:pt x="910675" y="202699"/>
                  </a:lnTo>
                  <a:lnTo>
                    <a:pt x="881940" y="219898"/>
                  </a:lnTo>
                  <a:lnTo>
                    <a:pt x="878926" y="220979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87914" y="2473314"/>
              <a:ext cx="97811" cy="9781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129371" y="2450646"/>
            <a:ext cx="582295" cy="142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50" spc="100">
                <a:solidFill>
                  <a:srgbClr val="9CA2AF"/>
                </a:solidFill>
                <a:latin typeface="Georgia"/>
                <a:cs typeface="Georgia"/>
              </a:rPr>
              <a:t>Julio</a:t>
            </a:r>
            <a:r>
              <a:rPr dirty="0" sz="750" spc="305">
                <a:solidFill>
                  <a:srgbClr val="9CA2AF"/>
                </a:solidFill>
                <a:latin typeface="Georgia"/>
                <a:cs typeface="Georgia"/>
              </a:rPr>
              <a:t> </a:t>
            </a:r>
            <a:r>
              <a:rPr dirty="0" sz="750" spc="-20">
                <a:solidFill>
                  <a:srgbClr val="9CA2AF"/>
                </a:solidFill>
                <a:latin typeface="Georgia"/>
                <a:cs typeface="Georgia"/>
              </a:rPr>
              <a:t>2026</a:t>
            </a:r>
            <a:endParaRPr sz="750">
              <a:latin typeface="Georgia"/>
              <a:cs typeface="Georgi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634835" y="2880359"/>
            <a:ext cx="3418840" cy="2110740"/>
            <a:chOff x="3634835" y="2880359"/>
            <a:chExt cx="3418840" cy="2110740"/>
          </a:xfrm>
        </p:grpSpPr>
        <p:sp>
          <p:nvSpPr>
            <p:cNvPr id="9" name="object 9"/>
            <p:cNvSpPr/>
            <p:nvPr/>
          </p:nvSpPr>
          <p:spPr>
            <a:xfrm>
              <a:off x="3634829" y="2880371"/>
              <a:ext cx="3418840" cy="386080"/>
            </a:xfrm>
            <a:custGeom>
              <a:avLst/>
              <a:gdLst/>
              <a:ahLst/>
              <a:cxnLst/>
              <a:rect l="l" t="t" r="r" b="b"/>
              <a:pathLst>
                <a:path w="3418840" h="386079">
                  <a:moveTo>
                    <a:pt x="340017" y="8890"/>
                  </a:moveTo>
                  <a:lnTo>
                    <a:pt x="0" y="8890"/>
                  </a:lnTo>
                  <a:lnTo>
                    <a:pt x="0" y="105511"/>
                  </a:lnTo>
                  <a:lnTo>
                    <a:pt x="107899" y="105511"/>
                  </a:lnTo>
                  <a:lnTo>
                    <a:pt x="107899" y="377571"/>
                  </a:lnTo>
                  <a:lnTo>
                    <a:pt x="232117" y="377571"/>
                  </a:lnTo>
                  <a:lnTo>
                    <a:pt x="232117" y="105511"/>
                  </a:lnTo>
                  <a:lnTo>
                    <a:pt x="340017" y="105511"/>
                  </a:lnTo>
                  <a:lnTo>
                    <a:pt x="340017" y="8890"/>
                  </a:lnTo>
                  <a:close/>
                </a:path>
                <a:path w="3418840" h="386079">
                  <a:moveTo>
                    <a:pt x="768210" y="193027"/>
                  </a:moveTo>
                  <a:lnTo>
                    <a:pt x="764260" y="152679"/>
                  </a:lnTo>
                  <a:lnTo>
                    <a:pt x="752411" y="116027"/>
                  </a:lnTo>
                  <a:lnTo>
                    <a:pt x="744867" y="100723"/>
                  </a:lnTo>
                  <a:lnTo>
                    <a:pt x="743991" y="98945"/>
                  </a:lnTo>
                  <a:lnTo>
                    <a:pt x="709256" y="54851"/>
                  </a:lnTo>
                  <a:lnTo>
                    <a:pt x="678853" y="31508"/>
                  </a:lnTo>
                  <a:lnTo>
                    <a:pt x="643458" y="14236"/>
                  </a:lnTo>
                  <a:lnTo>
                    <a:pt x="642937" y="14071"/>
                  </a:lnTo>
                  <a:lnTo>
                    <a:pt x="642937" y="193027"/>
                  </a:lnTo>
                  <a:lnTo>
                    <a:pt x="642543" y="203581"/>
                  </a:lnTo>
                  <a:lnTo>
                    <a:pt x="628992" y="247751"/>
                  </a:lnTo>
                  <a:lnTo>
                    <a:pt x="599782" y="275501"/>
                  </a:lnTo>
                  <a:lnTo>
                    <a:pt x="560298" y="285318"/>
                  </a:lnTo>
                  <a:lnTo>
                    <a:pt x="551751" y="284924"/>
                  </a:lnTo>
                  <a:lnTo>
                    <a:pt x="513727" y="271348"/>
                  </a:lnTo>
                  <a:lnTo>
                    <a:pt x="487438" y="240195"/>
                  </a:lnTo>
                  <a:lnTo>
                    <a:pt x="477672" y="193027"/>
                  </a:lnTo>
                  <a:lnTo>
                    <a:pt x="478066" y="182511"/>
                  </a:lnTo>
                  <a:lnTo>
                    <a:pt x="491490" y="138569"/>
                  </a:lnTo>
                  <a:lnTo>
                    <a:pt x="520496" y="110591"/>
                  </a:lnTo>
                  <a:lnTo>
                    <a:pt x="560298" y="100723"/>
                  </a:lnTo>
                  <a:lnTo>
                    <a:pt x="568820" y="101130"/>
                  </a:lnTo>
                  <a:lnTo>
                    <a:pt x="606615" y="114833"/>
                  </a:lnTo>
                  <a:lnTo>
                    <a:pt x="633133" y="146189"/>
                  </a:lnTo>
                  <a:lnTo>
                    <a:pt x="642937" y="193027"/>
                  </a:lnTo>
                  <a:lnTo>
                    <a:pt x="642937" y="14071"/>
                  </a:lnTo>
                  <a:lnTo>
                    <a:pt x="624052" y="8001"/>
                  </a:lnTo>
                  <a:lnTo>
                    <a:pt x="603719" y="3556"/>
                  </a:lnTo>
                  <a:lnTo>
                    <a:pt x="582472" y="889"/>
                  </a:lnTo>
                  <a:lnTo>
                    <a:pt x="560298" y="0"/>
                  </a:lnTo>
                  <a:lnTo>
                    <a:pt x="538327" y="889"/>
                  </a:lnTo>
                  <a:lnTo>
                    <a:pt x="496747" y="8001"/>
                  </a:lnTo>
                  <a:lnTo>
                    <a:pt x="458812" y="22110"/>
                  </a:lnTo>
                  <a:lnTo>
                    <a:pt x="425919" y="42418"/>
                  </a:lnTo>
                  <a:lnTo>
                    <a:pt x="386473" y="83058"/>
                  </a:lnTo>
                  <a:lnTo>
                    <a:pt x="360984" y="133896"/>
                  </a:lnTo>
                  <a:lnTo>
                    <a:pt x="353352" y="172389"/>
                  </a:lnTo>
                  <a:lnTo>
                    <a:pt x="352399" y="193027"/>
                  </a:lnTo>
                  <a:lnTo>
                    <a:pt x="353352" y="213461"/>
                  </a:lnTo>
                  <a:lnTo>
                    <a:pt x="353377" y="213601"/>
                  </a:lnTo>
                  <a:lnTo>
                    <a:pt x="356209" y="233108"/>
                  </a:lnTo>
                  <a:lnTo>
                    <a:pt x="367665" y="270027"/>
                  </a:lnTo>
                  <a:lnTo>
                    <a:pt x="398157" y="317995"/>
                  </a:lnTo>
                  <a:lnTo>
                    <a:pt x="441744" y="354672"/>
                  </a:lnTo>
                  <a:lnTo>
                    <a:pt x="477139" y="371817"/>
                  </a:lnTo>
                  <a:lnTo>
                    <a:pt x="517271" y="382498"/>
                  </a:lnTo>
                  <a:lnTo>
                    <a:pt x="560832" y="386054"/>
                  </a:lnTo>
                  <a:lnTo>
                    <a:pt x="582764" y="385165"/>
                  </a:lnTo>
                  <a:lnTo>
                    <a:pt x="624090" y="378053"/>
                  </a:lnTo>
                  <a:lnTo>
                    <a:pt x="661784" y="363969"/>
                  </a:lnTo>
                  <a:lnTo>
                    <a:pt x="694677" y="343928"/>
                  </a:lnTo>
                  <a:lnTo>
                    <a:pt x="733996" y="303123"/>
                  </a:lnTo>
                  <a:lnTo>
                    <a:pt x="744880" y="285318"/>
                  </a:lnTo>
                  <a:lnTo>
                    <a:pt x="752411" y="270027"/>
                  </a:lnTo>
                  <a:lnTo>
                    <a:pt x="759320" y="251968"/>
                  </a:lnTo>
                  <a:lnTo>
                    <a:pt x="764260" y="233108"/>
                  </a:lnTo>
                  <a:lnTo>
                    <a:pt x="767219" y="213461"/>
                  </a:lnTo>
                  <a:lnTo>
                    <a:pt x="768210" y="193027"/>
                  </a:lnTo>
                  <a:close/>
                </a:path>
                <a:path w="3418840" h="386079">
                  <a:moveTo>
                    <a:pt x="1199095" y="377621"/>
                  </a:moveTo>
                  <a:lnTo>
                    <a:pt x="1044308" y="171132"/>
                  </a:lnTo>
                  <a:lnTo>
                    <a:pt x="1064602" y="148729"/>
                  </a:lnTo>
                  <a:lnTo>
                    <a:pt x="1191729" y="8432"/>
                  </a:lnTo>
                  <a:lnTo>
                    <a:pt x="1056462" y="8432"/>
                  </a:lnTo>
                  <a:lnTo>
                    <a:pt x="935393" y="142138"/>
                  </a:lnTo>
                  <a:lnTo>
                    <a:pt x="935393" y="8432"/>
                  </a:lnTo>
                  <a:lnTo>
                    <a:pt x="813282" y="8432"/>
                  </a:lnTo>
                  <a:lnTo>
                    <a:pt x="813282" y="377621"/>
                  </a:lnTo>
                  <a:lnTo>
                    <a:pt x="935393" y="377621"/>
                  </a:lnTo>
                  <a:lnTo>
                    <a:pt x="935393" y="298513"/>
                  </a:lnTo>
                  <a:lnTo>
                    <a:pt x="935393" y="286207"/>
                  </a:lnTo>
                  <a:lnTo>
                    <a:pt x="963041" y="255422"/>
                  </a:lnTo>
                  <a:lnTo>
                    <a:pt x="1055408" y="377621"/>
                  </a:lnTo>
                  <a:lnTo>
                    <a:pt x="1199095" y="377621"/>
                  </a:lnTo>
                  <a:close/>
                </a:path>
                <a:path w="3418840" h="386079">
                  <a:moveTo>
                    <a:pt x="1522082" y="283489"/>
                  </a:moveTo>
                  <a:lnTo>
                    <a:pt x="1337856" y="283489"/>
                  </a:lnTo>
                  <a:lnTo>
                    <a:pt x="1337856" y="235216"/>
                  </a:lnTo>
                  <a:lnTo>
                    <a:pt x="1493659" y="235216"/>
                  </a:lnTo>
                  <a:lnTo>
                    <a:pt x="1493659" y="145554"/>
                  </a:lnTo>
                  <a:lnTo>
                    <a:pt x="1337856" y="145554"/>
                  </a:lnTo>
                  <a:lnTo>
                    <a:pt x="1337856" y="101701"/>
                  </a:lnTo>
                  <a:lnTo>
                    <a:pt x="1515237" y="101701"/>
                  </a:lnTo>
                  <a:lnTo>
                    <a:pt x="1515237" y="8890"/>
                  </a:lnTo>
                  <a:lnTo>
                    <a:pt x="1215758" y="8890"/>
                  </a:lnTo>
                  <a:lnTo>
                    <a:pt x="1215758" y="101701"/>
                  </a:lnTo>
                  <a:lnTo>
                    <a:pt x="1215758" y="146189"/>
                  </a:lnTo>
                  <a:lnTo>
                    <a:pt x="1215758" y="235178"/>
                  </a:lnTo>
                  <a:lnTo>
                    <a:pt x="1215758" y="283489"/>
                  </a:lnTo>
                  <a:lnTo>
                    <a:pt x="1215758" y="377571"/>
                  </a:lnTo>
                  <a:lnTo>
                    <a:pt x="1522082" y="377571"/>
                  </a:lnTo>
                  <a:lnTo>
                    <a:pt x="1522082" y="283489"/>
                  </a:lnTo>
                  <a:close/>
                </a:path>
                <a:path w="3418840" h="386079">
                  <a:moveTo>
                    <a:pt x="1933067" y="8432"/>
                  </a:moveTo>
                  <a:lnTo>
                    <a:pt x="1812010" y="8432"/>
                  </a:lnTo>
                  <a:lnTo>
                    <a:pt x="1812010" y="176314"/>
                  </a:lnTo>
                  <a:lnTo>
                    <a:pt x="1792528" y="152946"/>
                  </a:lnTo>
                  <a:lnTo>
                    <a:pt x="1672005" y="8432"/>
                  </a:lnTo>
                  <a:lnTo>
                    <a:pt x="1569897" y="8432"/>
                  </a:lnTo>
                  <a:lnTo>
                    <a:pt x="1569897" y="377621"/>
                  </a:lnTo>
                  <a:lnTo>
                    <a:pt x="1690954" y="377621"/>
                  </a:lnTo>
                  <a:lnTo>
                    <a:pt x="1690954" y="209740"/>
                  </a:lnTo>
                  <a:lnTo>
                    <a:pt x="1830959" y="377621"/>
                  </a:lnTo>
                  <a:lnTo>
                    <a:pt x="1933067" y="377621"/>
                  </a:lnTo>
                  <a:lnTo>
                    <a:pt x="1933067" y="233108"/>
                  </a:lnTo>
                  <a:lnTo>
                    <a:pt x="1933067" y="8432"/>
                  </a:lnTo>
                  <a:close/>
                </a:path>
                <a:path w="3418840" h="386079">
                  <a:moveTo>
                    <a:pt x="2506522" y="73837"/>
                  </a:moveTo>
                  <a:lnTo>
                    <a:pt x="2475471" y="42189"/>
                  </a:lnTo>
                  <a:lnTo>
                    <a:pt x="2437053" y="18986"/>
                  </a:lnTo>
                  <a:lnTo>
                    <a:pt x="2392311" y="4737"/>
                  </a:lnTo>
                  <a:lnTo>
                    <a:pt x="2341257" y="0"/>
                  </a:lnTo>
                  <a:lnTo>
                    <a:pt x="2319540" y="889"/>
                  </a:lnTo>
                  <a:lnTo>
                    <a:pt x="2278494" y="8001"/>
                  </a:lnTo>
                  <a:lnTo>
                    <a:pt x="2241054" y="21844"/>
                  </a:lnTo>
                  <a:lnTo>
                    <a:pt x="2208415" y="41630"/>
                  </a:lnTo>
                  <a:lnTo>
                    <a:pt x="2169528" y="82003"/>
                  </a:lnTo>
                  <a:lnTo>
                    <a:pt x="2144572" y="133096"/>
                  </a:lnTo>
                  <a:lnTo>
                    <a:pt x="2136940" y="172123"/>
                  </a:lnTo>
                  <a:lnTo>
                    <a:pt x="2135987" y="193027"/>
                  </a:lnTo>
                  <a:lnTo>
                    <a:pt x="2136940" y="213931"/>
                  </a:lnTo>
                  <a:lnTo>
                    <a:pt x="2144572" y="252958"/>
                  </a:lnTo>
                  <a:lnTo>
                    <a:pt x="2159635" y="288163"/>
                  </a:lnTo>
                  <a:lnTo>
                    <a:pt x="2193887" y="332270"/>
                  </a:lnTo>
                  <a:lnTo>
                    <a:pt x="2241054" y="364502"/>
                  </a:lnTo>
                  <a:lnTo>
                    <a:pt x="2278494" y="378345"/>
                  </a:lnTo>
                  <a:lnTo>
                    <a:pt x="2319540" y="385203"/>
                  </a:lnTo>
                  <a:lnTo>
                    <a:pt x="2341257" y="386054"/>
                  </a:lnTo>
                  <a:lnTo>
                    <a:pt x="2367572" y="384873"/>
                  </a:lnTo>
                  <a:lnTo>
                    <a:pt x="2415463" y="375373"/>
                  </a:lnTo>
                  <a:lnTo>
                    <a:pt x="2457183" y="356323"/>
                  </a:lnTo>
                  <a:lnTo>
                    <a:pt x="2491917" y="328904"/>
                  </a:lnTo>
                  <a:lnTo>
                    <a:pt x="2506522" y="312216"/>
                  </a:lnTo>
                  <a:lnTo>
                    <a:pt x="2428100" y="242074"/>
                  </a:lnTo>
                  <a:lnTo>
                    <a:pt x="2419705" y="251802"/>
                  </a:lnTo>
                  <a:lnTo>
                    <a:pt x="2410853" y="260400"/>
                  </a:lnTo>
                  <a:lnTo>
                    <a:pt x="2370988" y="282549"/>
                  </a:lnTo>
                  <a:lnTo>
                    <a:pt x="2347569" y="285318"/>
                  </a:lnTo>
                  <a:lnTo>
                    <a:pt x="2338057" y="284924"/>
                  </a:lnTo>
                  <a:lnTo>
                    <a:pt x="2297569" y="271221"/>
                  </a:lnTo>
                  <a:lnTo>
                    <a:pt x="2271026" y="239674"/>
                  </a:lnTo>
                  <a:lnTo>
                    <a:pt x="2261247" y="193027"/>
                  </a:lnTo>
                  <a:lnTo>
                    <a:pt x="2261654" y="182740"/>
                  </a:lnTo>
                  <a:lnTo>
                    <a:pt x="2275065" y="138963"/>
                  </a:lnTo>
                  <a:lnTo>
                    <a:pt x="2304681" y="110591"/>
                  </a:lnTo>
                  <a:lnTo>
                    <a:pt x="2347569" y="100723"/>
                  </a:lnTo>
                  <a:lnTo>
                    <a:pt x="2359609" y="101460"/>
                  </a:lnTo>
                  <a:lnTo>
                    <a:pt x="2401544" y="118465"/>
                  </a:lnTo>
                  <a:lnTo>
                    <a:pt x="2428100" y="143979"/>
                  </a:lnTo>
                  <a:lnTo>
                    <a:pt x="2506522" y="73837"/>
                  </a:lnTo>
                  <a:close/>
                </a:path>
                <a:path w="3418840" h="386079">
                  <a:moveTo>
                    <a:pt x="2666606" y="8432"/>
                  </a:moveTo>
                  <a:lnTo>
                    <a:pt x="2542387" y="8432"/>
                  </a:lnTo>
                  <a:lnTo>
                    <a:pt x="2542387" y="377621"/>
                  </a:lnTo>
                  <a:lnTo>
                    <a:pt x="2666606" y="377621"/>
                  </a:lnTo>
                  <a:lnTo>
                    <a:pt x="2666606" y="8432"/>
                  </a:lnTo>
                  <a:close/>
                </a:path>
                <a:path w="3418840" h="386079">
                  <a:moveTo>
                    <a:pt x="3418408" y="8432"/>
                  </a:moveTo>
                  <a:lnTo>
                    <a:pt x="3298406" y="8432"/>
                  </a:lnTo>
                  <a:lnTo>
                    <a:pt x="3222523" y="136321"/>
                  </a:lnTo>
                  <a:lnTo>
                    <a:pt x="3147339" y="8432"/>
                  </a:lnTo>
                  <a:lnTo>
                    <a:pt x="3016288" y="8432"/>
                  </a:lnTo>
                  <a:lnTo>
                    <a:pt x="3016554" y="8890"/>
                  </a:lnTo>
                  <a:lnTo>
                    <a:pt x="2698496" y="8890"/>
                  </a:lnTo>
                  <a:lnTo>
                    <a:pt x="2698496" y="105511"/>
                  </a:lnTo>
                  <a:lnTo>
                    <a:pt x="2806395" y="105511"/>
                  </a:lnTo>
                  <a:lnTo>
                    <a:pt x="2806395" y="377571"/>
                  </a:lnTo>
                  <a:lnTo>
                    <a:pt x="2930614" y="377571"/>
                  </a:lnTo>
                  <a:lnTo>
                    <a:pt x="2930614" y="105511"/>
                  </a:lnTo>
                  <a:lnTo>
                    <a:pt x="3038513" y="105511"/>
                  </a:lnTo>
                  <a:lnTo>
                    <a:pt x="3038513" y="45834"/>
                  </a:lnTo>
                  <a:lnTo>
                    <a:pt x="3155238" y="242239"/>
                  </a:lnTo>
                  <a:lnTo>
                    <a:pt x="3155238" y="377621"/>
                  </a:lnTo>
                  <a:lnTo>
                    <a:pt x="3279457" y="377621"/>
                  </a:lnTo>
                  <a:lnTo>
                    <a:pt x="3279457" y="290068"/>
                  </a:lnTo>
                  <a:lnTo>
                    <a:pt x="3279457" y="243725"/>
                  </a:lnTo>
                  <a:lnTo>
                    <a:pt x="3295993" y="215709"/>
                  </a:lnTo>
                  <a:lnTo>
                    <a:pt x="3304717" y="200939"/>
                  </a:lnTo>
                  <a:lnTo>
                    <a:pt x="3418408" y="8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137647" y="4091951"/>
              <a:ext cx="2415540" cy="899160"/>
            </a:xfrm>
            <a:custGeom>
              <a:avLst/>
              <a:gdLst/>
              <a:ahLst/>
              <a:cxnLst/>
              <a:rect l="l" t="t" r="r" b="b"/>
              <a:pathLst>
                <a:path w="2415540" h="899160">
                  <a:moveTo>
                    <a:pt x="2415540" y="891540"/>
                  </a:moveTo>
                  <a:lnTo>
                    <a:pt x="0" y="891540"/>
                  </a:lnTo>
                  <a:lnTo>
                    <a:pt x="0" y="899160"/>
                  </a:lnTo>
                  <a:lnTo>
                    <a:pt x="2415540" y="899160"/>
                  </a:lnTo>
                  <a:lnTo>
                    <a:pt x="2415540" y="891540"/>
                  </a:lnTo>
                  <a:close/>
                </a:path>
                <a:path w="2415540" h="899160">
                  <a:moveTo>
                    <a:pt x="241554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2415540" y="7620"/>
                  </a:lnTo>
                  <a:lnTo>
                    <a:pt x="2415540" y="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4508698" y="3436691"/>
            <a:ext cx="1666239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>
                <a:solidFill>
                  <a:srgbClr val="9CA2AF"/>
                </a:solidFill>
                <a:latin typeface="Microsoft Sans Serif"/>
                <a:cs typeface="Microsoft Sans Serif"/>
              </a:rPr>
              <a:t>Agile,</a:t>
            </a:r>
            <a:r>
              <a:rPr dirty="0" sz="1250" spc="1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CA2AF"/>
                </a:solidFill>
                <a:latin typeface="Microsoft Sans Serif"/>
                <a:cs typeface="Microsoft Sans Serif"/>
              </a:rPr>
              <a:t>Secure</a:t>
            </a:r>
            <a:r>
              <a:rPr dirty="0" sz="1250" spc="6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CA2AF"/>
                </a:solidFill>
                <a:latin typeface="Microsoft Sans Serif"/>
                <a:cs typeface="Microsoft Sans Serif"/>
              </a:rPr>
              <a:t>&amp;</a:t>
            </a:r>
            <a:r>
              <a:rPr dirty="0" sz="1250" spc="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250" spc="50">
                <a:solidFill>
                  <a:srgbClr val="9CA2AF"/>
                </a:solidFill>
                <a:latin typeface="Microsoft Sans Serif"/>
                <a:cs typeface="Microsoft Sans Serif"/>
              </a:rPr>
              <a:t>Liquid</a:t>
            </a:r>
            <a:endParaRPr sz="125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29878" y="4257846"/>
            <a:ext cx="1844039" cy="5772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R="15240">
              <a:lnSpc>
                <a:spcPts val="1005"/>
              </a:lnSpc>
              <a:spcBef>
                <a:spcPts val="90"/>
              </a:spcBef>
            </a:pPr>
            <a:r>
              <a:rPr dirty="0" sz="1000" spc="-50">
                <a:solidFill>
                  <a:srgbClr val="9CA2AF"/>
                </a:solidFill>
                <a:latin typeface="Microsoft Sans Serif"/>
                <a:cs typeface="Microsoft Sans Serif"/>
              </a:rPr>
              <a:t>DOSSI</a:t>
            </a:r>
            <a:r>
              <a:rPr dirty="0" sz="1000" spc="-7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25">
                <a:solidFill>
                  <a:srgbClr val="9CA2AF"/>
                </a:solidFill>
                <a:latin typeface="Microsoft Sans Serif"/>
                <a:cs typeface="Microsoft Sans Serif"/>
              </a:rPr>
              <a:t>E</a:t>
            </a:r>
            <a:r>
              <a:rPr dirty="0" sz="1000" spc="-16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50">
                <a:solidFill>
                  <a:srgbClr val="9CA2AF"/>
                </a:solidFill>
                <a:latin typeface="Microsoft Sans Serif"/>
                <a:cs typeface="Microsoft Sans Serif"/>
              </a:rPr>
              <a:t>R</a:t>
            </a:r>
            <a:endParaRPr sz="1000">
              <a:latin typeface="Microsoft Sans Serif"/>
              <a:cs typeface="Microsoft Sans Serif"/>
            </a:endParaRPr>
          </a:p>
          <a:p>
            <a:pPr algn="ctr">
              <a:lnSpc>
                <a:spcPts val="3345"/>
              </a:lnSpc>
            </a:pPr>
            <a:r>
              <a:rPr dirty="0" sz="2950" spc="-10">
                <a:solidFill>
                  <a:srgbClr val="FFFFFF"/>
                </a:solidFill>
                <a:latin typeface="Microsoft Sans Serif"/>
                <a:cs typeface="Microsoft Sans Serif"/>
              </a:rPr>
              <a:t>GENERAL</a:t>
            </a:r>
            <a:endParaRPr sz="29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90306" y="1870657"/>
            <a:ext cx="697230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0" b="1">
                <a:solidFill>
                  <a:srgbClr val="1754B9"/>
                </a:solidFill>
                <a:latin typeface="Georgia"/>
                <a:cs typeface="Georgia"/>
              </a:rPr>
              <a:t>T</a:t>
            </a:r>
            <a:r>
              <a:rPr dirty="0" sz="750" spc="-7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229" b="1">
                <a:solidFill>
                  <a:srgbClr val="1754B9"/>
                </a:solidFill>
                <a:latin typeface="Georgia"/>
                <a:cs typeface="Georgia"/>
              </a:rPr>
              <a:t>O</a:t>
            </a:r>
            <a:r>
              <a:rPr dirty="0" sz="750" spc="-5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95" b="1">
                <a:solidFill>
                  <a:srgbClr val="1754B9"/>
                </a:solidFill>
                <a:latin typeface="Georgia"/>
                <a:cs typeface="Georgia"/>
              </a:rPr>
              <a:t>K</a:t>
            </a:r>
            <a:r>
              <a:rPr dirty="0" sz="750" spc="-8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50" b="1">
                <a:solidFill>
                  <a:srgbClr val="1754B9"/>
                </a:solidFill>
                <a:latin typeface="Georgia"/>
                <a:cs typeface="Georgia"/>
              </a:rPr>
              <a:t>E</a:t>
            </a:r>
            <a:r>
              <a:rPr dirty="0" sz="750" spc="-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0" b="1">
                <a:solidFill>
                  <a:srgbClr val="1754B9"/>
                </a:solidFill>
                <a:latin typeface="Georgia"/>
                <a:cs typeface="Georgia"/>
              </a:rPr>
              <a:t>N</a:t>
            </a:r>
            <a:r>
              <a:rPr dirty="0" sz="750" spc="3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40" b="1">
                <a:solidFill>
                  <a:srgbClr val="1754B9"/>
                </a:solidFill>
                <a:latin typeface="Georgia"/>
                <a:cs typeface="Georgia"/>
              </a:rPr>
              <a:t>C</a:t>
            </a:r>
            <a:r>
              <a:rPr dirty="0" sz="750" spc="-5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b="1">
                <a:solidFill>
                  <a:srgbClr val="1754B9"/>
                </a:solidFill>
                <a:latin typeface="Georgia"/>
                <a:cs typeface="Georgia"/>
              </a:rPr>
              <a:t>I</a:t>
            </a:r>
            <a:r>
              <a:rPr dirty="0" sz="750" spc="-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00" b="1">
                <a:solidFill>
                  <a:srgbClr val="1754B9"/>
                </a:solidFill>
                <a:latin typeface="Georgia"/>
                <a:cs typeface="Georgia"/>
              </a:rPr>
              <a:t>T</a:t>
            </a:r>
            <a:r>
              <a:rPr dirty="0" sz="750" spc="-7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50" b="1">
                <a:solidFill>
                  <a:srgbClr val="1754B9"/>
                </a:solidFill>
                <a:latin typeface="Georgia"/>
                <a:cs typeface="Georgia"/>
              </a:rPr>
              <a:t>Y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675266" y="1970699"/>
            <a:ext cx="1362075" cy="5899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Índice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173479" y="2819399"/>
            <a:ext cx="4107179" cy="441959"/>
            <a:chOff x="1173479" y="2819399"/>
            <a:chExt cx="4107179" cy="441959"/>
          </a:xfrm>
        </p:grpSpPr>
        <p:sp>
          <p:nvSpPr>
            <p:cNvPr id="5" name="object 5"/>
            <p:cNvSpPr/>
            <p:nvPr/>
          </p:nvSpPr>
          <p:spPr>
            <a:xfrm>
              <a:off x="1173479" y="2819399"/>
              <a:ext cx="4107179" cy="441959"/>
            </a:xfrm>
            <a:custGeom>
              <a:avLst/>
              <a:gdLst/>
              <a:ahLst/>
              <a:cxnLst/>
              <a:rect l="l" t="t" r="r" b="b"/>
              <a:pathLst>
                <a:path w="4107179" h="441960">
                  <a:moveTo>
                    <a:pt x="3886199" y="441959"/>
                  </a:moveTo>
                  <a:lnTo>
                    <a:pt x="220979" y="441959"/>
                  </a:lnTo>
                  <a:lnTo>
                    <a:pt x="210123" y="441694"/>
                  </a:lnTo>
                  <a:lnTo>
                    <a:pt x="167273" y="435335"/>
                  </a:lnTo>
                  <a:lnTo>
                    <a:pt x="126486" y="420739"/>
                  </a:lnTo>
                  <a:lnTo>
                    <a:pt x="89330" y="398466"/>
                  </a:lnTo>
                  <a:lnTo>
                    <a:pt x="57234" y="369372"/>
                  </a:lnTo>
                  <a:lnTo>
                    <a:pt x="31431" y="334575"/>
                  </a:lnTo>
                  <a:lnTo>
                    <a:pt x="12911" y="295413"/>
                  </a:lnTo>
                  <a:lnTo>
                    <a:pt x="2388" y="253391"/>
                  </a:lnTo>
                  <a:lnTo>
                    <a:pt x="0" y="220979"/>
                  </a:lnTo>
                  <a:lnTo>
                    <a:pt x="265" y="210123"/>
                  </a:lnTo>
                  <a:lnTo>
                    <a:pt x="6624" y="167273"/>
                  </a:lnTo>
                  <a:lnTo>
                    <a:pt x="21220" y="126486"/>
                  </a:lnTo>
                  <a:lnTo>
                    <a:pt x="43493" y="89330"/>
                  </a:lnTo>
                  <a:lnTo>
                    <a:pt x="72587" y="57234"/>
                  </a:lnTo>
                  <a:lnTo>
                    <a:pt x="107384" y="31431"/>
                  </a:lnTo>
                  <a:lnTo>
                    <a:pt x="146545" y="12911"/>
                  </a:lnTo>
                  <a:lnTo>
                    <a:pt x="188568" y="2388"/>
                  </a:lnTo>
                  <a:lnTo>
                    <a:pt x="220979" y="0"/>
                  </a:lnTo>
                  <a:lnTo>
                    <a:pt x="3886199" y="0"/>
                  </a:lnTo>
                  <a:lnTo>
                    <a:pt x="3929310" y="4246"/>
                  </a:lnTo>
                  <a:lnTo>
                    <a:pt x="3970764" y="16821"/>
                  </a:lnTo>
                  <a:lnTo>
                    <a:pt x="4008969" y="37241"/>
                  </a:lnTo>
                  <a:lnTo>
                    <a:pt x="4042456" y="64723"/>
                  </a:lnTo>
                  <a:lnTo>
                    <a:pt x="4069937" y="98210"/>
                  </a:lnTo>
                  <a:lnTo>
                    <a:pt x="4090358" y="136414"/>
                  </a:lnTo>
                  <a:lnTo>
                    <a:pt x="4102933" y="177868"/>
                  </a:lnTo>
                  <a:lnTo>
                    <a:pt x="4107179" y="220979"/>
                  </a:lnTo>
                  <a:lnTo>
                    <a:pt x="4106914" y="231836"/>
                  </a:lnTo>
                  <a:lnTo>
                    <a:pt x="4100554" y="274686"/>
                  </a:lnTo>
                  <a:lnTo>
                    <a:pt x="4085958" y="315473"/>
                  </a:lnTo>
                  <a:lnTo>
                    <a:pt x="4063685" y="352628"/>
                  </a:lnTo>
                  <a:lnTo>
                    <a:pt x="4034591" y="384725"/>
                  </a:lnTo>
                  <a:lnTo>
                    <a:pt x="3999795" y="410528"/>
                  </a:lnTo>
                  <a:lnTo>
                    <a:pt x="3960633" y="429048"/>
                  </a:lnTo>
                  <a:lnTo>
                    <a:pt x="3918611" y="439571"/>
                  </a:lnTo>
                  <a:lnTo>
                    <a:pt x="3886199" y="44195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173479" y="2819399"/>
              <a:ext cx="4107179" cy="440690"/>
            </a:xfrm>
            <a:custGeom>
              <a:avLst/>
              <a:gdLst/>
              <a:ahLst/>
              <a:cxnLst/>
              <a:rect l="l" t="t" r="r" b="b"/>
              <a:pathLst>
                <a:path w="4107179" h="440689">
                  <a:moveTo>
                    <a:pt x="3907859" y="440690"/>
                  </a:moveTo>
                  <a:lnTo>
                    <a:pt x="199319" y="440690"/>
                  </a:lnTo>
                  <a:lnTo>
                    <a:pt x="188568" y="439420"/>
                  </a:lnTo>
                  <a:lnTo>
                    <a:pt x="126486" y="420370"/>
                  </a:lnTo>
                  <a:lnTo>
                    <a:pt x="89330" y="397510"/>
                  </a:lnTo>
                  <a:lnTo>
                    <a:pt x="72587" y="383540"/>
                  </a:lnTo>
                  <a:lnTo>
                    <a:pt x="64723" y="377190"/>
                  </a:lnTo>
                  <a:lnTo>
                    <a:pt x="57234" y="368300"/>
                  </a:lnTo>
                  <a:lnTo>
                    <a:pt x="50158" y="360680"/>
                  </a:lnTo>
                  <a:lnTo>
                    <a:pt x="43493" y="351790"/>
                  </a:lnTo>
                  <a:lnTo>
                    <a:pt x="21220" y="314960"/>
                  </a:lnTo>
                  <a:lnTo>
                    <a:pt x="6624" y="274320"/>
                  </a:lnTo>
                  <a:lnTo>
                    <a:pt x="265" y="231140"/>
                  </a:lnTo>
                  <a:lnTo>
                    <a:pt x="0" y="219710"/>
                  </a:lnTo>
                  <a:lnTo>
                    <a:pt x="165" y="213360"/>
                  </a:lnTo>
                  <a:lnTo>
                    <a:pt x="265" y="209550"/>
                  </a:lnTo>
                  <a:lnTo>
                    <a:pt x="6624" y="166370"/>
                  </a:lnTo>
                  <a:lnTo>
                    <a:pt x="21220" y="125730"/>
                  </a:lnTo>
                  <a:lnTo>
                    <a:pt x="43493" y="88900"/>
                  </a:lnTo>
                  <a:lnTo>
                    <a:pt x="57234" y="72390"/>
                  </a:lnTo>
                  <a:lnTo>
                    <a:pt x="64723" y="63500"/>
                  </a:lnTo>
                  <a:lnTo>
                    <a:pt x="72587" y="57150"/>
                  </a:lnTo>
                  <a:lnTo>
                    <a:pt x="80790" y="49530"/>
                  </a:lnTo>
                  <a:lnTo>
                    <a:pt x="89330" y="43180"/>
                  </a:lnTo>
                  <a:lnTo>
                    <a:pt x="126486" y="20320"/>
                  </a:lnTo>
                  <a:lnTo>
                    <a:pt x="188568" y="1270"/>
                  </a:lnTo>
                  <a:lnTo>
                    <a:pt x="199319" y="0"/>
                  </a:lnTo>
                  <a:lnTo>
                    <a:pt x="3907859" y="0"/>
                  </a:lnTo>
                  <a:lnTo>
                    <a:pt x="3918611" y="1270"/>
                  </a:lnTo>
                  <a:lnTo>
                    <a:pt x="3939906" y="6350"/>
                  </a:lnTo>
                  <a:lnTo>
                    <a:pt x="213992" y="6350"/>
                  </a:lnTo>
                  <a:lnTo>
                    <a:pt x="207021" y="7620"/>
                  </a:lnTo>
                  <a:lnTo>
                    <a:pt x="165731" y="13970"/>
                  </a:lnTo>
                  <a:lnTo>
                    <a:pt x="126565" y="29210"/>
                  </a:lnTo>
                  <a:lnTo>
                    <a:pt x="114240" y="35560"/>
                  </a:lnTo>
                  <a:lnTo>
                    <a:pt x="80224" y="59690"/>
                  </a:lnTo>
                  <a:lnTo>
                    <a:pt x="51617" y="90170"/>
                  </a:lnTo>
                  <a:lnTo>
                    <a:pt x="47459" y="96520"/>
                  </a:lnTo>
                  <a:lnTo>
                    <a:pt x="39695" y="107950"/>
                  </a:lnTo>
                  <a:lnTo>
                    <a:pt x="21186" y="144780"/>
                  </a:lnTo>
                  <a:lnTo>
                    <a:pt x="10356" y="185420"/>
                  </a:lnTo>
                  <a:lnTo>
                    <a:pt x="7620" y="213360"/>
                  </a:lnTo>
                  <a:lnTo>
                    <a:pt x="7620" y="227330"/>
                  </a:lnTo>
                  <a:lnTo>
                    <a:pt x="13082" y="269240"/>
                  </a:lnTo>
                  <a:lnTo>
                    <a:pt x="26535" y="308610"/>
                  </a:lnTo>
                  <a:lnTo>
                    <a:pt x="39695" y="332740"/>
                  </a:lnTo>
                  <a:lnTo>
                    <a:pt x="47459" y="344170"/>
                  </a:lnTo>
                  <a:lnTo>
                    <a:pt x="75052" y="375920"/>
                  </a:lnTo>
                  <a:lnTo>
                    <a:pt x="108253" y="401320"/>
                  </a:lnTo>
                  <a:lnTo>
                    <a:pt x="126565" y="411480"/>
                  </a:lnTo>
                  <a:lnTo>
                    <a:pt x="132874" y="415290"/>
                  </a:lnTo>
                  <a:lnTo>
                    <a:pt x="152357" y="422910"/>
                  </a:lnTo>
                  <a:lnTo>
                    <a:pt x="165731" y="426720"/>
                  </a:lnTo>
                  <a:lnTo>
                    <a:pt x="193112" y="431800"/>
                  </a:lnTo>
                  <a:lnTo>
                    <a:pt x="207021" y="433070"/>
                  </a:lnTo>
                  <a:lnTo>
                    <a:pt x="3945126" y="433070"/>
                  </a:lnTo>
                  <a:lnTo>
                    <a:pt x="3918611" y="439420"/>
                  </a:lnTo>
                  <a:lnTo>
                    <a:pt x="3907859" y="440690"/>
                  </a:lnTo>
                  <a:close/>
                </a:path>
                <a:path w="4107179" h="440689">
                  <a:moveTo>
                    <a:pt x="3945126" y="433070"/>
                  </a:moveTo>
                  <a:lnTo>
                    <a:pt x="3900158" y="433070"/>
                  </a:lnTo>
                  <a:lnTo>
                    <a:pt x="3914067" y="431800"/>
                  </a:lnTo>
                  <a:lnTo>
                    <a:pt x="3941448" y="426720"/>
                  </a:lnTo>
                  <a:lnTo>
                    <a:pt x="3954822" y="422910"/>
                  </a:lnTo>
                  <a:lnTo>
                    <a:pt x="3974304" y="415290"/>
                  </a:lnTo>
                  <a:lnTo>
                    <a:pt x="3980614" y="411480"/>
                  </a:lnTo>
                  <a:lnTo>
                    <a:pt x="3992939" y="405130"/>
                  </a:lnTo>
                  <a:lnTo>
                    <a:pt x="4026955" y="381000"/>
                  </a:lnTo>
                  <a:lnTo>
                    <a:pt x="4055562" y="350520"/>
                  </a:lnTo>
                  <a:lnTo>
                    <a:pt x="4059719" y="344170"/>
                  </a:lnTo>
                  <a:lnTo>
                    <a:pt x="4067484" y="332740"/>
                  </a:lnTo>
                  <a:lnTo>
                    <a:pt x="4085992" y="295910"/>
                  </a:lnTo>
                  <a:lnTo>
                    <a:pt x="4096823" y="255270"/>
                  </a:lnTo>
                  <a:lnTo>
                    <a:pt x="4099560" y="227330"/>
                  </a:lnTo>
                  <a:lnTo>
                    <a:pt x="4099560" y="213360"/>
                  </a:lnTo>
                  <a:lnTo>
                    <a:pt x="4094096" y="171450"/>
                  </a:lnTo>
                  <a:lnTo>
                    <a:pt x="4080644" y="132080"/>
                  </a:lnTo>
                  <a:lnTo>
                    <a:pt x="4067484" y="107950"/>
                  </a:lnTo>
                  <a:lnTo>
                    <a:pt x="4059719" y="96520"/>
                  </a:lnTo>
                  <a:lnTo>
                    <a:pt x="4032127" y="64770"/>
                  </a:lnTo>
                  <a:lnTo>
                    <a:pt x="3998926" y="39370"/>
                  </a:lnTo>
                  <a:lnTo>
                    <a:pt x="3980614" y="29210"/>
                  </a:lnTo>
                  <a:lnTo>
                    <a:pt x="3974304" y="25400"/>
                  </a:lnTo>
                  <a:lnTo>
                    <a:pt x="3954822" y="17780"/>
                  </a:lnTo>
                  <a:lnTo>
                    <a:pt x="3941448" y="13970"/>
                  </a:lnTo>
                  <a:lnTo>
                    <a:pt x="3914067" y="8890"/>
                  </a:lnTo>
                  <a:lnTo>
                    <a:pt x="3900158" y="7620"/>
                  </a:lnTo>
                  <a:lnTo>
                    <a:pt x="3893187" y="6350"/>
                  </a:lnTo>
                  <a:lnTo>
                    <a:pt x="3939906" y="6350"/>
                  </a:lnTo>
                  <a:lnTo>
                    <a:pt x="3950347" y="8890"/>
                  </a:lnTo>
                  <a:lnTo>
                    <a:pt x="3990369" y="25400"/>
                  </a:lnTo>
                  <a:lnTo>
                    <a:pt x="4026389" y="49530"/>
                  </a:lnTo>
                  <a:lnTo>
                    <a:pt x="4034591" y="57150"/>
                  </a:lnTo>
                  <a:lnTo>
                    <a:pt x="4042456" y="63500"/>
                  </a:lnTo>
                  <a:lnTo>
                    <a:pt x="4049944" y="72390"/>
                  </a:lnTo>
                  <a:lnTo>
                    <a:pt x="4057021" y="80010"/>
                  </a:lnTo>
                  <a:lnTo>
                    <a:pt x="4063685" y="88900"/>
                  </a:lnTo>
                  <a:lnTo>
                    <a:pt x="4085958" y="125730"/>
                  </a:lnTo>
                  <a:lnTo>
                    <a:pt x="4100555" y="166370"/>
                  </a:lnTo>
                  <a:lnTo>
                    <a:pt x="4106914" y="209550"/>
                  </a:lnTo>
                  <a:lnTo>
                    <a:pt x="4107179" y="219710"/>
                  </a:lnTo>
                  <a:lnTo>
                    <a:pt x="4107002" y="227330"/>
                  </a:lnTo>
                  <a:lnTo>
                    <a:pt x="4100555" y="274320"/>
                  </a:lnTo>
                  <a:lnTo>
                    <a:pt x="4085958" y="314960"/>
                  </a:lnTo>
                  <a:lnTo>
                    <a:pt x="4063685" y="351790"/>
                  </a:lnTo>
                  <a:lnTo>
                    <a:pt x="4049944" y="368300"/>
                  </a:lnTo>
                  <a:lnTo>
                    <a:pt x="4042456" y="377190"/>
                  </a:lnTo>
                  <a:lnTo>
                    <a:pt x="4034591" y="383540"/>
                  </a:lnTo>
                  <a:lnTo>
                    <a:pt x="4026389" y="391160"/>
                  </a:lnTo>
                  <a:lnTo>
                    <a:pt x="4017848" y="397510"/>
                  </a:lnTo>
                  <a:lnTo>
                    <a:pt x="3980693" y="420370"/>
                  </a:lnTo>
                  <a:lnTo>
                    <a:pt x="3950347" y="431800"/>
                  </a:lnTo>
                  <a:lnTo>
                    <a:pt x="3945126" y="43307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2324854" y="2933776"/>
            <a:ext cx="1808480" cy="1841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000" b="1">
                <a:solidFill>
                  <a:srgbClr val="1754B9"/>
                </a:solidFill>
                <a:latin typeface="Georgia"/>
                <a:cs typeface="Georgia"/>
              </a:rPr>
              <a:t>01</a:t>
            </a:r>
            <a:r>
              <a:rPr dirty="0" sz="1000" spc="245" b="1">
                <a:solidFill>
                  <a:srgbClr val="1754B9"/>
                </a:solidFill>
                <a:latin typeface="Georgia"/>
                <a:cs typeface="Georgia"/>
              </a:rPr>
              <a:t>  </a:t>
            </a:r>
            <a:r>
              <a:rPr dirty="0" sz="1000">
                <a:solidFill>
                  <a:srgbClr val="FFFFFF"/>
                </a:solidFill>
                <a:latin typeface="Microsoft Sans Serif"/>
                <a:cs typeface="Microsoft Sans Serif"/>
              </a:rPr>
              <a:t>¿Qué es</a:t>
            </a:r>
            <a:r>
              <a:rPr dirty="0" sz="10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dirty="0" sz="1000" spc="4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Microsoft Sans Serif"/>
                <a:cs typeface="Microsoft Sans Serif"/>
              </a:rPr>
              <a:t>tokenización?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402579" y="2819399"/>
            <a:ext cx="4114800" cy="441959"/>
            <a:chOff x="5402579" y="2819399"/>
            <a:chExt cx="4114800" cy="441959"/>
          </a:xfrm>
        </p:grpSpPr>
        <p:sp>
          <p:nvSpPr>
            <p:cNvPr id="9" name="object 9"/>
            <p:cNvSpPr/>
            <p:nvPr/>
          </p:nvSpPr>
          <p:spPr>
            <a:xfrm>
              <a:off x="5402579" y="2819399"/>
              <a:ext cx="4114800" cy="441959"/>
            </a:xfrm>
            <a:custGeom>
              <a:avLst/>
              <a:gdLst/>
              <a:ahLst/>
              <a:cxnLst/>
              <a:rect l="l" t="t" r="r" b="b"/>
              <a:pathLst>
                <a:path w="4114800" h="441960">
                  <a:moveTo>
                    <a:pt x="3893819" y="441959"/>
                  </a:moveTo>
                  <a:lnTo>
                    <a:pt x="220979" y="441959"/>
                  </a:lnTo>
                  <a:lnTo>
                    <a:pt x="210123" y="441694"/>
                  </a:lnTo>
                  <a:lnTo>
                    <a:pt x="167273" y="435335"/>
                  </a:lnTo>
                  <a:lnTo>
                    <a:pt x="126486" y="420739"/>
                  </a:lnTo>
                  <a:lnTo>
                    <a:pt x="89330" y="398466"/>
                  </a:lnTo>
                  <a:lnTo>
                    <a:pt x="57234" y="369372"/>
                  </a:lnTo>
                  <a:lnTo>
                    <a:pt x="31431" y="334575"/>
                  </a:lnTo>
                  <a:lnTo>
                    <a:pt x="12911" y="295413"/>
                  </a:lnTo>
                  <a:lnTo>
                    <a:pt x="2388" y="253391"/>
                  </a:lnTo>
                  <a:lnTo>
                    <a:pt x="0" y="220979"/>
                  </a:lnTo>
                  <a:lnTo>
                    <a:pt x="265" y="210123"/>
                  </a:lnTo>
                  <a:lnTo>
                    <a:pt x="6624" y="167273"/>
                  </a:lnTo>
                  <a:lnTo>
                    <a:pt x="21220" y="126486"/>
                  </a:lnTo>
                  <a:lnTo>
                    <a:pt x="43493" y="89330"/>
                  </a:lnTo>
                  <a:lnTo>
                    <a:pt x="72587" y="57234"/>
                  </a:lnTo>
                  <a:lnTo>
                    <a:pt x="107384" y="31431"/>
                  </a:lnTo>
                  <a:lnTo>
                    <a:pt x="146545" y="12911"/>
                  </a:lnTo>
                  <a:lnTo>
                    <a:pt x="188568" y="2388"/>
                  </a:lnTo>
                  <a:lnTo>
                    <a:pt x="220979" y="0"/>
                  </a:lnTo>
                  <a:lnTo>
                    <a:pt x="3893819" y="0"/>
                  </a:lnTo>
                  <a:lnTo>
                    <a:pt x="3936930" y="4246"/>
                  </a:lnTo>
                  <a:lnTo>
                    <a:pt x="3978384" y="16821"/>
                  </a:lnTo>
                  <a:lnTo>
                    <a:pt x="4016589" y="37241"/>
                  </a:lnTo>
                  <a:lnTo>
                    <a:pt x="4050076" y="64723"/>
                  </a:lnTo>
                  <a:lnTo>
                    <a:pt x="4077557" y="98210"/>
                  </a:lnTo>
                  <a:lnTo>
                    <a:pt x="4097978" y="136414"/>
                  </a:lnTo>
                  <a:lnTo>
                    <a:pt x="4110553" y="177868"/>
                  </a:lnTo>
                  <a:lnTo>
                    <a:pt x="4114799" y="220979"/>
                  </a:lnTo>
                  <a:lnTo>
                    <a:pt x="4114534" y="231836"/>
                  </a:lnTo>
                  <a:lnTo>
                    <a:pt x="4108175" y="274686"/>
                  </a:lnTo>
                  <a:lnTo>
                    <a:pt x="4093578" y="315473"/>
                  </a:lnTo>
                  <a:lnTo>
                    <a:pt x="4071305" y="352628"/>
                  </a:lnTo>
                  <a:lnTo>
                    <a:pt x="4042211" y="384725"/>
                  </a:lnTo>
                  <a:lnTo>
                    <a:pt x="4007415" y="410528"/>
                  </a:lnTo>
                  <a:lnTo>
                    <a:pt x="3968253" y="429048"/>
                  </a:lnTo>
                  <a:lnTo>
                    <a:pt x="3926231" y="439571"/>
                  </a:lnTo>
                  <a:lnTo>
                    <a:pt x="3893819" y="44195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402579" y="2819399"/>
              <a:ext cx="4114800" cy="440690"/>
            </a:xfrm>
            <a:custGeom>
              <a:avLst/>
              <a:gdLst/>
              <a:ahLst/>
              <a:cxnLst/>
              <a:rect l="l" t="t" r="r" b="b"/>
              <a:pathLst>
                <a:path w="4114800" h="440689">
                  <a:moveTo>
                    <a:pt x="3915479" y="440690"/>
                  </a:moveTo>
                  <a:lnTo>
                    <a:pt x="199319" y="440690"/>
                  </a:lnTo>
                  <a:lnTo>
                    <a:pt x="188568" y="439420"/>
                  </a:lnTo>
                  <a:lnTo>
                    <a:pt x="126486" y="420370"/>
                  </a:lnTo>
                  <a:lnTo>
                    <a:pt x="89330" y="397510"/>
                  </a:lnTo>
                  <a:lnTo>
                    <a:pt x="72587" y="383540"/>
                  </a:lnTo>
                  <a:lnTo>
                    <a:pt x="64723" y="377190"/>
                  </a:lnTo>
                  <a:lnTo>
                    <a:pt x="57234" y="368300"/>
                  </a:lnTo>
                  <a:lnTo>
                    <a:pt x="50158" y="360680"/>
                  </a:lnTo>
                  <a:lnTo>
                    <a:pt x="43493" y="351790"/>
                  </a:lnTo>
                  <a:lnTo>
                    <a:pt x="21220" y="314960"/>
                  </a:lnTo>
                  <a:lnTo>
                    <a:pt x="6624" y="274320"/>
                  </a:lnTo>
                  <a:lnTo>
                    <a:pt x="265" y="231140"/>
                  </a:lnTo>
                  <a:lnTo>
                    <a:pt x="0" y="219710"/>
                  </a:lnTo>
                  <a:lnTo>
                    <a:pt x="165" y="213360"/>
                  </a:lnTo>
                  <a:lnTo>
                    <a:pt x="265" y="209550"/>
                  </a:lnTo>
                  <a:lnTo>
                    <a:pt x="6624" y="166370"/>
                  </a:lnTo>
                  <a:lnTo>
                    <a:pt x="21220" y="125730"/>
                  </a:lnTo>
                  <a:lnTo>
                    <a:pt x="43493" y="88900"/>
                  </a:lnTo>
                  <a:lnTo>
                    <a:pt x="57234" y="72390"/>
                  </a:lnTo>
                  <a:lnTo>
                    <a:pt x="64723" y="63500"/>
                  </a:lnTo>
                  <a:lnTo>
                    <a:pt x="72587" y="57150"/>
                  </a:lnTo>
                  <a:lnTo>
                    <a:pt x="80790" y="49530"/>
                  </a:lnTo>
                  <a:lnTo>
                    <a:pt x="89330" y="43180"/>
                  </a:lnTo>
                  <a:lnTo>
                    <a:pt x="126486" y="20320"/>
                  </a:lnTo>
                  <a:lnTo>
                    <a:pt x="188568" y="1270"/>
                  </a:lnTo>
                  <a:lnTo>
                    <a:pt x="199319" y="0"/>
                  </a:lnTo>
                  <a:lnTo>
                    <a:pt x="3915479" y="0"/>
                  </a:lnTo>
                  <a:lnTo>
                    <a:pt x="3926231" y="1270"/>
                  </a:lnTo>
                  <a:lnTo>
                    <a:pt x="3947526" y="6350"/>
                  </a:lnTo>
                  <a:lnTo>
                    <a:pt x="213992" y="6350"/>
                  </a:lnTo>
                  <a:lnTo>
                    <a:pt x="207021" y="7620"/>
                  </a:lnTo>
                  <a:lnTo>
                    <a:pt x="165731" y="13970"/>
                  </a:lnTo>
                  <a:lnTo>
                    <a:pt x="126565" y="29210"/>
                  </a:lnTo>
                  <a:lnTo>
                    <a:pt x="114240" y="35560"/>
                  </a:lnTo>
                  <a:lnTo>
                    <a:pt x="80224" y="59690"/>
                  </a:lnTo>
                  <a:lnTo>
                    <a:pt x="51617" y="90170"/>
                  </a:lnTo>
                  <a:lnTo>
                    <a:pt x="47459" y="96520"/>
                  </a:lnTo>
                  <a:lnTo>
                    <a:pt x="39695" y="107950"/>
                  </a:lnTo>
                  <a:lnTo>
                    <a:pt x="21186" y="144780"/>
                  </a:lnTo>
                  <a:lnTo>
                    <a:pt x="10356" y="185420"/>
                  </a:lnTo>
                  <a:lnTo>
                    <a:pt x="7619" y="213360"/>
                  </a:lnTo>
                  <a:lnTo>
                    <a:pt x="7619" y="227330"/>
                  </a:lnTo>
                  <a:lnTo>
                    <a:pt x="13082" y="269240"/>
                  </a:lnTo>
                  <a:lnTo>
                    <a:pt x="26535" y="308610"/>
                  </a:lnTo>
                  <a:lnTo>
                    <a:pt x="39695" y="332740"/>
                  </a:lnTo>
                  <a:lnTo>
                    <a:pt x="47459" y="344170"/>
                  </a:lnTo>
                  <a:lnTo>
                    <a:pt x="75052" y="375920"/>
                  </a:lnTo>
                  <a:lnTo>
                    <a:pt x="108253" y="401320"/>
                  </a:lnTo>
                  <a:lnTo>
                    <a:pt x="126565" y="411480"/>
                  </a:lnTo>
                  <a:lnTo>
                    <a:pt x="132874" y="415290"/>
                  </a:lnTo>
                  <a:lnTo>
                    <a:pt x="152357" y="422910"/>
                  </a:lnTo>
                  <a:lnTo>
                    <a:pt x="165731" y="426720"/>
                  </a:lnTo>
                  <a:lnTo>
                    <a:pt x="193112" y="431800"/>
                  </a:lnTo>
                  <a:lnTo>
                    <a:pt x="207021" y="433070"/>
                  </a:lnTo>
                  <a:lnTo>
                    <a:pt x="3952746" y="433070"/>
                  </a:lnTo>
                  <a:lnTo>
                    <a:pt x="3926231" y="439420"/>
                  </a:lnTo>
                  <a:lnTo>
                    <a:pt x="3915479" y="440690"/>
                  </a:lnTo>
                  <a:close/>
                </a:path>
                <a:path w="4114800" h="440689">
                  <a:moveTo>
                    <a:pt x="3952746" y="433070"/>
                  </a:moveTo>
                  <a:lnTo>
                    <a:pt x="3907778" y="433070"/>
                  </a:lnTo>
                  <a:lnTo>
                    <a:pt x="3921686" y="431800"/>
                  </a:lnTo>
                  <a:lnTo>
                    <a:pt x="3949068" y="426720"/>
                  </a:lnTo>
                  <a:lnTo>
                    <a:pt x="3962441" y="422910"/>
                  </a:lnTo>
                  <a:lnTo>
                    <a:pt x="3981924" y="415290"/>
                  </a:lnTo>
                  <a:lnTo>
                    <a:pt x="3988234" y="411480"/>
                  </a:lnTo>
                  <a:lnTo>
                    <a:pt x="4000559" y="405130"/>
                  </a:lnTo>
                  <a:lnTo>
                    <a:pt x="4034575" y="381000"/>
                  </a:lnTo>
                  <a:lnTo>
                    <a:pt x="4063181" y="350520"/>
                  </a:lnTo>
                  <a:lnTo>
                    <a:pt x="4067339" y="344170"/>
                  </a:lnTo>
                  <a:lnTo>
                    <a:pt x="4075104" y="332740"/>
                  </a:lnTo>
                  <a:lnTo>
                    <a:pt x="4093612" y="295910"/>
                  </a:lnTo>
                  <a:lnTo>
                    <a:pt x="4104443" y="255270"/>
                  </a:lnTo>
                  <a:lnTo>
                    <a:pt x="4107180" y="227330"/>
                  </a:lnTo>
                  <a:lnTo>
                    <a:pt x="4107180" y="213360"/>
                  </a:lnTo>
                  <a:lnTo>
                    <a:pt x="4101716" y="171450"/>
                  </a:lnTo>
                  <a:lnTo>
                    <a:pt x="4088264" y="132080"/>
                  </a:lnTo>
                  <a:lnTo>
                    <a:pt x="4075104" y="107950"/>
                  </a:lnTo>
                  <a:lnTo>
                    <a:pt x="4067339" y="96520"/>
                  </a:lnTo>
                  <a:lnTo>
                    <a:pt x="4039746" y="64770"/>
                  </a:lnTo>
                  <a:lnTo>
                    <a:pt x="4006546" y="39370"/>
                  </a:lnTo>
                  <a:lnTo>
                    <a:pt x="3988234" y="29210"/>
                  </a:lnTo>
                  <a:lnTo>
                    <a:pt x="3981924" y="25400"/>
                  </a:lnTo>
                  <a:lnTo>
                    <a:pt x="3962441" y="17780"/>
                  </a:lnTo>
                  <a:lnTo>
                    <a:pt x="3949068" y="13970"/>
                  </a:lnTo>
                  <a:lnTo>
                    <a:pt x="3921686" y="8890"/>
                  </a:lnTo>
                  <a:lnTo>
                    <a:pt x="3907778" y="7620"/>
                  </a:lnTo>
                  <a:lnTo>
                    <a:pt x="3900807" y="6350"/>
                  </a:lnTo>
                  <a:lnTo>
                    <a:pt x="3947526" y="6350"/>
                  </a:lnTo>
                  <a:lnTo>
                    <a:pt x="3957967" y="8890"/>
                  </a:lnTo>
                  <a:lnTo>
                    <a:pt x="3997989" y="25400"/>
                  </a:lnTo>
                  <a:lnTo>
                    <a:pt x="4034009" y="49530"/>
                  </a:lnTo>
                  <a:lnTo>
                    <a:pt x="4042211" y="57150"/>
                  </a:lnTo>
                  <a:lnTo>
                    <a:pt x="4050076" y="63500"/>
                  </a:lnTo>
                  <a:lnTo>
                    <a:pt x="4057564" y="72390"/>
                  </a:lnTo>
                  <a:lnTo>
                    <a:pt x="4064641" y="80010"/>
                  </a:lnTo>
                  <a:lnTo>
                    <a:pt x="4071305" y="88900"/>
                  </a:lnTo>
                  <a:lnTo>
                    <a:pt x="4093578" y="125730"/>
                  </a:lnTo>
                  <a:lnTo>
                    <a:pt x="4108175" y="166370"/>
                  </a:lnTo>
                  <a:lnTo>
                    <a:pt x="4114534" y="209550"/>
                  </a:lnTo>
                  <a:lnTo>
                    <a:pt x="4114799" y="219710"/>
                  </a:lnTo>
                  <a:lnTo>
                    <a:pt x="4114622" y="227330"/>
                  </a:lnTo>
                  <a:lnTo>
                    <a:pt x="4108175" y="274320"/>
                  </a:lnTo>
                  <a:lnTo>
                    <a:pt x="4093578" y="314960"/>
                  </a:lnTo>
                  <a:lnTo>
                    <a:pt x="4071305" y="351790"/>
                  </a:lnTo>
                  <a:lnTo>
                    <a:pt x="4057564" y="368300"/>
                  </a:lnTo>
                  <a:lnTo>
                    <a:pt x="4050076" y="377190"/>
                  </a:lnTo>
                  <a:lnTo>
                    <a:pt x="4042211" y="383540"/>
                  </a:lnTo>
                  <a:lnTo>
                    <a:pt x="4034009" y="391160"/>
                  </a:lnTo>
                  <a:lnTo>
                    <a:pt x="4025468" y="397510"/>
                  </a:lnTo>
                  <a:lnTo>
                    <a:pt x="3988313" y="420370"/>
                  </a:lnTo>
                  <a:lnTo>
                    <a:pt x="3957967" y="431800"/>
                  </a:lnTo>
                  <a:lnTo>
                    <a:pt x="3952746" y="43307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6075322" y="2933776"/>
            <a:ext cx="2768600" cy="1841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000" b="1">
                <a:solidFill>
                  <a:srgbClr val="1754B9"/>
                </a:solidFill>
                <a:latin typeface="Georgia"/>
                <a:cs typeface="Georgia"/>
              </a:rPr>
              <a:t>02</a:t>
            </a:r>
            <a:r>
              <a:rPr dirty="0" sz="1000" spc="260" b="1">
                <a:solidFill>
                  <a:srgbClr val="1754B9"/>
                </a:solidFill>
                <a:latin typeface="Georgia"/>
                <a:cs typeface="Georgia"/>
              </a:rPr>
              <a:t>  </a:t>
            </a:r>
            <a:r>
              <a:rPr dirty="0" sz="1000">
                <a:solidFill>
                  <a:srgbClr val="FFFFFF"/>
                </a:solidFill>
                <a:latin typeface="Microsoft Sans Serif"/>
                <a:cs typeface="Microsoft Sans Serif"/>
              </a:rPr>
              <a:t>¿Qué son</a:t>
            </a:r>
            <a:r>
              <a:rPr dirty="0" sz="1000" spc="4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FFFFFF"/>
                </a:solidFill>
                <a:latin typeface="Microsoft Sans Serif"/>
                <a:cs typeface="Microsoft Sans Serif"/>
              </a:rPr>
              <a:t>los</a:t>
            </a:r>
            <a:r>
              <a:rPr dirty="0" sz="1000" spc="-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FFFFFF"/>
                </a:solidFill>
                <a:latin typeface="Microsoft Sans Serif"/>
                <a:cs typeface="Microsoft Sans Serif"/>
              </a:rPr>
              <a:t>Real</a:t>
            </a:r>
            <a:r>
              <a:rPr dirty="0" sz="1000" spc="9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55">
                <a:solidFill>
                  <a:srgbClr val="FFFFFF"/>
                </a:solidFill>
                <a:latin typeface="Microsoft Sans Serif"/>
                <a:cs typeface="Microsoft Sans Serif"/>
              </a:rPr>
              <a:t>World</a:t>
            </a:r>
            <a:r>
              <a:rPr dirty="0" sz="1000" spc="4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FFFFFF"/>
                </a:solidFill>
                <a:latin typeface="Microsoft Sans Serif"/>
                <a:cs typeface="Microsoft Sans Serif"/>
              </a:rPr>
              <a:t>Assets</a:t>
            </a:r>
            <a:r>
              <a:rPr dirty="0" sz="1000" spc="-10">
                <a:solidFill>
                  <a:srgbClr val="FFFFFF"/>
                </a:solidFill>
                <a:latin typeface="Microsoft Sans Serif"/>
                <a:cs typeface="Microsoft Sans Serif"/>
              </a:rPr>
              <a:t> (RWAs)?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173479" y="3383279"/>
            <a:ext cx="4107179" cy="441959"/>
            <a:chOff x="1173479" y="3383279"/>
            <a:chExt cx="4107179" cy="441959"/>
          </a:xfrm>
        </p:grpSpPr>
        <p:sp>
          <p:nvSpPr>
            <p:cNvPr id="13" name="object 13"/>
            <p:cNvSpPr/>
            <p:nvPr/>
          </p:nvSpPr>
          <p:spPr>
            <a:xfrm>
              <a:off x="1173479" y="3383279"/>
              <a:ext cx="4107179" cy="441959"/>
            </a:xfrm>
            <a:custGeom>
              <a:avLst/>
              <a:gdLst/>
              <a:ahLst/>
              <a:cxnLst/>
              <a:rect l="l" t="t" r="r" b="b"/>
              <a:pathLst>
                <a:path w="4107179" h="441960">
                  <a:moveTo>
                    <a:pt x="3886199" y="441959"/>
                  </a:moveTo>
                  <a:lnTo>
                    <a:pt x="220979" y="441959"/>
                  </a:lnTo>
                  <a:lnTo>
                    <a:pt x="210123" y="441694"/>
                  </a:lnTo>
                  <a:lnTo>
                    <a:pt x="167273" y="435335"/>
                  </a:lnTo>
                  <a:lnTo>
                    <a:pt x="126486" y="420739"/>
                  </a:lnTo>
                  <a:lnTo>
                    <a:pt x="89330" y="398466"/>
                  </a:lnTo>
                  <a:lnTo>
                    <a:pt x="57234" y="369372"/>
                  </a:lnTo>
                  <a:lnTo>
                    <a:pt x="31431" y="334575"/>
                  </a:lnTo>
                  <a:lnTo>
                    <a:pt x="12911" y="295413"/>
                  </a:lnTo>
                  <a:lnTo>
                    <a:pt x="2388" y="253391"/>
                  </a:lnTo>
                  <a:lnTo>
                    <a:pt x="0" y="220979"/>
                  </a:lnTo>
                  <a:lnTo>
                    <a:pt x="265" y="210123"/>
                  </a:lnTo>
                  <a:lnTo>
                    <a:pt x="6624" y="167273"/>
                  </a:lnTo>
                  <a:lnTo>
                    <a:pt x="21220" y="126486"/>
                  </a:lnTo>
                  <a:lnTo>
                    <a:pt x="43493" y="89330"/>
                  </a:lnTo>
                  <a:lnTo>
                    <a:pt x="72587" y="57234"/>
                  </a:lnTo>
                  <a:lnTo>
                    <a:pt x="107384" y="31431"/>
                  </a:lnTo>
                  <a:lnTo>
                    <a:pt x="146545" y="12911"/>
                  </a:lnTo>
                  <a:lnTo>
                    <a:pt x="188568" y="2388"/>
                  </a:lnTo>
                  <a:lnTo>
                    <a:pt x="220979" y="0"/>
                  </a:lnTo>
                  <a:lnTo>
                    <a:pt x="3886199" y="0"/>
                  </a:lnTo>
                  <a:lnTo>
                    <a:pt x="3929310" y="4246"/>
                  </a:lnTo>
                  <a:lnTo>
                    <a:pt x="3970764" y="16821"/>
                  </a:lnTo>
                  <a:lnTo>
                    <a:pt x="4008969" y="37241"/>
                  </a:lnTo>
                  <a:lnTo>
                    <a:pt x="4042456" y="64723"/>
                  </a:lnTo>
                  <a:lnTo>
                    <a:pt x="4069937" y="98210"/>
                  </a:lnTo>
                  <a:lnTo>
                    <a:pt x="4090358" y="136414"/>
                  </a:lnTo>
                  <a:lnTo>
                    <a:pt x="4102933" y="177868"/>
                  </a:lnTo>
                  <a:lnTo>
                    <a:pt x="4107179" y="220979"/>
                  </a:lnTo>
                  <a:lnTo>
                    <a:pt x="4106914" y="231836"/>
                  </a:lnTo>
                  <a:lnTo>
                    <a:pt x="4100554" y="274686"/>
                  </a:lnTo>
                  <a:lnTo>
                    <a:pt x="4085958" y="315473"/>
                  </a:lnTo>
                  <a:lnTo>
                    <a:pt x="4063685" y="352629"/>
                  </a:lnTo>
                  <a:lnTo>
                    <a:pt x="4034591" y="384725"/>
                  </a:lnTo>
                  <a:lnTo>
                    <a:pt x="3999795" y="410528"/>
                  </a:lnTo>
                  <a:lnTo>
                    <a:pt x="3960633" y="429048"/>
                  </a:lnTo>
                  <a:lnTo>
                    <a:pt x="3918611" y="439571"/>
                  </a:lnTo>
                  <a:lnTo>
                    <a:pt x="3886199" y="44195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173479" y="3383280"/>
              <a:ext cx="4107179" cy="440690"/>
            </a:xfrm>
            <a:custGeom>
              <a:avLst/>
              <a:gdLst/>
              <a:ahLst/>
              <a:cxnLst/>
              <a:rect l="l" t="t" r="r" b="b"/>
              <a:pathLst>
                <a:path w="4107179" h="440689">
                  <a:moveTo>
                    <a:pt x="3907859" y="440690"/>
                  </a:moveTo>
                  <a:lnTo>
                    <a:pt x="199319" y="440690"/>
                  </a:lnTo>
                  <a:lnTo>
                    <a:pt x="188568" y="439420"/>
                  </a:lnTo>
                  <a:lnTo>
                    <a:pt x="126486" y="420370"/>
                  </a:lnTo>
                  <a:lnTo>
                    <a:pt x="89330" y="397510"/>
                  </a:lnTo>
                  <a:lnTo>
                    <a:pt x="72587" y="383540"/>
                  </a:lnTo>
                  <a:lnTo>
                    <a:pt x="64723" y="377190"/>
                  </a:lnTo>
                  <a:lnTo>
                    <a:pt x="57234" y="368300"/>
                  </a:lnTo>
                  <a:lnTo>
                    <a:pt x="50158" y="360680"/>
                  </a:lnTo>
                  <a:lnTo>
                    <a:pt x="43493" y="351790"/>
                  </a:lnTo>
                  <a:lnTo>
                    <a:pt x="21220" y="314960"/>
                  </a:lnTo>
                  <a:lnTo>
                    <a:pt x="6624" y="274320"/>
                  </a:lnTo>
                  <a:lnTo>
                    <a:pt x="265" y="231140"/>
                  </a:lnTo>
                  <a:lnTo>
                    <a:pt x="0" y="219710"/>
                  </a:lnTo>
                  <a:lnTo>
                    <a:pt x="165" y="213360"/>
                  </a:lnTo>
                  <a:lnTo>
                    <a:pt x="265" y="209550"/>
                  </a:lnTo>
                  <a:lnTo>
                    <a:pt x="6624" y="166370"/>
                  </a:lnTo>
                  <a:lnTo>
                    <a:pt x="21220" y="125730"/>
                  </a:lnTo>
                  <a:lnTo>
                    <a:pt x="43493" y="88900"/>
                  </a:lnTo>
                  <a:lnTo>
                    <a:pt x="57234" y="72390"/>
                  </a:lnTo>
                  <a:lnTo>
                    <a:pt x="64723" y="63500"/>
                  </a:lnTo>
                  <a:lnTo>
                    <a:pt x="72587" y="57150"/>
                  </a:lnTo>
                  <a:lnTo>
                    <a:pt x="80790" y="49530"/>
                  </a:lnTo>
                  <a:lnTo>
                    <a:pt x="89330" y="43180"/>
                  </a:lnTo>
                  <a:lnTo>
                    <a:pt x="126486" y="20320"/>
                  </a:lnTo>
                  <a:lnTo>
                    <a:pt x="188568" y="1270"/>
                  </a:lnTo>
                  <a:lnTo>
                    <a:pt x="199319" y="0"/>
                  </a:lnTo>
                  <a:lnTo>
                    <a:pt x="3907859" y="0"/>
                  </a:lnTo>
                  <a:lnTo>
                    <a:pt x="3918611" y="1270"/>
                  </a:lnTo>
                  <a:lnTo>
                    <a:pt x="3939906" y="6350"/>
                  </a:lnTo>
                  <a:lnTo>
                    <a:pt x="213992" y="6350"/>
                  </a:lnTo>
                  <a:lnTo>
                    <a:pt x="207021" y="7620"/>
                  </a:lnTo>
                  <a:lnTo>
                    <a:pt x="165731" y="13970"/>
                  </a:lnTo>
                  <a:lnTo>
                    <a:pt x="126565" y="29210"/>
                  </a:lnTo>
                  <a:lnTo>
                    <a:pt x="114240" y="35560"/>
                  </a:lnTo>
                  <a:lnTo>
                    <a:pt x="80224" y="59690"/>
                  </a:lnTo>
                  <a:lnTo>
                    <a:pt x="51617" y="90170"/>
                  </a:lnTo>
                  <a:lnTo>
                    <a:pt x="47459" y="96520"/>
                  </a:lnTo>
                  <a:lnTo>
                    <a:pt x="39695" y="107950"/>
                  </a:lnTo>
                  <a:lnTo>
                    <a:pt x="21186" y="144780"/>
                  </a:lnTo>
                  <a:lnTo>
                    <a:pt x="10356" y="185420"/>
                  </a:lnTo>
                  <a:lnTo>
                    <a:pt x="7620" y="213360"/>
                  </a:lnTo>
                  <a:lnTo>
                    <a:pt x="7620" y="227330"/>
                  </a:lnTo>
                  <a:lnTo>
                    <a:pt x="13082" y="269240"/>
                  </a:lnTo>
                  <a:lnTo>
                    <a:pt x="26535" y="308610"/>
                  </a:lnTo>
                  <a:lnTo>
                    <a:pt x="39695" y="332740"/>
                  </a:lnTo>
                  <a:lnTo>
                    <a:pt x="47459" y="344170"/>
                  </a:lnTo>
                  <a:lnTo>
                    <a:pt x="75052" y="375920"/>
                  </a:lnTo>
                  <a:lnTo>
                    <a:pt x="108253" y="401320"/>
                  </a:lnTo>
                  <a:lnTo>
                    <a:pt x="126565" y="411480"/>
                  </a:lnTo>
                  <a:lnTo>
                    <a:pt x="132874" y="415290"/>
                  </a:lnTo>
                  <a:lnTo>
                    <a:pt x="152357" y="422910"/>
                  </a:lnTo>
                  <a:lnTo>
                    <a:pt x="165731" y="426720"/>
                  </a:lnTo>
                  <a:lnTo>
                    <a:pt x="193112" y="431800"/>
                  </a:lnTo>
                  <a:lnTo>
                    <a:pt x="207021" y="433070"/>
                  </a:lnTo>
                  <a:lnTo>
                    <a:pt x="3945126" y="433070"/>
                  </a:lnTo>
                  <a:lnTo>
                    <a:pt x="3918611" y="439420"/>
                  </a:lnTo>
                  <a:lnTo>
                    <a:pt x="3907859" y="440690"/>
                  </a:lnTo>
                  <a:close/>
                </a:path>
                <a:path w="4107179" h="440689">
                  <a:moveTo>
                    <a:pt x="3945126" y="433070"/>
                  </a:moveTo>
                  <a:lnTo>
                    <a:pt x="3900158" y="433070"/>
                  </a:lnTo>
                  <a:lnTo>
                    <a:pt x="3914067" y="431800"/>
                  </a:lnTo>
                  <a:lnTo>
                    <a:pt x="3941448" y="426720"/>
                  </a:lnTo>
                  <a:lnTo>
                    <a:pt x="3954822" y="422910"/>
                  </a:lnTo>
                  <a:lnTo>
                    <a:pt x="3974304" y="415290"/>
                  </a:lnTo>
                  <a:lnTo>
                    <a:pt x="3980614" y="411480"/>
                  </a:lnTo>
                  <a:lnTo>
                    <a:pt x="3992939" y="405130"/>
                  </a:lnTo>
                  <a:lnTo>
                    <a:pt x="4026955" y="381000"/>
                  </a:lnTo>
                  <a:lnTo>
                    <a:pt x="4055562" y="350520"/>
                  </a:lnTo>
                  <a:lnTo>
                    <a:pt x="4059719" y="344170"/>
                  </a:lnTo>
                  <a:lnTo>
                    <a:pt x="4067484" y="332740"/>
                  </a:lnTo>
                  <a:lnTo>
                    <a:pt x="4085992" y="295910"/>
                  </a:lnTo>
                  <a:lnTo>
                    <a:pt x="4096823" y="255270"/>
                  </a:lnTo>
                  <a:lnTo>
                    <a:pt x="4099560" y="227330"/>
                  </a:lnTo>
                  <a:lnTo>
                    <a:pt x="4099560" y="213360"/>
                  </a:lnTo>
                  <a:lnTo>
                    <a:pt x="4094096" y="171450"/>
                  </a:lnTo>
                  <a:lnTo>
                    <a:pt x="4080644" y="132080"/>
                  </a:lnTo>
                  <a:lnTo>
                    <a:pt x="4067484" y="107950"/>
                  </a:lnTo>
                  <a:lnTo>
                    <a:pt x="4059719" y="96520"/>
                  </a:lnTo>
                  <a:lnTo>
                    <a:pt x="4032127" y="64770"/>
                  </a:lnTo>
                  <a:lnTo>
                    <a:pt x="3998926" y="39370"/>
                  </a:lnTo>
                  <a:lnTo>
                    <a:pt x="3980614" y="29210"/>
                  </a:lnTo>
                  <a:lnTo>
                    <a:pt x="3974304" y="25400"/>
                  </a:lnTo>
                  <a:lnTo>
                    <a:pt x="3954822" y="17780"/>
                  </a:lnTo>
                  <a:lnTo>
                    <a:pt x="3941448" y="13970"/>
                  </a:lnTo>
                  <a:lnTo>
                    <a:pt x="3914067" y="8890"/>
                  </a:lnTo>
                  <a:lnTo>
                    <a:pt x="3900158" y="7620"/>
                  </a:lnTo>
                  <a:lnTo>
                    <a:pt x="3893187" y="6350"/>
                  </a:lnTo>
                  <a:lnTo>
                    <a:pt x="3939906" y="6350"/>
                  </a:lnTo>
                  <a:lnTo>
                    <a:pt x="3950347" y="8890"/>
                  </a:lnTo>
                  <a:lnTo>
                    <a:pt x="3990369" y="25400"/>
                  </a:lnTo>
                  <a:lnTo>
                    <a:pt x="4026389" y="49530"/>
                  </a:lnTo>
                  <a:lnTo>
                    <a:pt x="4034591" y="57150"/>
                  </a:lnTo>
                  <a:lnTo>
                    <a:pt x="4042456" y="63500"/>
                  </a:lnTo>
                  <a:lnTo>
                    <a:pt x="4049944" y="72390"/>
                  </a:lnTo>
                  <a:lnTo>
                    <a:pt x="4057021" y="80010"/>
                  </a:lnTo>
                  <a:lnTo>
                    <a:pt x="4063685" y="88900"/>
                  </a:lnTo>
                  <a:lnTo>
                    <a:pt x="4085958" y="125730"/>
                  </a:lnTo>
                  <a:lnTo>
                    <a:pt x="4100555" y="166370"/>
                  </a:lnTo>
                  <a:lnTo>
                    <a:pt x="4106914" y="209550"/>
                  </a:lnTo>
                  <a:lnTo>
                    <a:pt x="4107179" y="219710"/>
                  </a:lnTo>
                  <a:lnTo>
                    <a:pt x="4107002" y="227330"/>
                  </a:lnTo>
                  <a:lnTo>
                    <a:pt x="4100555" y="274320"/>
                  </a:lnTo>
                  <a:lnTo>
                    <a:pt x="4085958" y="314960"/>
                  </a:lnTo>
                  <a:lnTo>
                    <a:pt x="4063685" y="351790"/>
                  </a:lnTo>
                  <a:lnTo>
                    <a:pt x="4049944" y="368300"/>
                  </a:lnTo>
                  <a:lnTo>
                    <a:pt x="4042456" y="377190"/>
                  </a:lnTo>
                  <a:lnTo>
                    <a:pt x="4034591" y="383540"/>
                  </a:lnTo>
                  <a:lnTo>
                    <a:pt x="4026389" y="391160"/>
                  </a:lnTo>
                  <a:lnTo>
                    <a:pt x="4017848" y="397510"/>
                  </a:lnTo>
                  <a:lnTo>
                    <a:pt x="3980693" y="420370"/>
                  </a:lnTo>
                  <a:lnTo>
                    <a:pt x="3950347" y="431800"/>
                  </a:lnTo>
                  <a:lnTo>
                    <a:pt x="3945126" y="43307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2177930" y="3497657"/>
            <a:ext cx="2102485" cy="1841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000" b="1">
                <a:solidFill>
                  <a:srgbClr val="1754B9"/>
                </a:solidFill>
                <a:latin typeface="Georgia"/>
                <a:cs typeface="Georgia"/>
              </a:rPr>
              <a:t>03</a:t>
            </a:r>
            <a:r>
              <a:rPr dirty="0" sz="1000" spc="275" b="1">
                <a:solidFill>
                  <a:srgbClr val="1754B9"/>
                </a:solidFill>
                <a:latin typeface="Georgia"/>
                <a:cs typeface="Georgia"/>
              </a:rPr>
              <a:t>  </a:t>
            </a:r>
            <a:r>
              <a:rPr dirty="0" sz="1000">
                <a:solidFill>
                  <a:srgbClr val="FFFFFF"/>
                </a:solidFill>
                <a:latin typeface="Microsoft Sans Serif"/>
                <a:cs typeface="Microsoft Sans Serif"/>
              </a:rPr>
              <a:t>¿Qué valor</a:t>
            </a:r>
            <a:r>
              <a:rPr dirty="0" sz="1000" spc="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60">
                <a:solidFill>
                  <a:srgbClr val="FFFFFF"/>
                </a:solidFill>
                <a:latin typeface="Microsoft Sans Serif"/>
                <a:cs typeface="Microsoft Sans Serif"/>
              </a:rPr>
              <a:t>tienen</a:t>
            </a:r>
            <a:r>
              <a:rPr dirty="0" sz="1000" spc="5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FFFFFF"/>
                </a:solidFill>
                <a:latin typeface="Microsoft Sans Serif"/>
                <a:cs typeface="Microsoft Sans Serif"/>
              </a:rPr>
              <a:t>los </a:t>
            </a:r>
            <a:r>
              <a:rPr dirty="0" sz="1000" spc="-10">
                <a:solidFill>
                  <a:srgbClr val="FFFFFF"/>
                </a:solidFill>
                <a:latin typeface="Microsoft Sans Serif"/>
                <a:cs typeface="Microsoft Sans Serif"/>
              </a:rPr>
              <a:t>tokens?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402579" y="3383279"/>
            <a:ext cx="4114800" cy="441959"/>
            <a:chOff x="5402579" y="3383279"/>
            <a:chExt cx="4114800" cy="441959"/>
          </a:xfrm>
        </p:grpSpPr>
        <p:sp>
          <p:nvSpPr>
            <p:cNvPr id="17" name="object 17"/>
            <p:cNvSpPr/>
            <p:nvPr/>
          </p:nvSpPr>
          <p:spPr>
            <a:xfrm>
              <a:off x="5402579" y="3383279"/>
              <a:ext cx="4114800" cy="441959"/>
            </a:xfrm>
            <a:custGeom>
              <a:avLst/>
              <a:gdLst/>
              <a:ahLst/>
              <a:cxnLst/>
              <a:rect l="l" t="t" r="r" b="b"/>
              <a:pathLst>
                <a:path w="4114800" h="441960">
                  <a:moveTo>
                    <a:pt x="3893819" y="441959"/>
                  </a:moveTo>
                  <a:lnTo>
                    <a:pt x="220979" y="441959"/>
                  </a:lnTo>
                  <a:lnTo>
                    <a:pt x="210123" y="441694"/>
                  </a:lnTo>
                  <a:lnTo>
                    <a:pt x="167273" y="435335"/>
                  </a:lnTo>
                  <a:lnTo>
                    <a:pt x="126486" y="420739"/>
                  </a:lnTo>
                  <a:lnTo>
                    <a:pt x="89330" y="398466"/>
                  </a:lnTo>
                  <a:lnTo>
                    <a:pt x="57234" y="369372"/>
                  </a:lnTo>
                  <a:lnTo>
                    <a:pt x="31431" y="334575"/>
                  </a:lnTo>
                  <a:lnTo>
                    <a:pt x="12911" y="295413"/>
                  </a:lnTo>
                  <a:lnTo>
                    <a:pt x="2388" y="253391"/>
                  </a:lnTo>
                  <a:lnTo>
                    <a:pt x="0" y="220979"/>
                  </a:lnTo>
                  <a:lnTo>
                    <a:pt x="265" y="210123"/>
                  </a:lnTo>
                  <a:lnTo>
                    <a:pt x="6624" y="167273"/>
                  </a:lnTo>
                  <a:lnTo>
                    <a:pt x="21220" y="126486"/>
                  </a:lnTo>
                  <a:lnTo>
                    <a:pt x="43493" y="89330"/>
                  </a:lnTo>
                  <a:lnTo>
                    <a:pt x="72587" y="57234"/>
                  </a:lnTo>
                  <a:lnTo>
                    <a:pt x="107384" y="31431"/>
                  </a:lnTo>
                  <a:lnTo>
                    <a:pt x="146545" y="12911"/>
                  </a:lnTo>
                  <a:lnTo>
                    <a:pt x="188568" y="2388"/>
                  </a:lnTo>
                  <a:lnTo>
                    <a:pt x="220979" y="0"/>
                  </a:lnTo>
                  <a:lnTo>
                    <a:pt x="3893819" y="0"/>
                  </a:lnTo>
                  <a:lnTo>
                    <a:pt x="3936930" y="4246"/>
                  </a:lnTo>
                  <a:lnTo>
                    <a:pt x="3978384" y="16821"/>
                  </a:lnTo>
                  <a:lnTo>
                    <a:pt x="4016589" y="37241"/>
                  </a:lnTo>
                  <a:lnTo>
                    <a:pt x="4050076" y="64723"/>
                  </a:lnTo>
                  <a:lnTo>
                    <a:pt x="4077557" y="98210"/>
                  </a:lnTo>
                  <a:lnTo>
                    <a:pt x="4097978" y="136414"/>
                  </a:lnTo>
                  <a:lnTo>
                    <a:pt x="4110553" y="177868"/>
                  </a:lnTo>
                  <a:lnTo>
                    <a:pt x="4114799" y="220979"/>
                  </a:lnTo>
                  <a:lnTo>
                    <a:pt x="4114534" y="231836"/>
                  </a:lnTo>
                  <a:lnTo>
                    <a:pt x="4108175" y="274686"/>
                  </a:lnTo>
                  <a:lnTo>
                    <a:pt x="4093578" y="315473"/>
                  </a:lnTo>
                  <a:lnTo>
                    <a:pt x="4071305" y="352629"/>
                  </a:lnTo>
                  <a:lnTo>
                    <a:pt x="4042211" y="384725"/>
                  </a:lnTo>
                  <a:lnTo>
                    <a:pt x="4007415" y="410528"/>
                  </a:lnTo>
                  <a:lnTo>
                    <a:pt x="3968253" y="429048"/>
                  </a:lnTo>
                  <a:lnTo>
                    <a:pt x="3926231" y="439571"/>
                  </a:lnTo>
                  <a:lnTo>
                    <a:pt x="3893819" y="44195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402579" y="3383280"/>
              <a:ext cx="4114800" cy="440690"/>
            </a:xfrm>
            <a:custGeom>
              <a:avLst/>
              <a:gdLst/>
              <a:ahLst/>
              <a:cxnLst/>
              <a:rect l="l" t="t" r="r" b="b"/>
              <a:pathLst>
                <a:path w="4114800" h="440689">
                  <a:moveTo>
                    <a:pt x="3915479" y="440690"/>
                  </a:moveTo>
                  <a:lnTo>
                    <a:pt x="199319" y="440690"/>
                  </a:lnTo>
                  <a:lnTo>
                    <a:pt x="188568" y="439420"/>
                  </a:lnTo>
                  <a:lnTo>
                    <a:pt x="126486" y="420370"/>
                  </a:lnTo>
                  <a:lnTo>
                    <a:pt x="89330" y="397510"/>
                  </a:lnTo>
                  <a:lnTo>
                    <a:pt x="72587" y="383540"/>
                  </a:lnTo>
                  <a:lnTo>
                    <a:pt x="64723" y="377190"/>
                  </a:lnTo>
                  <a:lnTo>
                    <a:pt x="57234" y="368300"/>
                  </a:lnTo>
                  <a:lnTo>
                    <a:pt x="50158" y="360680"/>
                  </a:lnTo>
                  <a:lnTo>
                    <a:pt x="43493" y="351790"/>
                  </a:lnTo>
                  <a:lnTo>
                    <a:pt x="21220" y="314960"/>
                  </a:lnTo>
                  <a:lnTo>
                    <a:pt x="6624" y="274320"/>
                  </a:lnTo>
                  <a:lnTo>
                    <a:pt x="265" y="231140"/>
                  </a:lnTo>
                  <a:lnTo>
                    <a:pt x="0" y="219710"/>
                  </a:lnTo>
                  <a:lnTo>
                    <a:pt x="165" y="213360"/>
                  </a:lnTo>
                  <a:lnTo>
                    <a:pt x="265" y="209550"/>
                  </a:lnTo>
                  <a:lnTo>
                    <a:pt x="6624" y="166370"/>
                  </a:lnTo>
                  <a:lnTo>
                    <a:pt x="21220" y="125730"/>
                  </a:lnTo>
                  <a:lnTo>
                    <a:pt x="43493" y="88900"/>
                  </a:lnTo>
                  <a:lnTo>
                    <a:pt x="57234" y="72390"/>
                  </a:lnTo>
                  <a:lnTo>
                    <a:pt x="64723" y="63500"/>
                  </a:lnTo>
                  <a:lnTo>
                    <a:pt x="72587" y="57150"/>
                  </a:lnTo>
                  <a:lnTo>
                    <a:pt x="80790" y="49530"/>
                  </a:lnTo>
                  <a:lnTo>
                    <a:pt x="89330" y="43180"/>
                  </a:lnTo>
                  <a:lnTo>
                    <a:pt x="126486" y="20320"/>
                  </a:lnTo>
                  <a:lnTo>
                    <a:pt x="188568" y="1270"/>
                  </a:lnTo>
                  <a:lnTo>
                    <a:pt x="199319" y="0"/>
                  </a:lnTo>
                  <a:lnTo>
                    <a:pt x="3915479" y="0"/>
                  </a:lnTo>
                  <a:lnTo>
                    <a:pt x="3926231" y="1270"/>
                  </a:lnTo>
                  <a:lnTo>
                    <a:pt x="3947526" y="6350"/>
                  </a:lnTo>
                  <a:lnTo>
                    <a:pt x="213992" y="6350"/>
                  </a:lnTo>
                  <a:lnTo>
                    <a:pt x="207021" y="7620"/>
                  </a:lnTo>
                  <a:lnTo>
                    <a:pt x="165731" y="13970"/>
                  </a:lnTo>
                  <a:lnTo>
                    <a:pt x="126565" y="29210"/>
                  </a:lnTo>
                  <a:lnTo>
                    <a:pt x="114240" y="35560"/>
                  </a:lnTo>
                  <a:lnTo>
                    <a:pt x="80224" y="59690"/>
                  </a:lnTo>
                  <a:lnTo>
                    <a:pt x="51617" y="90170"/>
                  </a:lnTo>
                  <a:lnTo>
                    <a:pt x="47459" y="96520"/>
                  </a:lnTo>
                  <a:lnTo>
                    <a:pt x="39695" y="107950"/>
                  </a:lnTo>
                  <a:lnTo>
                    <a:pt x="21186" y="144780"/>
                  </a:lnTo>
                  <a:lnTo>
                    <a:pt x="10356" y="185420"/>
                  </a:lnTo>
                  <a:lnTo>
                    <a:pt x="7619" y="213360"/>
                  </a:lnTo>
                  <a:lnTo>
                    <a:pt x="7619" y="227330"/>
                  </a:lnTo>
                  <a:lnTo>
                    <a:pt x="13082" y="269240"/>
                  </a:lnTo>
                  <a:lnTo>
                    <a:pt x="26535" y="308610"/>
                  </a:lnTo>
                  <a:lnTo>
                    <a:pt x="39695" y="332740"/>
                  </a:lnTo>
                  <a:lnTo>
                    <a:pt x="47459" y="344170"/>
                  </a:lnTo>
                  <a:lnTo>
                    <a:pt x="75052" y="375920"/>
                  </a:lnTo>
                  <a:lnTo>
                    <a:pt x="108253" y="401320"/>
                  </a:lnTo>
                  <a:lnTo>
                    <a:pt x="126565" y="411480"/>
                  </a:lnTo>
                  <a:lnTo>
                    <a:pt x="132874" y="415290"/>
                  </a:lnTo>
                  <a:lnTo>
                    <a:pt x="152357" y="422910"/>
                  </a:lnTo>
                  <a:lnTo>
                    <a:pt x="165731" y="426720"/>
                  </a:lnTo>
                  <a:lnTo>
                    <a:pt x="193112" y="431800"/>
                  </a:lnTo>
                  <a:lnTo>
                    <a:pt x="207021" y="433070"/>
                  </a:lnTo>
                  <a:lnTo>
                    <a:pt x="3952746" y="433070"/>
                  </a:lnTo>
                  <a:lnTo>
                    <a:pt x="3926231" y="439420"/>
                  </a:lnTo>
                  <a:lnTo>
                    <a:pt x="3915479" y="440690"/>
                  </a:lnTo>
                  <a:close/>
                </a:path>
                <a:path w="4114800" h="440689">
                  <a:moveTo>
                    <a:pt x="3952746" y="433070"/>
                  </a:moveTo>
                  <a:lnTo>
                    <a:pt x="3907778" y="433070"/>
                  </a:lnTo>
                  <a:lnTo>
                    <a:pt x="3921686" y="431800"/>
                  </a:lnTo>
                  <a:lnTo>
                    <a:pt x="3949068" y="426720"/>
                  </a:lnTo>
                  <a:lnTo>
                    <a:pt x="3962441" y="422910"/>
                  </a:lnTo>
                  <a:lnTo>
                    <a:pt x="3981924" y="415290"/>
                  </a:lnTo>
                  <a:lnTo>
                    <a:pt x="3988234" y="411480"/>
                  </a:lnTo>
                  <a:lnTo>
                    <a:pt x="4000559" y="405130"/>
                  </a:lnTo>
                  <a:lnTo>
                    <a:pt x="4034575" y="381000"/>
                  </a:lnTo>
                  <a:lnTo>
                    <a:pt x="4063181" y="350520"/>
                  </a:lnTo>
                  <a:lnTo>
                    <a:pt x="4067339" y="344170"/>
                  </a:lnTo>
                  <a:lnTo>
                    <a:pt x="4075104" y="332740"/>
                  </a:lnTo>
                  <a:lnTo>
                    <a:pt x="4093612" y="295910"/>
                  </a:lnTo>
                  <a:lnTo>
                    <a:pt x="4104443" y="255270"/>
                  </a:lnTo>
                  <a:lnTo>
                    <a:pt x="4107180" y="227330"/>
                  </a:lnTo>
                  <a:lnTo>
                    <a:pt x="4107180" y="213360"/>
                  </a:lnTo>
                  <a:lnTo>
                    <a:pt x="4101716" y="171450"/>
                  </a:lnTo>
                  <a:lnTo>
                    <a:pt x="4088264" y="132080"/>
                  </a:lnTo>
                  <a:lnTo>
                    <a:pt x="4075104" y="107950"/>
                  </a:lnTo>
                  <a:lnTo>
                    <a:pt x="4067339" y="96520"/>
                  </a:lnTo>
                  <a:lnTo>
                    <a:pt x="4039746" y="64770"/>
                  </a:lnTo>
                  <a:lnTo>
                    <a:pt x="4006546" y="39370"/>
                  </a:lnTo>
                  <a:lnTo>
                    <a:pt x="3988234" y="29210"/>
                  </a:lnTo>
                  <a:lnTo>
                    <a:pt x="3981924" y="25400"/>
                  </a:lnTo>
                  <a:lnTo>
                    <a:pt x="3962441" y="17780"/>
                  </a:lnTo>
                  <a:lnTo>
                    <a:pt x="3949068" y="13970"/>
                  </a:lnTo>
                  <a:lnTo>
                    <a:pt x="3921686" y="8890"/>
                  </a:lnTo>
                  <a:lnTo>
                    <a:pt x="3907778" y="7620"/>
                  </a:lnTo>
                  <a:lnTo>
                    <a:pt x="3900807" y="6350"/>
                  </a:lnTo>
                  <a:lnTo>
                    <a:pt x="3947526" y="6350"/>
                  </a:lnTo>
                  <a:lnTo>
                    <a:pt x="3957967" y="8890"/>
                  </a:lnTo>
                  <a:lnTo>
                    <a:pt x="3997989" y="25400"/>
                  </a:lnTo>
                  <a:lnTo>
                    <a:pt x="4034009" y="49530"/>
                  </a:lnTo>
                  <a:lnTo>
                    <a:pt x="4042211" y="57150"/>
                  </a:lnTo>
                  <a:lnTo>
                    <a:pt x="4050076" y="63500"/>
                  </a:lnTo>
                  <a:lnTo>
                    <a:pt x="4057564" y="72390"/>
                  </a:lnTo>
                  <a:lnTo>
                    <a:pt x="4064641" y="80010"/>
                  </a:lnTo>
                  <a:lnTo>
                    <a:pt x="4071305" y="88900"/>
                  </a:lnTo>
                  <a:lnTo>
                    <a:pt x="4093578" y="125730"/>
                  </a:lnTo>
                  <a:lnTo>
                    <a:pt x="4108175" y="166370"/>
                  </a:lnTo>
                  <a:lnTo>
                    <a:pt x="4114534" y="209550"/>
                  </a:lnTo>
                  <a:lnTo>
                    <a:pt x="4114799" y="219710"/>
                  </a:lnTo>
                  <a:lnTo>
                    <a:pt x="4114622" y="227330"/>
                  </a:lnTo>
                  <a:lnTo>
                    <a:pt x="4108175" y="274320"/>
                  </a:lnTo>
                  <a:lnTo>
                    <a:pt x="4093578" y="314960"/>
                  </a:lnTo>
                  <a:lnTo>
                    <a:pt x="4071305" y="351790"/>
                  </a:lnTo>
                  <a:lnTo>
                    <a:pt x="4057564" y="368300"/>
                  </a:lnTo>
                  <a:lnTo>
                    <a:pt x="4050076" y="377190"/>
                  </a:lnTo>
                  <a:lnTo>
                    <a:pt x="4042211" y="383540"/>
                  </a:lnTo>
                  <a:lnTo>
                    <a:pt x="4034009" y="391160"/>
                  </a:lnTo>
                  <a:lnTo>
                    <a:pt x="4025468" y="397510"/>
                  </a:lnTo>
                  <a:lnTo>
                    <a:pt x="3988313" y="420370"/>
                  </a:lnTo>
                  <a:lnTo>
                    <a:pt x="3957967" y="431800"/>
                  </a:lnTo>
                  <a:lnTo>
                    <a:pt x="3952746" y="43307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142830" y="3497657"/>
            <a:ext cx="2633345" cy="1841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000" spc="10" b="1">
                <a:solidFill>
                  <a:srgbClr val="1754B9"/>
                </a:solidFill>
                <a:latin typeface="Georgia"/>
                <a:cs typeface="Georgia"/>
              </a:rPr>
              <a:t>04</a:t>
            </a:r>
            <a:r>
              <a:rPr dirty="0" sz="1000" spc="254" b="1">
                <a:solidFill>
                  <a:srgbClr val="1754B9"/>
                </a:solidFill>
                <a:latin typeface="Georgia"/>
                <a:cs typeface="Georgia"/>
              </a:rPr>
              <a:t>  </a:t>
            </a:r>
            <a:r>
              <a:rPr dirty="0" sz="1000" spc="10">
                <a:solidFill>
                  <a:srgbClr val="FFFFFF"/>
                </a:solidFill>
                <a:latin typeface="Microsoft Sans Serif"/>
                <a:cs typeface="Microsoft Sans Serif"/>
              </a:rPr>
              <a:t>¿Cómo</a:t>
            </a:r>
            <a:r>
              <a:rPr dirty="0" sz="10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10">
                <a:solidFill>
                  <a:srgbClr val="FFFFFF"/>
                </a:solidFill>
                <a:latin typeface="Microsoft Sans Serif"/>
                <a:cs typeface="Microsoft Sans Serif"/>
              </a:rPr>
              <a:t>es</a:t>
            </a:r>
            <a:r>
              <a:rPr dirty="0" sz="10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1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dirty="0" sz="1000" spc="8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10">
                <a:solidFill>
                  <a:srgbClr val="FFFFFF"/>
                </a:solidFill>
                <a:latin typeface="Microsoft Sans Serif"/>
                <a:cs typeface="Microsoft Sans Serif"/>
              </a:rPr>
              <a:t>proceso</a:t>
            </a:r>
            <a:r>
              <a:rPr dirty="0" sz="1000" spc="-2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7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dirty="0" sz="1000" spc="-10">
                <a:solidFill>
                  <a:srgbClr val="FFFFFF"/>
                </a:solidFill>
                <a:latin typeface="Microsoft Sans Serif"/>
                <a:cs typeface="Microsoft Sans Serif"/>
              </a:rPr>
              <a:t> tokenización?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173479" y="3947159"/>
            <a:ext cx="4107179" cy="441959"/>
            <a:chOff x="1173479" y="3947159"/>
            <a:chExt cx="4107179" cy="441959"/>
          </a:xfrm>
        </p:grpSpPr>
        <p:sp>
          <p:nvSpPr>
            <p:cNvPr id="21" name="object 21"/>
            <p:cNvSpPr/>
            <p:nvPr/>
          </p:nvSpPr>
          <p:spPr>
            <a:xfrm>
              <a:off x="1173479" y="3947159"/>
              <a:ext cx="4107179" cy="441959"/>
            </a:xfrm>
            <a:custGeom>
              <a:avLst/>
              <a:gdLst/>
              <a:ahLst/>
              <a:cxnLst/>
              <a:rect l="l" t="t" r="r" b="b"/>
              <a:pathLst>
                <a:path w="4107179" h="441960">
                  <a:moveTo>
                    <a:pt x="3886199" y="441959"/>
                  </a:moveTo>
                  <a:lnTo>
                    <a:pt x="220979" y="441959"/>
                  </a:lnTo>
                  <a:lnTo>
                    <a:pt x="210123" y="441694"/>
                  </a:lnTo>
                  <a:lnTo>
                    <a:pt x="167273" y="435335"/>
                  </a:lnTo>
                  <a:lnTo>
                    <a:pt x="126486" y="420739"/>
                  </a:lnTo>
                  <a:lnTo>
                    <a:pt x="89330" y="398466"/>
                  </a:lnTo>
                  <a:lnTo>
                    <a:pt x="57234" y="369372"/>
                  </a:lnTo>
                  <a:lnTo>
                    <a:pt x="31431" y="334575"/>
                  </a:lnTo>
                  <a:lnTo>
                    <a:pt x="12911" y="295413"/>
                  </a:lnTo>
                  <a:lnTo>
                    <a:pt x="2388" y="253391"/>
                  </a:lnTo>
                  <a:lnTo>
                    <a:pt x="0" y="220979"/>
                  </a:lnTo>
                  <a:lnTo>
                    <a:pt x="265" y="210123"/>
                  </a:lnTo>
                  <a:lnTo>
                    <a:pt x="6624" y="167273"/>
                  </a:lnTo>
                  <a:lnTo>
                    <a:pt x="21220" y="126486"/>
                  </a:lnTo>
                  <a:lnTo>
                    <a:pt x="43493" y="89330"/>
                  </a:lnTo>
                  <a:lnTo>
                    <a:pt x="72587" y="57234"/>
                  </a:lnTo>
                  <a:lnTo>
                    <a:pt x="107384" y="31431"/>
                  </a:lnTo>
                  <a:lnTo>
                    <a:pt x="146545" y="12911"/>
                  </a:lnTo>
                  <a:lnTo>
                    <a:pt x="188568" y="2388"/>
                  </a:lnTo>
                  <a:lnTo>
                    <a:pt x="220979" y="0"/>
                  </a:lnTo>
                  <a:lnTo>
                    <a:pt x="3886199" y="0"/>
                  </a:lnTo>
                  <a:lnTo>
                    <a:pt x="3929310" y="4246"/>
                  </a:lnTo>
                  <a:lnTo>
                    <a:pt x="3970764" y="16821"/>
                  </a:lnTo>
                  <a:lnTo>
                    <a:pt x="4008969" y="37241"/>
                  </a:lnTo>
                  <a:lnTo>
                    <a:pt x="4042456" y="64723"/>
                  </a:lnTo>
                  <a:lnTo>
                    <a:pt x="4069937" y="98210"/>
                  </a:lnTo>
                  <a:lnTo>
                    <a:pt x="4090358" y="136414"/>
                  </a:lnTo>
                  <a:lnTo>
                    <a:pt x="4102933" y="177868"/>
                  </a:lnTo>
                  <a:lnTo>
                    <a:pt x="4107179" y="220979"/>
                  </a:lnTo>
                  <a:lnTo>
                    <a:pt x="4106914" y="231836"/>
                  </a:lnTo>
                  <a:lnTo>
                    <a:pt x="4100554" y="274686"/>
                  </a:lnTo>
                  <a:lnTo>
                    <a:pt x="4085958" y="315473"/>
                  </a:lnTo>
                  <a:lnTo>
                    <a:pt x="4063685" y="352629"/>
                  </a:lnTo>
                  <a:lnTo>
                    <a:pt x="4034591" y="384725"/>
                  </a:lnTo>
                  <a:lnTo>
                    <a:pt x="3999795" y="410528"/>
                  </a:lnTo>
                  <a:lnTo>
                    <a:pt x="3960633" y="429048"/>
                  </a:lnTo>
                  <a:lnTo>
                    <a:pt x="3918611" y="439571"/>
                  </a:lnTo>
                  <a:lnTo>
                    <a:pt x="3886199" y="44195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173479" y="3947159"/>
              <a:ext cx="4107179" cy="440690"/>
            </a:xfrm>
            <a:custGeom>
              <a:avLst/>
              <a:gdLst/>
              <a:ahLst/>
              <a:cxnLst/>
              <a:rect l="l" t="t" r="r" b="b"/>
              <a:pathLst>
                <a:path w="4107179" h="440689">
                  <a:moveTo>
                    <a:pt x="3907859" y="440690"/>
                  </a:moveTo>
                  <a:lnTo>
                    <a:pt x="199319" y="440690"/>
                  </a:lnTo>
                  <a:lnTo>
                    <a:pt x="188568" y="439420"/>
                  </a:lnTo>
                  <a:lnTo>
                    <a:pt x="126486" y="420370"/>
                  </a:lnTo>
                  <a:lnTo>
                    <a:pt x="89330" y="397510"/>
                  </a:lnTo>
                  <a:lnTo>
                    <a:pt x="72587" y="383540"/>
                  </a:lnTo>
                  <a:lnTo>
                    <a:pt x="64723" y="377190"/>
                  </a:lnTo>
                  <a:lnTo>
                    <a:pt x="57234" y="368300"/>
                  </a:lnTo>
                  <a:lnTo>
                    <a:pt x="50158" y="360680"/>
                  </a:lnTo>
                  <a:lnTo>
                    <a:pt x="43493" y="351790"/>
                  </a:lnTo>
                  <a:lnTo>
                    <a:pt x="21220" y="314960"/>
                  </a:lnTo>
                  <a:lnTo>
                    <a:pt x="6624" y="274320"/>
                  </a:lnTo>
                  <a:lnTo>
                    <a:pt x="265" y="231140"/>
                  </a:lnTo>
                  <a:lnTo>
                    <a:pt x="0" y="219710"/>
                  </a:lnTo>
                  <a:lnTo>
                    <a:pt x="165" y="213360"/>
                  </a:lnTo>
                  <a:lnTo>
                    <a:pt x="265" y="209550"/>
                  </a:lnTo>
                  <a:lnTo>
                    <a:pt x="6624" y="166370"/>
                  </a:lnTo>
                  <a:lnTo>
                    <a:pt x="21220" y="125730"/>
                  </a:lnTo>
                  <a:lnTo>
                    <a:pt x="43493" y="88900"/>
                  </a:lnTo>
                  <a:lnTo>
                    <a:pt x="57234" y="72390"/>
                  </a:lnTo>
                  <a:lnTo>
                    <a:pt x="64723" y="63500"/>
                  </a:lnTo>
                  <a:lnTo>
                    <a:pt x="72587" y="57150"/>
                  </a:lnTo>
                  <a:lnTo>
                    <a:pt x="80790" y="49530"/>
                  </a:lnTo>
                  <a:lnTo>
                    <a:pt x="89330" y="43180"/>
                  </a:lnTo>
                  <a:lnTo>
                    <a:pt x="126486" y="20320"/>
                  </a:lnTo>
                  <a:lnTo>
                    <a:pt x="188568" y="1270"/>
                  </a:lnTo>
                  <a:lnTo>
                    <a:pt x="199319" y="0"/>
                  </a:lnTo>
                  <a:lnTo>
                    <a:pt x="3907859" y="0"/>
                  </a:lnTo>
                  <a:lnTo>
                    <a:pt x="3918611" y="1270"/>
                  </a:lnTo>
                  <a:lnTo>
                    <a:pt x="3939906" y="6350"/>
                  </a:lnTo>
                  <a:lnTo>
                    <a:pt x="220979" y="6350"/>
                  </a:lnTo>
                  <a:lnTo>
                    <a:pt x="213992" y="7620"/>
                  </a:lnTo>
                  <a:lnTo>
                    <a:pt x="207021" y="7620"/>
                  </a:lnTo>
                  <a:lnTo>
                    <a:pt x="193112" y="8890"/>
                  </a:lnTo>
                  <a:lnTo>
                    <a:pt x="165731" y="13970"/>
                  </a:lnTo>
                  <a:lnTo>
                    <a:pt x="152357" y="17780"/>
                  </a:lnTo>
                  <a:lnTo>
                    <a:pt x="132874" y="25400"/>
                  </a:lnTo>
                  <a:lnTo>
                    <a:pt x="126565" y="29210"/>
                  </a:lnTo>
                  <a:lnTo>
                    <a:pt x="114240" y="35560"/>
                  </a:lnTo>
                  <a:lnTo>
                    <a:pt x="80224" y="59690"/>
                  </a:lnTo>
                  <a:lnTo>
                    <a:pt x="51617" y="90170"/>
                  </a:lnTo>
                  <a:lnTo>
                    <a:pt x="47459" y="96520"/>
                  </a:lnTo>
                  <a:lnTo>
                    <a:pt x="39695" y="107950"/>
                  </a:lnTo>
                  <a:lnTo>
                    <a:pt x="21186" y="144780"/>
                  </a:lnTo>
                  <a:lnTo>
                    <a:pt x="10356" y="185420"/>
                  </a:lnTo>
                  <a:lnTo>
                    <a:pt x="7620" y="213360"/>
                  </a:lnTo>
                  <a:lnTo>
                    <a:pt x="7620" y="227330"/>
                  </a:lnTo>
                  <a:lnTo>
                    <a:pt x="13082" y="269240"/>
                  </a:lnTo>
                  <a:lnTo>
                    <a:pt x="26535" y="308610"/>
                  </a:lnTo>
                  <a:lnTo>
                    <a:pt x="39695" y="332740"/>
                  </a:lnTo>
                  <a:lnTo>
                    <a:pt x="47459" y="344170"/>
                  </a:lnTo>
                  <a:lnTo>
                    <a:pt x="75052" y="375920"/>
                  </a:lnTo>
                  <a:lnTo>
                    <a:pt x="108253" y="401320"/>
                  </a:lnTo>
                  <a:lnTo>
                    <a:pt x="126565" y="411480"/>
                  </a:lnTo>
                  <a:lnTo>
                    <a:pt x="132874" y="415290"/>
                  </a:lnTo>
                  <a:lnTo>
                    <a:pt x="152357" y="422910"/>
                  </a:lnTo>
                  <a:lnTo>
                    <a:pt x="165731" y="426720"/>
                  </a:lnTo>
                  <a:lnTo>
                    <a:pt x="193112" y="431800"/>
                  </a:lnTo>
                  <a:lnTo>
                    <a:pt x="207021" y="433070"/>
                  </a:lnTo>
                  <a:lnTo>
                    <a:pt x="3945126" y="433070"/>
                  </a:lnTo>
                  <a:lnTo>
                    <a:pt x="3918611" y="439420"/>
                  </a:lnTo>
                  <a:lnTo>
                    <a:pt x="3907859" y="440690"/>
                  </a:lnTo>
                  <a:close/>
                </a:path>
                <a:path w="4107179" h="440689">
                  <a:moveTo>
                    <a:pt x="3945126" y="433070"/>
                  </a:moveTo>
                  <a:lnTo>
                    <a:pt x="3900158" y="433070"/>
                  </a:lnTo>
                  <a:lnTo>
                    <a:pt x="3914067" y="431800"/>
                  </a:lnTo>
                  <a:lnTo>
                    <a:pt x="3941448" y="426720"/>
                  </a:lnTo>
                  <a:lnTo>
                    <a:pt x="3954822" y="422910"/>
                  </a:lnTo>
                  <a:lnTo>
                    <a:pt x="3974304" y="415290"/>
                  </a:lnTo>
                  <a:lnTo>
                    <a:pt x="3980614" y="411480"/>
                  </a:lnTo>
                  <a:lnTo>
                    <a:pt x="3992939" y="405130"/>
                  </a:lnTo>
                  <a:lnTo>
                    <a:pt x="4026955" y="381000"/>
                  </a:lnTo>
                  <a:lnTo>
                    <a:pt x="4055562" y="350520"/>
                  </a:lnTo>
                  <a:lnTo>
                    <a:pt x="4059719" y="344170"/>
                  </a:lnTo>
                  <a:lnTo>
                    <a:pt x="4067484" y="332740"/>
                  </a:lnTo>
                  <a:lnTo>
                    <a:pt x="4085992" y="295910"/>
                  </a:lnTo>
                  <a:lnTo>
                    <a:pt x="4096823" y="255270"/>
                  </a:lnTo>
                  <a:lnTo>
                    <a:pt x="4099560" y="227330"/>
                  </a:lnTo>
                  <a:lnTo>
                    <a:pt x="4099560" y="213360"/>
                  </a:lnTo>
                  <a:lnTo>
                    <a:pt x="4094096" y="171450"/>
                  </a:lnTo>
                  <a:lnTo>
                    <a:pt x="4080644" y="132080"/>
                  </a:lnTo>
                  <a:lnTo>
                    <a:pt x="4067484" y="107950"/>
                  </a:lnTo>
                  <a:lnTo>
                    <a:pt x="4059719" y="96520"/>
                  </a:lnTo>
                  <a:lnTo>
                    <a:pt x="4032127" y="64770"/>
                  </a:lnTo>
                  <a:lnTo>
                    <a:pt x="3998926" y="39370"/>
                  </a:lnTo>
                  <a:lnTo>
                    <a:pt x="3980614" y="29210"/>
                  </a:lnTo>
                  <a:lnTo>
                    <a:pt x="3974304" y="25400"/>
                  </a:lnTo>
                  <a:lnTo>
                    <a:pt x="3914067" y="8890"/>
                  </a:lnTo>
                  <a:lnTo>
                    <a:pt x="220979" y="6350"/>
                  </a:lnTo>
                  <a:lnTo>
                    <a:pt x="3939906" y="6350"/>
                  </a:lnTo>
                  <a:lnTo>
                    <a:pt x="3980693" y="20320"/>
                  </a:lnTo>
                  <a:lnTo>
                    <a:pt x="4017848" y="43180"/>
                  </a:lnTo>
                  <a:lnTo>
                    <a:pt x="4034591" y="57150"/>
                  </a:lnTo>
                  <a:lnTo>
                    <a:pt x="4042456" y="63500"/>
                  </a:lnTo>
                  <a:lnTo>
                    <a:pt x="4049944" y="72390"/>
                  </a:lnTo>
                  <a:lnTo>
                    <a:pt x="4057021" y="80010"/>
                  </a:lnTo>
                  <a:lnTo>
                    <a:pt x="4063685" y="88900"/>
                  </a:lnTo>
                  <a:lnTo>
                    <a:pt x="4085958" y="125730"/>
                  </a:lnTo>
                  <a:lnTo>
                    <a:pt x="4100555" y="166370"/>
                  </a:lnTo>
                  <a:lnTo>
                    <a:pt x="4106914" y="209550"/>
                  </a:lnTo>
                  <a:lnTo>
                    <a:pt x="4107179" y="219710"/>
                  </a:lnTo>
                  <a:lnTo>
                    <a:pt x="4107002" y="227330"/>
                  </a:lnTo>
                  <a:lnTo>
                    <a:pt x="4106914" y="231140"/>
                  </a:lnTo>
                  <a:lnTo>
                    <a:pt x="4100555" y="274320"/>
                  </a:lnTo>
                  <a:lnTo>
                    <a:pt x="4085958" y="314960"/>
                  </a:lnTo>
                  <a:lnTo>
                    <a:pt x="4063685" y="351790"/>
                  </a:lnTo>
                  <a:lnTo>
                    <a:pt x="4049944" y="368300"/>
                  </a:lnTo>
                  <a:lnTo>
                    <a:pt x="4042456" y="377190"/>
                  </a:lnTo>
                  <a:lnTo>
                    <a:pt x="4034591" y="383540"/>
                  </a:lnTo>
                  <a:lnTo>
                    <a:pt x="4026389" y="391160"/>
                  </a:lnTo>
                  <a:lnTo>
                    <a:pt x="4017848" y="397510"/>
                  </a:lnTo>
                  <a:lnTo>
                    <a:pt x="3980693" y="420370"/>
                  </a:lnTo>
                  <a:lnTo>
                    <a:pt x="3950347" y="431800"/>
                  </a:lnTo>
                  <a:lnTo>
                    <a:pt x="3945126" y="43307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2120423" y="4061536"/>
            <a:ext cx="2217420" cy="1841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000" b="1">
                <a:solidFill>
                  <a:srgbClr val="1754B9"/>
                </a:solidFill>
                <a:latin typeface="Georgia"/>
                <a:cs typeface="Georgia"/>
              </a:rPr>
              <a:t>05</a:t>
            </a:r>
            <a:r>
              <a:rPr dirty="0" sz="1000" spc="215" b="1">
                <a:solidFill>
                  <a:srgbClr val="1754B9"/>
                </a:solidFill>
                <a:latin typeface="Georgia"/>
                <a:cs typeface="Georgia"/>
              </a:rPr>
              <a:t>  </a:t>
            </a:r>
            <a:r>
              <a:rPr dirty="0" sz="1000">
                <a:solidFill>
                  <a:srgbClr val="FFFFFF"/>
                </a:solidFill>
                <a:latin typeface="Microsoft Sans Serif"/>
                <a:cs typeface="Microsoft Sans Serif"/>
              </a:rPr>
              <a:t>¿Por</a:t>
            </a:r>
            <a:r>
              <a:rPr dirty="0" sz="1000" spc="-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75">
                <a:solidFill>
                  <a:srgbClr val="FFFFFF"/>
                </a:solidFill>
                <a:latin typeface="Microsoft Sans Serif"/>
                <a:cs typeface="Microsoft Sans Serif"/>
              </a:rPr>
              <a:t>qué</a:t>
            </a:r>
            <a:r>
              <a:rPr dirty="0" sz="1000" spc="-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50">
                <a:solidFill>
                  <a:srgbClr val="FFFFFF"/>
                </a:solidFill>
                <a:latin typeface="Microsoft Sans Serif"/>
                <a:cs typeface="Microsoft Sans Serif"/>
              </a:rPr>
              <a:t>tokenizar</a:t>
            </a:r>
            <a:r>
              <a:rPr dirty="0" sz="10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65">
                <a:solidFill>
                  <a:srgbClr val="FFFFFF"/>
                </a:solidFill>
                <a:latin typeface="Microsoft Sans Serif"/>
                <a:cs typeface="Microsoft Sans Serif"/>
              </a:rPr>
              <a:t>tus</a:t>
            </a:r>
            <a:r>
              <a:rPr dirty="0" sz="1000" spc="-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Microsoft Sans Serif"/>
                <a:cs typeface="Microsoft Sans Serif"/>
              </a:rPr>
              <a:t>activos?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402579" y="3947159"/>
            <a:ext cx="4114800" cy="441959"/>
            <a:chOff x="5402579" y="3947159"/>
            <a:chExt cx="4114800" cy="441959"/>
          </a:xfrm>
        </p:grpSpPr>
        <p:sp>
          <p:nvSpPr>
            <p:cNvPr id="25" name="object 25"/>
            <p:cNvSpPr/>
            <p:nvPr/>
          </p:nvSpPr>
          <p:spPr>
            <a:xfrm>
              <a:off x="5402579" y="3947159"/>
              <a:ext cx="4114800" cy="441959"/>
            </a:xfrm>
            <a:custGeom>
              <a:avLst/>
              <a:gdLst/>
              <a:ahLst/>
              <a:cxnLst/>
              <a:rect l="l" t="t" r="r" b="b"/>
              <a:pathLst>
                <a:path w="4114800" h="441960">
                  <a:moveTo>
                    <a:pt x="3893819" y="441959"/>
                  </a:moveTo>
                  <a:lnTo>
                    <a:pt x="220979" y="441959"/>
                  </a:lnTo>
                  <a:lnTo>
                    <a:pt x="210123" y="441694"/>
                  </a:lnTo>
                  <a:lnTo>
                    <a:pt x="167273" y="435335"/>
                  </a:lnTo>
                  <a:lnTo>
                    <a:pt x="126486" y="420739"/>
                  </a:lnTo>
                  <a:lnTo>
                    <a:pt x="89330" y="398466"/>
                  </a:lnTo>
                  <a:lnTo>
                    <a:pt x="57234" y="369372"/>
                  </a:lnTo>
                  <a:lnTo>
                    <a:pt x="31431" y="334575"/>
                  </a:lnTo>
                  <a:lnTo>
                    <a:pt x="12911" y="295413"/>
                  </a:lnTo>
                  <a:lnTo>
                    <a:pt x="2388" y="253391"/>
                  </a:lnTo>
                  <a:lnTo>
                    <a:pt x="0" y="220979"/>
                  </a:lnTo>
                  <a:lnTo>
                    <a:pt x="265" y="210123"/>
                  </a:lnTo>
                  <a:lnTo>
                    <a:pt x="6624" y="167273"/>
                  </a:lnTo>
                  <a:lnTo>
                    <a:pt x="21220" y="126486"/>
                  </a:lnTo>
                  <a:lnTo>
                    <a:pt x="43493" y="89330"/>
                  </a:lnTo>
                  <a:lnTo>
                    <a:pt x="72587" y="57234"/>
                  </a:lnTo>
                  <a:lnTo>
                    <a:pt x="107384" y="31431"/>
                  </a:lnTo>
                  <a:lnTo>
                    <a:pt x="146545" y="12911"/>
                  </a:lnTo>
                  <a:lnTo>
                    <a:pt x="188568" y="2388"/>
                  </a:lnTo>
                  <a:lnTo>
                    <a:pt x="220979" y="0"/>
                  </a:lnTo>
                  <a:lnTo>
                    <a:pt x="3893819" y="0"/>
                  </a:lnTo>
                  <a:lnTo>
                    <a:pt x="3936930" y="4246"/>
                  </a:lnTo>
                  <a:lnTo>
                    <a:pt x="3978384" y="16821"/>
                  </a:lnTo>
                  <a:lnTo>
                    <a:pt x="4016589" y="37241"/>
                  </a:lnTo>
                  <a:lnTo>
                    <a:pt x="4050076" y="64723"/>
                  </a:lnTo>
                  <a:lnTo>
                    <a:pt x="4077557" y="98210"/>
                  </a:lnTo>
                  <a:lnTo>
                    <a:pt x="4097978" y="136414"/>
                  </a:lnTo>
                  <a:lnTo>
                    <a:pt x="4110553" y="177868"/>
                  </a:lnTo>
                  <a:lnTo>
                    <a:pt x="4114799" y="220979"/>
                  </a:lnTo>
                  <a:lnTo>
                    <a:pt x="4114534" y="231836"/>
                  </a:lnTo>
                  <a:lnTo>
                    <a:pt x="4108175" y="274686"/>
                  </a:lnTo>
                  <a:lnTo>
                    <a:pt x="4093578" y="315473"/>
                  </a:lnTo>
                  <a:lnTo>
                    <a:pt x="4071305" y="352629"/>
                  </a:lnTo>
                  <a:lnTo>
                    <a:pt x="4042211" y="384725"/>
                  </a:lnTo>
                  <a:lnTo>
                    <a:pt x="4007415" y="410528"/>
                  </a:lnTo>
                  <a:lnTo>
                    <a:pt x="3968253" y="429048"/>
                  </a:lnTo>
                  <a:lnTo>
                    <a:pt x="3926231" y="439571"/>
                  </a:lnTo>
                  <a:lnTo>
                    <a:pt x="3893819" y="44195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5402579" y="3947159"/>
              <a:ext cx="4114800" cy="440690"/>
            </a:xfrm>
            <a:custGeom>
              <a:avLst/>
              <a:gdLst/>
              <a:ahLst/>
              <a:cxnLst/>
              <a:rect l="l" t="t" r="r" b="b"/>
              <a:pathLst>
                <a:path w="4114800" h="440689">
                  <a:moveTo>
                    <a:pt x="3915479" y="440690"/>
                  </a:moveTo>
                  <a:lnTo>
                    <a:pt x="199319" y="440690"/>
                  </a:lnTo>
                  <a:lnTo>
                    <a:pt x="188568" y="439420"/>
                  </a:lnTo>
                  <a:lnTo>
                    <a:pt x="126486" y="420370"/>
                  </a:lnTo>
                  <a:lnTo>
                    <a:pt x="89330" y="397510"/>
                  </a:lnTo>
                  <a:lnTo>
                    <a:pt x="72587" y="383540"/>
                  </a:lnTo>
                  <a:lnTo>
                    <a:pt x="64723" y="377190"/>
                  </a:lnTo>
                  <a:lnTo>
                    <a:pt x="57234" y="368300"/>
                  </a:lnTo>
                  <a:lnTo>
                    <a:pt x="50158" y="360680"/>
                  </a:lnTo>
                  <a:lnTo>
                    <a:pt x="43493" y="351790"/>
                  </a:lnTo>
                  <a:lnTo>
                    <a:pt x="21220" y="314960"/>
                  </a:lnTo>
                  <a:lnTo>
                    <a:pt x="6624" y="274320"/>
                  </a:lnTo>
                  <a:lnTo>
                    <a:pt x="265" y="231140"/>
                  </a:lnTo>
                  <a:lnTo>
                    <a:pt x="0" y="219710"/>
                  </a:lnTo>
                  <a:lnTo>
                    <a:pt x="165" y="213360"/>
                  </a:lnTo>
                  <a:lnTo>
                    <a:pt x="265" y="209550"/>
                  </a:lnTo>
                  <a:lnTo>
                    <a:pt x="6624" y="166370"/>
                  </a:lnTo>
                  <a:lnTo>
                    <a:pt x="21220" y="125730"/>
                  </a:lnTo>
                  <a:lnTo>
                    <a:pt x="43493" y="88900"/>
                  </a:lnTo>
                  <a:lnTo>
                    <a:pt x="57234" y="72390"/>
                  </a:lnTo>
                  <a:lnTo>
                    <a:pt x="64723" y="63500"/>
                  </a:lnTo>
                  <a:lnTo>
                    <a:pt x="72587" y="57150"/>
                  </a:lnTo>
                  <a:lnTo>
                    <a:pt x="80790" y="49530"/>
                  </a:lnTo>
                  <a:lnTo>
                    <a:pt x="89330" y="43180"/>
                  </a:lnTo>
                  <a:lnTo>
                    <a:pt x="126486" y="20320"/>
                  </a:lnTo>
                  <a:lnTo>
                    <a:pt x="188568" y="1270"/>
                  </a:lnTo>
                  <a:lnTo>
                    <a:pt x="199319" y="0"/>
                  </a:lnTo>
                  <a:lnTo>
                    <a:pt x="3915479" y="0"/>
                  </a:lnTo>
                  <a:lnTo>
                    <a:pt x="3926231" y="1270"/>
                  </a:lnTo>
                  <a:lnTo>
                    <a:pt x="3947526" y="6350"/>
                  </a:lnTo>
                  <a:lnTo>
                    <a:pt x="220979" y="6350"/>
                  </a:lnTo>
                  <a:lnTo>
                    <a:pt x="213992" y="7620"/>
                  </a:lnTo>
                  <a:lnTo>
                    <a:pt x="207021" y="7620"/>
                  </a:lnTo>
                  <a:lnTo>
                    <a:pt x="193112" y="8890"/>
                  </a:lnTo>
                  <a:lnTo>
                    <a:pt x="165731" y="13970"/>
                  </a:lnTo>
                  <a:lnTo>
                    <a:pt x="152357" y="17780"/>
                  </a:lnTo>
                  <a:lnTo>
                    <a:pt x="132874" y="25400"/>
                  </a:lnTo>
                  <a:lnTo>
                    <a:pt x="126565" y="29210"/>
                  </a:lnTo>
                  <a:lnTo>
                    <a:pt x="114240" y="35560"/>
                  </a:lnTo>
                  <a:lnTo>
                    <a:pt x="80224" y="59690"/>
                  </a:lnTo>
                  <a:lnTo>
                    <a:pt x="51617" y="90170"/>
                  </a:lnTo>
                  <a:lnTo>
                    <a:pt x="47459" y="96520"/>
                  </a:lnTo>
                  <a:lnTo>
                    <a:pt x="39695" y="107950"/>
                  </a:lnTo>
                  <a:lnTo>
                    <a:pt x="21186" y="144780"/>
                  </a:lnTo>
                  <a:lnTo>
                    <a:pt x="10356" y="185420"/>
                  </a:lnTo>
                  <a:lnTo>
                    <a:pt x="7619" y="213360"/>
                  </a:lnTo>
                  <a:lnTo>
                    <a:pt x="7619" y="227330"/>
                  </a:lnTo>
                  <a:lnTo>
                    <a:pt x="13082" y="269240"/>
                  </a:lnTo>
                  <a:lnTo>
                    <a:pt x="26535" y="308610"/>
                  </a:lnTo>
                  <a:lnTo>
                    <a:pt x="39695" y="332740"/>
                  </a:lnTo>
                  <a:lnTo>
                    <a:pt x="47459" y="344170"/>
                  </a:lnTo>
                  <a:lnTo>
                    <a:pt x="75052" y="375920"/>
                  </a:lnTo>
                  <a:lnTo>
                    <a:pt x="108253" y="401320"/>
                  </a:lnTo>
                  <a:lnTo>
                    <a:pt x="126565" y="411480"/>
                  </a:lnTo>
                  <a:lnTo>
                    <a:pt x="132874" y="415290"/>
                  </a:lnTo>
                  <a:lnTo>
                    <a:pt x="152357" y="422910"/>
                  </a:lnTo>
                  <a:lnTo>
                    <a:pt x="165731" y="426720"/>
                  </a:lnTo>
                  <a:lnTo>
                    <a:pt x="193112" y="431800"/>
                  </a:lnTo>
                  <a:lnTo>
                    <a:pt x="207021" y="433070"/>
                  </a:lnTo>
                  <a:lnTo>
                    <a:pt x="3952746" y="433070"/>
                  </a:lnTo>
                  <a:lnTo>
                    <a:pt x="3926231" y="439420"/>
                  </a:lnTo>
                  <a:lnTo>
                    <a:pt x="3915479" y="440690"/>
                  </a:lnTo>
                  <a:close/>
                </a:path>
                <a:path w="4114800" h="440689">
                  <a:moveTo>
                    <a:pt x="3952746" y="433070"/>
                  </a:moveTo>
                  <a:lnTo>
                    <a:pt x="3907778" y="433070"/>
                  </a:lnTo>
                  <a:lnTo>
                    <a:pt x="3921686" y="431800"/>
                  </a:lnTo>
                  <a:lnTo>
                    <a:pt x="3949068" y="426720"/>
                  </a:lnTo>
                  <a:lnTo>
                    <a:pt x="3962441" y="422910"/>
                  </a:lnTo>
                  <a:lnTo>
                    <a:pt x="3981924" y="415290"/>
                  </a:lnTo>
                  <a:lnTo>
                    <a:pt x="3988234" y="411480"/>
                  </a:lnTo>
                  <a:lnTo>
                    <a:pt x="4000559" y="405130"/>
                  </a:lnTo>
                  <a:lnTo>
                    <a:pt x="4034575" y="381000"/>
                  </a:lnTo>
                  <a:lnTo>
                    <a:pt x="4063181" y="350520"/>
                  </a:lnTo>
                  <a:lnTo>
                    <a:pt x="4067339" y="344170"/>
                  </a:lnTo>
                  <a:lnTo>
                    <a:pt x="4075104" y="332740"/>
                  </a:lnTo>
                  <a:lnTo>
                    <a:pt x="4093612" y="295910"/>
                  </a:lnTo>
                  <a:lnTo>
                    <a:pt x="4104443" y="255270"/>
                  </a:lnTo>
                  <a:lnTo>
                    <a:pt x="4107180" y="227330"/>
                  </a:lnTo>
                  <a:lnTo>
                    <a:pt x="4107180" y="213360"/>
                  </a:lnTo>
                  <a:lnTo>
                    <a:pt x="4101716" y="171450"/>
                  </a:lnTo>
                  <a:lnTo>
                    <a:pt x="4088264" y="132080"/>
                  </a:lnTo>
                  <a:lnTo>
                    <a:pt x="4075104" y="107950"/>
                  </a:lnTo>
                  <a:lnTo>
                    <a:pt x="4067339" y="96520"/>
                  </a:lnTo>
                  <a:lnTo>
                    <a:pt x="4039746" y="64770"/>
                  </a:lnTo>
                  <a:lnTo>
                    <a:pt x="4006546" y="39370"/>
                  </a:lnTo>
                  <a:lnTo>
                    <a:pt x="3988234" y="29210"/>
                  </a:lnTo>
                  <a:lnTo>
                    <a:pt x="3981924" y="25400"/>
                  </a:lnTo>
                  <a:lnTo>
                    <a:pt x="3921686" y="8890"/>
                  </a:lnTo>
                  <a:lnTo>
                    <a:pt x="220979" y="6350"/>
                  </a:lnTo>
                  <a:lnTo>
                    <a:pt x="3947526" y="6350"/>
                  </a:lnTo>
                  <a:lnTo>
                    <a:pt x="3988313" y="20320"/>
                  </a:lnTo>
                  <a:lnTo>
                    <a:pt x="4025468" y="43180"/>
                  </a:lnTo>
                  <a:lnTo>
                    <a:pt x="4042211" y="57150"/>
                  </a:lnTo>
                  <a:lnTo>
                    <a:pt x="4050076" y="63500"/>
                  </a:lnTo>
                  <a:lnTo>
                    <a:pt x="4057564" y="72390"/>
                  </a:lnTo>
                  <a:lnTo>
                    <a:pt x="4064641" y="80010"/>
                  </a:lnTo>
                  <a:lnTo>
                    <a:pt x="4071305" y="88900"/>
                  </a:lnTo>
                  <a:lnTo>
                    <a:pt x="4093578" y="125730"/>
                  </a:lnTo>
                  <a:lnTo>
                    <a:pt x="4108175" y="166370"/>
                  </a:lnTo>
                  <a:lnTo>
                    <a:pt x="4114534" y="209550"/>
                  </a:lnTo>
                  <a:lnTo>
                    <a:pt x="4114799" y="219710"/>
                  </a:lnTo>
                  <a:lnTo>
                    <a:pt x="4114622" y="227330"/>
                  </a:lnTo>
                  <a:lnTo>
                    <a:pt x="4108175" y="274320"/>
                  </a:lnTo>
                  <a:lnTo>
                    <a:pt x="4093578" y="314960"/>
                  </a:lnTo>
                  <a:lnTo>
                    <a:pt x="4071305" y="351790"/>
                  </a:lnTo>
                  <a:lnTo>
                    <a:pt x="4057564" y="368300"/>
                  </a:lnTo>
                  <a:lnTo>
                    <a:pt x="4050076" y="377190"/>
                  </a:lnTo>
                  <a:lnTo>
                    <a:pt x="4042211" y="383540"/>
                  </a:lnTo>
                  <a:lnTo>
                    <a:pt x="4034009" y="391160"/>
                  </a:lnTo>
                  <a:lnTo>
                    <a:pt x="4025468" y="397510"/>
                  </a:lnTo>
                  <a:lnTo>
                    <a:pt x="3988313" y="420370"/>
                  </a:lnTo>
                  <a:lnTo>
                    <a:pt x="3957967" y="431800"/>
                  </a:lnTo>
                  <a:lnTo>
                    <a:pt x="3952746" y="43307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6531212" y="4061536"/>
            <a:ext cx="1856739" cy="1841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000" b="1">
                <a:solidFill>
                  <a:srgbClr val="1754B9"/>
                </a:solidFill>
                <a:latin typeface="Georgia"/>
                <a:cs typeface="Georgia"/>
              </a:rPr>
              <a:t>06</a:t>
            </a:r>
            <a:r>
              <a:rPr dirty="0" sz="1000" spc="225" b="1">
                <a:solidFill>
                  <a:srgbClr val="1754B9"/>
                </a:solidFill>
                <a:latin typeface="Georgia"/>
                <a:cs typeface="Georgia"/>
              </a:rPr>
              <a:t>  </a:t>
            </a:r>
            <a:r>
              <a:rPr dirty="0" sz="1000">
                <a:solidFill>
                  <a:srgbClr val="FFFFFF"/>
                </a:solidFill>
                <a:latin typeface="Microsoft Sans Serif"/>
                <a:cs typeface="Microsoft Sans Serif"/>
              </a:rPr>
              <a:t>¿Por </a:t>
            </a:r>
            <a:r>
              <a:rPr dirty="0" sz="1000" spc="75">
                <a:solidFill>
                  <a:srgbClr val="FFFFFF"/>
                </a:solidFill>
                <a:latin typeface="Microsoft Sans Serif"/>
                <a:cs typeface="Microsoft Sans Serif"/>
              </a:rPr>
              <a:t>qué</a:t>
            </a:r>
            <a:r>
              <a:rPr dirty="0" sz="10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50">
                <a:solidFill>
                  <a:srgbClr val="FFFFFF"/>
                </a:solidFill>
                <a:latin typeface="Microsoft Sans Serif"/>
                <a:cs typeface="Microsoft Sans Serif"/>
              </a:rPr>
              <a:t>con</a:t>
            </a:r>
            <a:r>
              <a:rPr dirty="0" sz="1000" spc="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FFFFFF"/>
                </a:solidFill>
                <a:latin typeface="Microsoft Sans Serif"/>
                <a:cs typeface="Microsoft Sans Serif"/>
              </a:rPr>
              <a:t>Token</a:t>
            </a:r>
            <a:r>
              <a:rPr dirty="0" sz="1000" spc="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0">
                <a:solidFill>
                  <a:srgbClr val="FFFFFF"/>
                </a:solidFill>
                <a:latin typeface="Microsoft Sans Serif"/>
                <a:cs typeface="Microsoft Sans Serif"/>
              </a:rPr>
              <a:t>City?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173479" y="4511040"/>
            <a:ext cx="4107179" cy="441959"/>
            <a:chOff x="1173479" y="4511040"/>
            <a:chExt cx="4107179" cy="441959"/>
          </a:xfrm>
        </p:grpSpPr>
        <p:sp>
          <p:nvSpPr>
            <p:cNvPr id="29" name="object 29"/>
            <p:cNvSpPr/>
            <p:nvPr/>
          </p:nvSpPr>
          <p:spPr>
            <a:xfrm>
              <a:off x="1173479" y="4511040"/>
              <a:ext cx="4107179" cy="441959"/>
            </a:xfrm>
            <a:custGeom>
              <a:avLst/>
              <a:gdLst/>
              <a:ahLst/>
              <a:cxnLst/>
              <a:rect l="l" t="t" r="r" b="b"/>
              <a:pathLst>
                <a:path w="4107179" h="441960">
                  <a:moveTo>
                    <a:pt x="3886199" y="441959"/>
                  </a:moveTo>
                  <a:lnTo>
                    <a:pt x="220979" y="441959"/>
                  </a:lnTo>
                  <a:lnTo>
                    <a:pt x="210123" y="441694"/>
                  </a:lnTo>
                  <a:lnTo>
                    <a:pt x="167273" y="435335"/>
                  </a:lnTo>
                  <a:lnTo>
                    <a:pt x="126486" y="420739"/>
                  </a:lnTo>
                  <a:lnTo>
                    <a:pt x="89330" y="398466"/>
                  </a:lnTo>
                  <a:lnTo>
                    <a:pt x="57234" y="369372"/>
                  </a:lnTo>
                  <a:lnTo>
                    <a:pt x="31431" y="334575"/>
                  </a:lnTo>
                  <a:lnTo>
                    <a:pt x="12911" y="295414"/>
                  </a:lnTo>
                  <a:lnTo>
                    <a:pt x="2388" y="253391"/>
                  </a:lnTo>
                  <a:lnTo>
                    <a:pt x="0" y="220979"/>
                  </a:lnTo>
                  <a:lnTo>
                    <a:pt x="265" y="210123"/>
                  </a:lnTo>
                  <a:lnTo>
                    <a:pt x="6624" y="167273"/>
                  </a:lnTo>
                  <a:lnTo>
                    <a:pt x="21220" y="126486"/>
                  </a:lnTo>
                  <a:lnTo>
                    <a:pt x="43493" y="89330"/>
                  </a:lnTo>
                  <a:lnTo>
                    <a:pt x="72587" y="57234"/>
                  </a:lnTo>
                  <a:lnTo>
                    <a:pt x="107384" y="31431"/>
                  </a:lnTo>
                  <a:lnTo>
                    <a:pt x="146545" y="12911"/>
                  </a:lnTo>
                  <a:lnTo>
                    <a:pt x="188568" y="2388"/>
                  </a:lnTo>
                  <a:lnTo>
                    <a:pt x="220979" y="0"/>
                  </a:lnTo>
                  <a:lnTo>
                    <a:pt x="3886199" y="0"/>
                  </a:lnTo>
                  <a:lnTo>
                    <a:pt x="3929310" y="4246"/>
                  </a:lnTo>
                  <a:lnTo>
                    <a:pt x="3970764" y="16821"/>
                  </a:lnTo>
                  <a:lnTo>
                    <a:pt x="4008969" y="37241"/>
                  </a:lnTo>
                  <a:lnTo>
                    <a:pt x="4042456" y="64723"/>
                  </a:lnTo>
                  <a:lnTo>
                    <a:pt x="4069937" y="98210"/>
                  </a:lnTo>
                  <a:lnTo>
                    <a:pt x="4090358" y="136414"/>
                  </a:lnTo>
                  <a:lnTo>
                    <a:pt x="4102933" y="177868"/>
                  </a:lnTo>
                  <a:lnTo>
                    <a:pt x="4107179" y="220979"/>
                  </a:lnTo>
                  <a:lnTo>
                    <a:pt x="4106914" y="231836"/>
                  </a:lnTo>
                  <a:lnTo>
                    <a:pt x="4100554" y="274686"/>
                  </a:lnTo>
                  <a:lnTo>
                    <a:pt x="4085958" y="315473"/>
                  </a:lnTo>
                  <a:lnTo>
                    <a:pt x="4063685" y="352629"/>
                  </a:lnTo>
                  <a:lnTo>
                    <a:pt x="4034591" y="384725"/>
                  </a:lnTo>
                  <a:lnTo>
                    <a:pt x="3999795" y="410528"/>
                  </a:lnTo>
                  <a:lnTo>
                    <a:pt x="3960633" y="429048"/>
                  </a:lnTo>
                  <a:lnTo>
                    <a:pt x="3918611" y="439571"/>
                  </a:lnTo>
                  <a:lnTo>
                    <a:pt x="3886199" y="44195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173479" y="4511040"/>
              <a:ext cx="4107179" cy="440690"/>
            </a:xfrm>
            <a:custGeom>
              <a:avLst/>
              <a:gdLst/>
              <a:ahLst/>
              <a:cxnLst/>
              <a:rect l="l" t="t" r="r" b="b"/>
              <a:pathLst>
                <a:path w="4107179" h="440689">
                  <a:moveTo>
                    <a:pt x="3907859" y="440690"/>
                  </a:moveTo>
                  <a:lnTo>
                    <a:pt x="199319" y="440690"/>
                  </a:lnTo>
                  <a:lnTo>
                    <a:pt x="188568" y="439420"/>
                  </a:lnTo>
                  <a:lnTo>
                    <a:pt x="126486" y="420370"/>
                  </a:lnTo>
                  <a:lnTo>
                    <a:pt x="89330" y="397510"/>
                  </a:lnTo>
                  <a:lnTo>
                    <a:pt x="72587" y="383540"/>
                  </a:lnTo>
                  <a:lnTo>
                    <a:pt x="64723" y="377190"/>
                  </a:lnTo>
                  <a:lnTo>
                    <a:pt x="57234" y="368300"/>
                  </a:lnTo>
                  <a:lnTo>
                    <a:pt x="50158" y="360680"/>
                  </a:lnTo>
                  <a:lnTo>
                    <a:pt x="43493" y="351790"/>
                  </a:lnTo>
                  <a:lnTo>
                    <a:pt x="21220" y="314960"/>
                  </a:lnTo>
                  <a:lnTo>
                    <a:pt x="6624" y="274320"/>
                  </a:lnTo>
                  <a:lnTo>
                    <a:pt x="265" y="231140"/>
                  </a:lnTo>
                  <a:lnTo>
                    <a:pt x="0" y="219710"/>
                  </a:lnTo>
                  <a:lnTo>
                    <a:pt x="165" y="213360"/>
                  </a:lnTo>
                  <a:lnTo>
                    <a:pt x="265" y="209550"/>
                  </a:lnTo>
                  <a:lnTo>
                    <a:pt x="6624" y="166370"/>
                  </a:lnTo>
                  <a:lnTo>
                    <a:pt x="21220" y="125730"/>
                  </a:lnTo>
                  <a:lnTo>
                    <a:pt x="43493" y="88900"/>
                  </a:lnTo>
                  <a:lnTo>
                    <a:pt x="57234" y="72390"/>
                  </a:lnTo>
                  <a:lnTo>
                    <a:pt x="64723" y="63500"/>
                  </a:lnTo>
                  <a:lnTo>
                    <a:pt x="72587" y="57150"/>
                  </a:lnTo>
                  <a:lnTo>
                    <a:pt x="80790" y="49530"/>
                  </a:lnTo>
                  <a:lnTo>
                    <a:pt x="89330" y="43180"/>
                  </a:lnTo>
                  <a:lnTo>
                    <a:pt x="126486" y="20320"/>
                  </a:lnTo>
                  <a:lnTo>
                    <a:pt x="188568" y="1270"/>
                  </a:lnTo>
                  <a:lnTo>
                    <a:pt x="199319" y="0"/>
                  </a:lnTo>
                  <a:lnTo>
                    <a:pt x="3907859" y="0"/>
                  </a:lnTo>
                  <a:lnTo>
                    <a:pt x="3918611" y="1270"/>
                  </a:lnTo>
                  <a:lnTo>
                    <a:pt x="3939906" y="6350"/>
                  </a:lnTo>
                  <a:lnTo>
                    <a:pt x="220979" y="6350"/>
                  </a:lnTo>
                  <a:lnTo>
                    <a:pt x="213992" y="7620"/>
                  </a:lnTo>
                  <a:lnTo>
                    <a:pt x="207021" y="7620"/>
                  </a:lnTo>
                  <a:lnTo>
                    <a:pt x="193112" y="8890"/>
                  </a:lnTo>
                  <a:lnTo>
                    <a:pt x="165731" y="13970"/>
                  </a:lnTo>
                  <a:lnTo>
                    <a:pt x="152357" y="17780"/>
                  </a:lnTo>
                  <a:lnTo>
                    <a:pt x="132874" y="25400"/>
                  </a:lnTo>
                  <a:lnTo>
                    <a:pt x="126565" y="29210"/>
                  </a:lnTo>
                  <a:lnTo>
                    <a:pt x="114240" y="35560"/>
                  </a:lnTo>
                  <a:lnTo>
                    <a:pt x="80224" y="59690"/>
                  </a:lnTo>
                  <a:lnTo>
                    <a:pt x="51617" y="90170"/>
                  </a:lnTo>
                  <a:lnTo>
                    <a:pt x="47459" y="96520"/>
                  </a:lnTo>
                  <a:lnTo>
                    <a:pt x="39695" y="107950"/>
                  </a:lnTo>
                  <a:lnTo>
                    <a:pt x="21186" y="144780"/>
                  </a:lnTo>
                  <a:lnTo>
                    <a:pt x="10356" y="185420"/>
                  </a:lnTo>
                  <a:lnTo>
                    <a:pt x="7620" y="213360"/>
                  </a:lnTo>
                  <a:lnTo>
                    <a:pt x="7620" y="227330"/>
                  </a:lnTo>
                  <a:lnTo>
                    <a:pt x="13082" y="269240"/>
                  </a:lnTo>
                  <a:lnTo>
                    <a:pt x="26535" y="308610"/>
                  </a:lnTo>
                  <a:lnTo>
                    <a:pt x="39695" y="332740"/>
                  </a:lnTo>
                  <a:lnTo>
                    <a:pt x="47459" y="344170"/>
                  </a:lnTo>
                  <a:lnTo>
                    <a:pt x="75052" y="375920"/>
                  </a:lnTo>
                  <a:lnTo>
                    <a:pt x="108253" y="401320"/>
                  </a:lnTo>
                  <a:lnTo>
                    <a:pt x="126565" y="411480"/>
                  </a:lnTo>
                  <a:lnTo>
                    <a:pt x="132874" y="415290"/>
                  </a:lnTo>
                  <a:lnTo>
                    <a:pt x="152357" y="422910"/>
                  </a:lnTo>
                  <a:lnTo>
                    <a:pt x="165731" y="426720"/>
                  </a:lnTo>
                  <a:lnTo>
                    <a:pt x="193112" y="431800"/>
                  </a:lnTo>
                  <a:lnTo>
                    <a:pt x="207021" y="433070"/>
                  </a:lnTo>
                  <a:lnTo>
                    <a:pt x="3945126" y="433070"/>
                  </a:lnTo>
                  <a:lnTo>
                    <a:pt x="3918611" y="439420"/>
                  </a:lnTo>
                  <a:lnTo>
                    <a:pt x="3907859" y="440690"/>
                  </a:lnTo>
                  <a:close/>
                </a:path>
                <a:path w="4107179" h="440689">
                  <a:moveTo>
                    <a:pt x="3945126" y="433070"/>
                  </a:moveTo>
                  <a:lnTo>
                    <a:pt x="3900158" y="433070"/>
                  </a:lnTo>
                  <a:lnTo>
                    <a:pt x="3914067" y="431800"/>
                  </a:lnTo>
                  <a:lnTo>
                    <a:pt x="3941448" y="426720"/>
                  </a:lnTo>
                  <a:lnTo>
                    <a:pt x="3954822" y="422910"/>
                  </a:lnTo>
                  <a:lnTo>
                    <a:pt x="3974304" y="415290"/>
                  </a:lnTo>
                  <a:lnTo>
                    <a:pt x="3980614" y="411480"/>
                  </a:lnTo>
                  <a:lnTo>
                    <a:pt x="3992939" y="405130"/>
                  </a:lnTo>
                  <a:lnTo>
                    <a:pt x="4026955" y="381000"/>
                  </a:lnTo>
                  <a:lnTo>
                    <a:pt x="4055562" y="350520"/>
                  </a:lnTo>
                  <a:lnTo>
                    <a:pt x="4059719" y="344170"/>
                  </a:lnTo>
                  <a:lnTo>
                    <a:pt x="4067484" y="332740"/>
                  </a:lnTo>
                  <a:lnTo>
                    <a:pt x="4085992" y="295910"/>
                  </a:lnTo>
                  <a:lnTo>
                    <a:pt x="4096823" y="255270"/>
                  </a:lnTo>
                  <a:lnTo>
                    <a:pt x="4099560" y="227330"/>
                  </a:lnTo>
                  <a:lnTo>
                    <a:pt x="4099560" y="213360"/>
                  </a:lnTo>
                  <a:lnTo>
                    <a:pt x="4094096" y="171450"/>
                  </a:lnTo>
                  <a:lnTo>
                    <a:pt x="4080644" y="132080"/>
                  </a:lnTo>
                  <a:lnTo>
                    <a:pt x="4067484" y="107950"/>
                  </a:lnTo>
                  <a:lnTo>
                    <a:pt x="4059719" y="96520"/>
                  </a:lnTo>
                  <a:lnTo>
                    <a:pt x="4032127" y="64770"/>
                  </a:lnTo>
                  <a:lnTo>
                    <a:pt x="3998926" y="39370"/>
                  </a:lnTo>
                  <a:lnTo>
                    <a:pt x="3980614" y="29210"/>
                  </a:lnTo>
                  <a:lnTo>
                    <a:pt x="3974304" y="25400"/>
                  </a:lnTo>
                  <a:lnTo>
                    <a:pt x="3914067" y="8890"/>
                  </a:lnTo>
                  <a:lnTo>
                    <a:pt x="220979" y="6350"/>
                  </a:lnTo>
                  <a:lnTo>
                    <a:pt x="3939906" y="6350"/>
                  </a:lnTo>
                  <a:lnTo>
                    <a:pt x="3980693" y="20320"/>
                  </a:lnTo>
                  <a:lnTo>
                    <a:pt x="4017848" y="43180"/>
                  </a:lnTo>
                  <a:lnTo>
                    <a:pt x="4034591" y="57150"/>
                  </a:lnTo>
                  <a:lnTo>
                    <a:pt x="4042456" y="63500"/>
                  </a:lnTo>
                  <a:lnTo>
                    <a:pt x="4049944" y="72390"/>
                  </a:lnTo>
                  <a:lnTo>
                    <a:pt x="4057021" y="80010"/>
                  </a:lnTo>
                  <a:lnTo>
                    <a:pt x="4063685" y="88900"/>
                  </a:lnTo>
                  <a:lnTo>
                    <a:pt x="4085958" y="125730"/>
                  </a:lnTo>
                  <a:lnTo>
                    <a:pt x="4100555" y="166370"/>
                  </a:lnTo>
                  <a:lnTo>
                    <a:pt x="4106914" y="209550"/>
                  </a:lnTo>
                  <a:lnTo>
                    <a:pt x="4107179" y="219710"/>
                  </a:lnTo>
                  <a:lnTo>
                    <a:pt x="4107002" y="227330"/>
                  </a:lnTo>
                  <a:lnTo>
                    <a:pt x="4100554" y="274320"/>
                  </a:lnTo>
                  <a:lnTo>
                    <a:pt x="4085958" y="314960"/>
                  </a:lnTo>
                  <a:lnTo>
                    <a:pt x="4063685" y="351790"/>
                  </a:lnTo>
                  <a:lnTo>
                    <a:pt x="4049944" y="368300"/>
                  </a:lnTo>
                  <a:lnTo>
                    <a:pt x="4042456" y="377190"/>
                  </a:lnTo>
                  <a:lnTo>
                    <a:pt x="4034591" y="383540"/>
                  </a:lnTo>
                  <a:lnTo>
                    <a:pt x="4026389" y="391160"/>
                  </a:lnTo>
                  <a:lnTo>
                    <a:pt x="4017848" y="397510"/>
                  </a:lnTo>
                  <a:lnTo>
                    <a:pt x="3980693" y="420370"/>
                  </a:lnTo>
                  <a:lnTo>
                    <a:pt x="3950347" y="431800"/>
                  </a:lnTo>
                  <a:lnTo>
                    <a:pt x="3945126" y="43307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2338784" y="4625417"/>
            <a:ext cx="1780539" cy="1841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000" spc="10" b="1">
                <a:solidFill>
                  <a:srgbClr val="1754B9"/>
                </a:solidFill>
                <a:latin typeface="Georgia"/>
                <a:cs typeface="Georgia"/>
              </a:rPr>
              <a:t>07</a:t>
            </a:r>
            <a:r>
              <a:rPr dirty="0" sz="1000" spc="275" b="1">
                <a:solidFill>
                  <a:srgbClr val="1754B9"/>
                </a:solidFill>
                <a:latin typeface="Georgia"/>
                <a:cs typeface="Georgia"/>
              </a:rPr>
              <a:t>  </a:t>
            </a:r>
            <a:r>
              <a:rPr dirty="0" sz="1000" spc="10">
                <a:solidFill>
                  <a:srgbClr val="FFFFFF"/>
                </a:solidFill>
                <a:latin typeface="Microsoft Sans Serif"/>
                <a:cs typeface="Microsoft Sans Serif"/>
              </a:rPr>
              <a:t>¿Qué</a:t>
            </a:r>
            <a:r>
              <a:rPr dirty="0" sz="1000" spc="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10">
                <a:solidFill>
                  <a:srgbClr val="FFFFFF"/>
                </a:solidFill>
                <a:latin typeface="Microsoft Sans Serif"/>
                <a:cs typeface="Microsoft Sans Serif"/>
              </a:rPr>
              <a:t>ofrece Token</a:t>
            </a:r>
            <a:r>
              <a:rPr dirty="0" sz="1000" spc="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0">
                <a:solidFill>
                  <a:srgbClr val="FFFFFF"/>
                </a:solidFill>
                <a:latin typeface="Microsoft Sans Serif"/>
                <a:cs typeface="Microsoft Sans Serif"/>
              </a:rPr>
              <a:t>City?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402579" y="4511040"/>
            <a:ext cx="4114800" cy="441959"/>
            <a:chOff x="5402579" y="4511040"/>
            <a:chExt cx="4114800" cy="441959"/>
          </a:xfrm>
        </p:grpSpPr>
        <p:sp>
          <p:nvSpPr>
            <p:cNvPr id="33" name="object 33"/>
            <p:cNvSpPr/>
            <p:nvPr/>
          </p:nvSpPr>
          <p:spPr>
            <a:xfrm>
              <a:off x="5402579" y="4511040"/>
              <a:ext cx="4114800" cy="441959"/>
            </a:xfrm>
            <a:custGeom>
              <a:avLst/>
              <a:gdLst/>
              <a:ahLst/>
              <a:cxnLst/>
              <a:rect l="l" t="t" r="r" b="b"/>
              <a:pathLst>
                <a:path w="4114800" h="441960">
                  <a:moveTo>
                    <a:pt x="3893819" y="441959"/>
                  </a:moveTo>
                  <a:lnTo>
                    <a:pt x="220979" y="441959"/>
                  </a:lnTo>
                  <a:lnTo>
                    <a:pt x="210123" y="441694"/>
                  </a:lnTo>
                  <a:lnTo>
                    <a:pt x="167273" y="435335"/>
                  </a:lnTo>
                  <a:lnTo>
                    <a:pt x="126486" y="420739"/>
                  </a:lnTo>
                  <a:lnTo>
                    <a:pt x="89330" y="398466"/>
                  </a:lnTo>
                  <a:lnTo>
                    <a:pt x="57234" y="369372"/>
                  </a:lnTo>
                  <a:lnTo>
                    <a:pt x="31431" y="334575"/>
                  </a:lnTo>
                  <a:lnTo>
                    <a:pt x="12911" y="295414"/>
                  </a:lnTo>
                  <a:lnTo>
                    <a:pt x="2388" y="253391"/>
                  </a:lnTo>
                  <a:lnTo>
                    <a:pt x="0" y="220979"/>
                  </a:lnTo>
                  <a:lnTo>
                    <a:pt x="265" y="210123"/>
                  </a:lnTo>
                  <a:lnTo>
                    <a:pt x="6624" y="167273"/>
                  </a:lnTo>
                  <a:lnTo>
                    <a:pt x="21220" y="126486"/>
                  </a:lnTo>
                  <a:lnTo>
                    <a:pt x="43493" y="89330"/>
                  </a:lnTo>
                  <a:lnTo>
                    <a:pt x="72587" y="57234"/>
                  </a:lnTo>
                  <a:lnTo>
                    <a:pt x="107384" y="31431"/>
                  </a:lnTo>
                  <a:lnTo>
                    <a:pt x="146545" y="12911"/>
                  </a:lnTo>
                  <a:lnTo>
                    <a:pt x="188568" y="2388"/>
                  </a:lnTo>
                  <a:lnTo>
                    <a:pt x="220979" y="0"/>
                  </a:lnTo>
                  <a:lnTo>
                    <a:pt x="3893819" y="0"/>
                  </a:lnTo>
                  <a:lnTo>
                    <a:pt x="3936930" y="4246"/>
                  </a:lnTo>
                  <a:lnTo>
                    <a:pt x="3978384" y="16821"/>
                  </a:lnTo>
                  <a:lnTo>
                    <a:pt x="4016589" y="37241"/>
                  </a:lnTo>
                  <a:lnTo>
                    <a:pt x="4050076" y="64723"/>
                  </a:lnTo>
                  <a:lnTo>
                    <a:pt x="4077557" y="98210"/>
                  </a:lnTo>
                  <a:lnTo>
                    <a:pt x="4097978" y="136414"/>
                  </a:lnTo>
                  <a:lnTo>
                    <a:pt x="4110553" y="177868"/>
                  </a:lnTo>
                  <a:lnTo>
                    <a:pt x="4114799" y="220979"/>
                  </a:lnTo>
                  <a:lnTo>
                    <a:pt x="4114534" y="231836"/>
                  </a:lnTo>
                  <a:lnTo>
                    <a:pt x="4108175" y="274686"/>
                  </a:lnTo>
                  <a:lnTo>
                    <a:pt x="4093578" y="315473"/>
                  </a:lnTo>
                  <a:lnTo>
                    <a:pt x="4071305" y="352629"/>
                  </a:lnTo>
                  <a:lnTo>
                    <a:pt x="4042211" y="384725"/>
                  </a:lnTo>
                  <a:lnTo>
                    <a:pt x="4007415" y="410528"/>
                  </a:lnTo>
                  <a:lnTo>
                    <a:pt x="3968253" y="429048"/>
                  </a:lnTo>
                  <a:lnTo>
                    <a:pt x="3926231" y="439571"/>
                  </a:lnTo>
                  <a:lnTo>
                    <a:pt x="3893819" y="44195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5402579" y="4511040"/>
              <a:ext cx="4114800" cy="440690"/>
            </a:xfrm>
            <a:custGeom>
              <a:avLst/>
              <a:gdLst/>
              <a:ahLst/>
              <a:cxnLst/>
              <a:rect l="l" t="t" r="r" b="b"/>
              <a:pathLst>
                <a:path w="4114800" h="440689">
                  <a:moveTo>
                    <a:pt x="3915479" y="440690"/>
                  </a:moveTo>
                  <a:lnTo>
                    <a:pt x="199319" y="440690"/>
                  </a:lnTo>
                  <a:lnTo>
                    <a:pt x="188568" y="439420"/>
                  </a:lnTo>
                  <a:lnTo>
                    <a:pt x="126486" y="420370"/>
                  </a:lnTo>
                  <a:lnTo>
                    <a:pt x="89330" y="397510"/>
                  </a:lnTo>
                  <a:lnTo>
                    <a:pt x="72587" y="383540"/>
                  </a:lnTo>
                  <a:lnTo>
                    <a:pt x="64723" y="377190"/>
                  </a:lnTo>
                  <a:lnTo>
                    <a:pt x="57234" y="368300"/>
                  </a:lnTo>
                  <a:lnTo>
                    <a:pt x="50158" y="360680"/>
                  </a:lnTo>
                  <a:lnTo>
                    <a:pt x="43493" y="351790"/>
                  </a:lnTo>
                  <a:lnTo>
                    <a:pt x="21220" y="314960"/>
                  </a:lnTo>
                  <a:lnTo>
                    <a:pt x="6624" y="274320"/>
                  </a:lnTo>
                  <a:lnTo>
                    <a:pt x="265" y="231140"/>
                  </a:lnTo>
                  <a:lnTo>
                    <a:pt x="0" y="219710"/>
                  </a:lnTo>
                  <a:lnTo>
                    <a:pt x="165" y="213360"/>
                  </a:lnTo>
                  <a:lnTo>
                    <a:pt x="265" y="209550"/>
                  </a:lnTo>
                  <a:lnTo>
                    <a:pt x="6624" y="166370"/>
                  </a:lnTo>
                  <a:lnTo>
                    <a:pt x="21220" y="125730"/>
                  </a:lnTo>
                  <a:lnTo>
                    <a:pt x="43493" y="88900"/>
                  </a:lnTo>
                  <a:lnTo>
                    <a:pt x="57234" y="72390"/>
                  </a:lnTo>
                  <a:lnTo>
                    <a:pt x="64723" y="63500"/>
                  </a:lnTo>
                  <a:lnTo>
                    <a:pt x="72587" y="57150"/>
                  </a:lnTo>
                  <a:lnTo>
                    <a:pt x="80790" y="49530"/>
                  </a:lnTo>
                  <a:lnTo>
                    <a:pt x="89330" y="43180"/>
                  </a:lnTo>
                  <a:lnTo>
                    <a:pt x="126486" y="20320"/>
                  </a:lnTo>
                  <a:lnTo>
                    <a:pt x="188568" y="1270"/>
                  </a:lnTo>
                  <a:lnTo>
                    <a:pt x="199319" y="0"/>
                  </a:lnTo>
                  <a:lnTo>
                    <a:pt x="3915479" y="0"/>
                  </a:lnTo>
                  <a:lnTo>
                    <a:pt x="3926231" y="1270"/>
                  </a:lnTo>
                  <a:lnTo>
                    <a:pt x="3947526" y="6350"/>
                  </a:lnTo>
                  <a:lnTo>
                    <a:pt x="220979" y="6350"/>
                  </a:lnTo>
                  <a:lnTo>
                    <a:pt x="213992" y="7620"/>
                  </a:lnTo>
                  <a:lnTo>
                    <a:pt x="207021" y="7620"/>
                  </a:lnTo>
                  <a:lnTo>
                    <a:pt x="193112" y="8890"/>
                  </a:lnTo>
                  <a:lnTo>
                    <a:pt x="165731" y="13970"/>
                  </a:lnTo>
                  <a:lnTo>
                    <a:pt x="152357" y="17780"/>
                  </a:lnTo>
                  <a:lnTo>
                    <a:pt x="132874" y="25400"/>
                  </a:lnTo>
                  <a:lnTo>
                    <a:pt x="126565" y="29210"/>
                  </a:lnTo>
                  <a:lnTo>
                    <a:pt x="114240" y="35560"/>
                  </a:lnTo>
                  <a:lnTo>
                    <a:pt x="80224" y="59690"/>
                  </a:lnTo>
                  <a:lnTo>
                    <a:pt x="51617" y="90170"/>
                  </a:lnTo>
                  <a:lnTo>
                    <a:pt x="47459" y="96520"/>
                  </a:lnTo>
                  <a:lnTo>
                    <a:pt x="39695" y="107950"/>
                  </a:lnTo>
                  <a:lnTo>
                    <a:pt x="21186" y="144780"/>
                  </a:lnTo>
                  <a:lnTo>
                    <a:pt x="10356" y="185420"/>
                  </a:lnTo>
                  <a:lnTo>
                    <a:pt x="7619" y="213360"/>
                  </a:lnTo>
                  <a:lnTo>
                    <a:pt x="7619" y="227330"/>
                  </a:lnTo>
                  <a:lnTo>
                    <a:pt x="13082" y="269240"/>
                  </a:lnTo>
                  <a:lnTo>
                    <a:pt x="26535" y="308610"/>
                  </a:lnTo>
                  <a:lnTo>
                    <a:pt x="39695" y="332740"/>
                  </a:lnTo>
                  <a:lnTo>
                    <a:pt x="47459" y="344170"/>
                  </a:lnTo>
                  <a:lnTo>
                    <a:pt x="75052" y="375920"/>
                  </a:lnTo>
                  <a:lnTo>
                    <a:pt x="108253" y="401320"/>
                  </a:lnTo>
                  <a:lnTo>
                    <a:pt x="126565" y="411480"/>
                  </a:lnTo>
                  <a:lnTo>
                    <a:pt x="132874" y="415290"/>
                  </a:lnTo>
                  <a:lnTo>
                    <a:pt x="152357" y="422910"/>
                  </a:lnTo>
                  <a:lnTo>
                    <a:pt x="165731" y="426720"/>
                  </a:lnTo>
                  <a:lnTo>
                    <a:pt x="193112" y="431800"/>
                  </a:lnTo>
                  <a:lnTo>
                    <a:pt x="207021" y="433070"/>
                  </a:lnTo>
                  <a:lnTo>
                    <a:pt x="3952746" y="433070"/>
                  </a:lnTo>
                  <a:lnTo>
                    <a:pt x="3926231" y="439420"/>
                  </a:lnTo>
                  <a:lnTo>
                    <a:pt x="3915479" y="440690"/>
                  </a:lnTo>
                  <a:close/>
                </a:path>
                <a:path w="4114800" h="440689">
                  <a:moveTo>
                    <a:pt x="3952746" y="433070"/>
                  </a:moveTo>
                  <a:lnTo>
                    <a:pt x="3907778" y="433070"/>
                  </a:lnTo>
                  <a:lnTo>
                    <a:pt x="3921686" y="431800"/>
                  </a:lnTo>
                  <a:lnTo>
                    <a:pt x="3949068" y="426720"/>
                  </a:lnTo>
                  <a:lnTo>
                    <a:pt x="3962441" y="422910"/>
                  </a:lnTo>
                  <a:lnTo>
                    <a:pt x="3981924" y="415290"/>
                  </a:lnTo>
                  <a:lnTo>
                    <a:pt x="3988234" y="411480"/>
                  </a:lnTo>
                  <a:lnTo>
                    <a:pt x="4000559" y="405130"/>
                  </a:lnTo>
                  <a:lnTo>
                    <a:pt x="4034575" y="381000"/>
                  </a:lnTo>
                  <a:lnTo>
                    <a:pt x="4063181" y="350520"/>
                  </a:lnTo>
                  <a:lnTo>
                    <a:pt x="4067339" y="344170"/>
                  </a:lnTo>
                  <a:lnTo>
                    <a:pt x="4075104" y="332740"/>
                  </a:lnTo>
                  <a:lnTo>
                    <a:pt x="4093612" y="295910"/>
                  </a:lnTo>
                  <a:lnTo>
                    <a:pt x="4104443" y="255270"/>
                  </a:lnTo>
                  <a:lnTo>
                    <a:pt x="4107180" y="227330"/>
                  </a:lnTo>
                  <a:lnTo>
                    <a:pt x="4107180" y="213360"/>
                  </a:lnTo>
                  <a:lnTo>
                    <a:pt x="4101716" y="171450"/>
                  </a:lnTo>
                  <a:lnTo>
                    <a:pt x="4088264" y="132080"/>
                  </a:lnTo>
                  <a:lnTo>
                    <a:pt x="4075104" y="107950"/>
                  </a:lnTo>
                  <a:lnTo>
                    <a:pt x="4067339" y="96520"/>
                  </a:lnTo>
                  <a:lnTo>
                    <a:pt x="4039746" y="64770"/>
                  </a:lnTo>
                  <a:lnTo>
                    <a:pt x="4006546" y="39370"/>
                  </a:lnTo>
                  <a:lnTo>
                    <a:pt x="3988234" y="29210"/>
                  </a:lnTo>
                  <a:lnTo>
                    <a:pt x="3981924" y="25400"/>
                  </a:lnTo>
                  <a:lnTo>
                    <a:pt x="3921686" y="8890"/>
                  </a:lnTo>
                  <a:lnTo>
                    <a:pt x="220979" y="6350"/>
                  </a:lnTo>
                  <a:lnTo>
                    <a:pt x="3947526" y="6350"/>
                  </a:lnTo>
                  <a:lnTo>
                    <a:pt x="3988313" y="20320"/>
                  </a:lnTo>
                  <a:lnTo>
                    <a:pt x="4025468" y="43180"/>
                  </a:lnTo>
                  <a:lnTo>
                    <a:pt x="4042211" y="57150"/>
                  </a:lnTo>
                  <a:lnTo>
                    <a:pt x="4050076" y="63500"/>
                  </a:lnTo>
                  <a:lnTo>
                    <a:pt x="4057564" y="72390"/>
                  </a:lnTo>
                  <a:lnTo>
                    <a:pt x="4064641" y="80010"/>
                  </a:lnTo>
                  <a:lnTo>
                    <a:pt x="4071305" y="88900"/>
                  </a:lnTo>
                  <a:lnTo>
                    <a:pt x="4093578" y="125730"/>
                  </a:lnTo>
                  <a:lnTo>
                    <a:pt x="4108175" y="166370"/>
                  </a:lnTo>
                  <a:lnTo>
                    <a:pt x="4114534" y="209550"/>
                  </a:lnTo>
                  <a:lnTo>
                    <a:pt x="4114799" y="219710"/>
                  </a:lnTo>
                  <a:lnTo>
                    <a:pt x="4114622" y="227330"/>
                  </a:lnTo>
                  <a:lnTo>
                    <a:pt x="4108175" y="274320"/>
                  </a:lnTo>
                  <a:lnTo>
                    <a:pt x="4093578" y="314960"/>
                  </a:lnTo>
                  <a:lnTo>
                    <a:pt x="4071305" y="351790"/>
                  </a:lnTo>
                  <a:lnTo>
                    <a:pt x="4057564" y="368300"/>
                  </a:lnTo>
                  <a:lnTo>
                    <a:pt x="4050076" y="377190"/>
                  </a:lnTo>
                  <a:lnTo>
                    <a:pt x="4042211" y="383540"/>
                  </a:lnTo>
                  <a:lnTo>
                    <a:pt x="4034009" y="391160"/>
                  </a:lnTo>
                  <a:lnTo>
                    <a:pt x="4025468" y="397510"/>
                  </a:lnTo>
                  <a:lnTo>
                    <a:pt x="3988313" y="420370"/>
                  </a:lnTo>
                  <a:lnTo>
                    <a:pt x="3957967" y="431800"/>
                  </a:lnTo>
                  <a:lnTo>
                    <a:pt x="3952746" y="43307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7113666" y="4625417"/>
            <a:ext cx="695960" cy="1841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000" b="1">
                <a:solidFill>
                  <a:srgbClr val="1754B9"/>
                </a:solidFill>
                <a:latin typeface="Georgia"/>
                <a:cs typeface="Georgia"/>
              </a:rPr>
              <a:t>08</a:t>
            </a:r>
            <a:r>
              <a:rPr dirty="0" sz="1000" spc="46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Microsoft Sans Serif"/>
                <a:cs typeface="Microsoft Sans Serif"/>
              </a:rPr>
              <a:t>Tarifas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173479" y="5074919"/>
            <a:ext cx="4107179" cy="441959"/>
            <a:chOff x="1173479" y="5074919"/>
            <a:chExt cx="4107179" cy="441959"/>
          </a:xfrm>
        </p:grpSpPr>
        <p:sp>
          <p:nvSpPr>
            <p:cNvPr id="37" name="object 37"/>
            <p:cNvSpPr/>
            <p:nvPr/>
          </p:nvSpPr>
          <p:spPr>
            <a:xfrm>
              <a:off x="1173479" y="5074919"/>
              <a:ext cx="4107179" cy="441959"/>
            </a:xfrm>
            <a:custGeom>
              <a:avLst/>
              <a:gdLst/>
              <a:ahLst/>
              <a:cxnLst/>
              <a:rect l="l" t="t" r="r" b="b"/>
              <a:pathLst>
                <a:path w="4107179" h="441960">
                  <a:moveTo>
                    <a:pt x="3886199" y="441959"/>
                  </a:moveTo>
                  <a:lnTo>
                    <a:pt x="220979" y="441959"/>
                  </a:lnTo>
                  <a:lnTo>
                    <a:pt x="210123" y="441694"/>
                  </a:lnTo>
                  <a:lnTo>
                    <a:pt x="167273" y="435335"/>
                  </a:lnTo>
                  <a:lnTo>
                    <a:pt x="126486" y="420739"/>
                  </a:lnTo>
                  <a:lnTo>
                    <a:pt x="89330" y="398466"/>
                  </a:lnTo>
                  <a:lnTo>
                    <a:pt x="57234" y="369372"/>
                  </a:lnTo>
                  <a:lnTo>
                    <a:pt x="31431" y="334575"/>
                  </a:lnTo>
                  <a:lnTo>
                    <a:pt x="12911" y="295413"/>
                  </a:lnTo>
                  <a:lnTo>
                    <a:pt x="2388" y="253391"/>
                  </a:lnTo>
                  <a:lnTo>
                    <a:pt x="0" y="220979"/>
                  </a:lnTo>
                  <a:lnTo>
                    <a:pt x="265" y="210123"/>
                  </a:lnTo>
                  <a:lnTo>
                    <a:pt x="6624" y="167273"/>
                  </a:lnTo>
                  <a:lnTo>
                    <a:pt x="21220" y="126486"/>
                  </a:lnTo>
                  <a:lnTo>
                    <a:pt x="43493" y="89330"/>
                  </a:lnTo>
                  <a:lnTo>
                    <a:pt x="72587" y="57234"/>
                  </a:lnTo>
                  <a:lnTo>
                    <a:pt x="107384" y="31431"/>
                  </a:lnTo>
                  <a:lnTo>
                    <a:pt x="146545" y="12911"/>
                  </a:lnTo>
                  <a:lnTo>
                    <a:pt x="188568" y="2388"/>
                  </a:lnTo>
                  <a:lnTo>
                    <a:pt x="220979" y="0"/>
                  </a:lnTo>
                  <a:lnTo>
                    <a:pt x="3886199" y="0"/>
                  </a:lnTo>
                  <a:lnTo>
                    <a:pt x="3929310" y="4246"/>
                  </a:lnTo>
                  <a:lnTo>
                    <a:pt x="3970764" y="16821"/>
                  </a:lnTo>
                  <a:lnTo>
                    <a:pt x="4008969" y="37241"/>
                  </a:lnTo>
                  <a:lnTo>
                    <a:pt x="4042456" y="64723"/>
                  </a:lnTo>
                  <a:lnTo>
                    <a:pt x="4069937" y="98210"/>
                  </a:lnTo>
                  <a:lnTo>
                    <a:pt x="4090358" y="136414"/>
                  </a:lnTo>
                  <a:lnTo>
                    <a:pt x="4102933" y="177868"/>
                  </a:lnTo>
                  <a:lnTo>
                    <a:pt x="4107179" y="220979"/>
                  </a:lnTo>
                  <a:lnTo>
                    <a:pt x="4106914" y="231836"/>
                  </a:lnTo>
                  <a:lnTo>
                    <a:pt x="4100554" y="274686"/>
                  </a:lnTo>
                  <a:lnTo>
                    <a:pt x="4085958" y="315473"/>
                  </a:lnTo>
                  <a:lnTo>
                    <a:pt x="4063685" y="352629"/>
                  </a:lnTo>
                  <a:lnTo>
                    <a:pt x="4034591" y="384725"/>
                  </a:lnTo>
                  <a:lnTo>
                    <a:pt x="3999795" y="410528"/>
                  </a:lnTo>
                  <a:lnTo>
                    <a:pt x="3960633" y="429048"/>
                  </a:lnTo>
                  <a:lnTo>
                    <a:pt x="3918611" y="439571"/>
                  </a:lnTo>
                  <a:lnTo>
                    <a:pt x="3886199" y="44195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1173479" y="5074919"/>
              <a:ext cx="4107179" cy="440690"/>
            </a:xfrm>
            <a:custGeom>
              <a:avLst/>
              <a:gdLst/>
              <a:ahLst/>
              <a:cxnLst/>
              <a:rect l="l" t="t" r="r" b="b"/>
              <a:pathLst>
                <a:path w="4107179" h="440689">
                  <a:moveTo>
                    <a:pt x="3907859" y="440690"/>
                  </a:moveTo>
                  <a:lnTo>
                    <a:pt x="199319" y="440690"/>
                  </a:lnTo>
                  <a:lnTo>
                    <a:pt x="188568" y="439420"/>
                  </a:lnTo>
                  <a:lnTo>
                    <a:pt x="126486" y="420370"/>
                  </a:lnTo>
                  <a:lnTo>
                    <a:pt x="89330" y="397510"/>
                  </a:lnTo>
                  <a:lnTo>
                    <a:pt x="72587" y="383540"/>
                  </a:lnTo>
                  <a:lnTo>
                    <a:pt x="64723" y="377190"/>
                  </a:lnTo>
                  <a:lnTo>
                    <a:pt x="57234" y="368300"/>
                  </a:lnTo>
                  <a:lnTo>
                    <a:pt x="50158" y="360680"/>
                  </a:lnTo>
                  <a:lnTo>
                    <a:pt x="43493" y="351790"/>
                  </a:lnTo>
                  <a:lnTo>
                    <a:pt x="21220" y="314960"/>
                  </a:lnTo>
                  <a:lnTo>
                    <a:pt x="6624" y="274320"/>
                  </a:lnTo>
                  <a:lnTo>
                    <a:pt x="265" y="231140"/>
                  </a:lnTo>
                  <a:lnTo>
                    <a:pt x="0" y="219710"/>
                  </a:lnTo>
                  <a:lnTo>
                    <a:pt x="165" y="213360"/>
                  </a:lnTo>
                  <a:lnTo>
                    <a:pt x="6624" y="166370"/>
                  </a:lnTo>
                  <a:lnTo>
                    <a:pt x="21220" y="125730"/>
                  </a:lnTo>
                  <a:lnTo>
                    <a:pt x="43493" y="88900"/>
                  </a:lnTo>
                  <a:lnTo>
                    <a:pt x="57234" y="72390"/>
                  </a:lnTo>
                  <a:lnTo>
                    <a:pt x="64723" y="63500"/>
                  </a:lnTo>
                  <a:lnTo>
                    <a:pt x="72587" y="57150"/>
                  </a:lnTo>
                  <a:lnTo>
                    <a:pt x="80790" y="49530"/>
                  </a:lnTo>
                  <a:lnTo>
                    <a:pt x="89330" y="43180"/>
                  </a:lnTo>
                  <a:lnTo>
                    <a:pt x="126486" y="20320"/>
                  </a:lnTo>
                  <a:lnTo>
                    <a:pt x="188568" y="1270"/>
                  </a:lnTo>
                  <a:lnTo>
                    <a:pt x="3907859" y="0"/>
                  </a:lnTo>
                  <a:lnTo>
                    <a:pt x="3918611" y="1270"/>
                  </a:lnTo>
                  <a:lnTo>
                    <a:pt x="3939906" y="6350"/>
                  </a:lnTo>
                  <a:lnTo>
                    <a:pt x="213992" y="6350"/>
                  </a:lnTo>
                  <a:lnTo>
                    <a:pt x="207021" y="7620"/>
                  </a:lnTo>
                  <a:lnTo>
                    <a:pt x="165731" y="13970"/>
                  </a:lnTo>
                  <a:lnTo>
                    <a:pt x="126565" y="29210"/>
                  </a:lnTo>
                  <a:lnTo>
                    <a:pt x="114240" y="35560"/>
                  </a:lnTo>
                  <a:lnTo>
                    <a:pt x="80224" y="59690"/>
                  </a:lnTo>
                  <a:lnTo>
                    <a:pt x="51617" y="90170"/>
                  </a:lnTo>
                  <a:lnTo>
                    <a:pt x="47459" y="96520"/>
                  </a:lnTo>
                  <a:lnTo>
                    <a:pt x="39695" y="107950"/>
                  </a:lnTo>
                  <a:lnTo>
                    <a:pt x="21186" y="144780"/>
                  </a:lnTo>
                  <a:lnTo>
                    <a:pt x="10356" y="185420"/>
                  </a:lnTo>
                  <a:lnTo>
                    <a:pt x="7620" y="213360"/>
                  </a:lnTo>
                  <a:lnTo>
                    <a:pt x="7620" y="227330"/>
                  </a:lnTo>
                  <a:lnTo>
                    <a:pt x="13082" y="269240"/>
                  </a:lnTo>
                  <a:lnTo>
                    <a:pt x="26535" y="308610"/>
                  </a:lnTo>
                  <a:lnTo>
                    <a:pt x="39695" y="332740"/>
                  </a:lnTo>
                  <a:lnTo>
                    <a:pt x="47459" y="344170"/>
                  </a:lnTo>
                  <a:lnTo>
                    <a:pt x="75052" y="375920"/>
                  </a:lnTo>
                  <a:lnTo>
                    <a:pt x="108253" y="401320"/>
                  </a:lnTo>
                  <a:lnTo>
                    <a:pt x="126565" y="411480"/>
                  </a:lnTo>
                  <a:lnTo>
                    <a:pt x="132874" y="415290"/>
                  </a:lnTo>
                  <a:lnTo>
                    <a:pt x="152357" y="422910"/>
                  </a:lnTo>
                  <a:lnTo>
                    <a:pt x="165731" y="426720"/>
                  </a:lnTo>
                  <a:lnTo>
                    <a:pt x="193112" y="431800"/>
                  </a:lnTo>
                  <a:lnTo>
                    <a:pt x="207021" y="433070"/>
                  </a:lnTo>
                  <a:lnTo>
                    <a:pt x="3945126" y="433070"/>
                  </a:lnTo>
                  <a:lnTo>
                    <a:pt x="3918611" y="439420"/>
                  </a:lnTo>
                  <a:lnTo>
                    <a:pt x="3907859" y="440690"/>
                  </a:lnTo>
                  <a:close/>
                </a:path>
                <a:path w="4107179" h="440689">
                  <a:moveTo>
                    <a:pt x="3945126" y="433070"/>
                  </a:moveTo>
                  <a:lnTo>
                    <a:pt x="3900158" y="433070"/>
                  </a:lnTo>
                  <a:lnTo>
                    <a:pt x="3914067" y="431800"/>
                  </a:lnTo>
                  <a:lnTo>
                    <a:pt x="3941448" y="426720"/>
                  </a:lnTo>
                  <a:lnTo>
                    <a:pt x="3954822" y="422910"/>
                  </a:lnTo>
                  <a:lnTo>
                    <a:pt x="3974304" y="415290"/>
                  </a:lnTo>
                  <a:lnTo>
                    <a:pt x="3980614" y="411480"/>
                  </a:lnTo>
                  <a:lnTo>
                    <a:pt x="3992939" y="405130"/>
                  </a:lnTo>
                  <a:lnTo>
                    <a:pt x="4026955" y="381000"/>
                  </a:lnTo>
                  <a:lnTo>
                    <a:pt x="4055562" y="350520"/>
                  </a:lnTo>
                  <a:lnTo>
                    <a:pt x="4059719" y="344170"/>
                  </a:lnTo>
                  <a:lnTo>
                    <a:pt x="4067484" y="332740"/>
                  </a:lnTo>
                  <a:lnTo>
                    <a:pt x="4085992" y="295910"/>
                  </a:lnTo>
                  <a:lnTo>
                    <a:pt x="4096823" y="255270"/>
                  </a:lnTo>
                  <a:lnTo>
                    <a:pt x="4099560" y="227330"/>
                  </a:lnTo>
                  <a:lnTo>
                    <a:pt x="4099560" y="213360"/>
                  </a:lnTo>
                  <a:lnTo>
                    <a:pt x="4094096" y="171450"/>
                  </a:lnTo>
                  <a:lnTo>
                    <a:pt x="4080644" y="132080"/>
                  </a:lnTo>
                  <a:lnTo>
                    <a:pt x="4067484" y="107950"/>
                  </a:lnTo>
                  <a:lnTo>
                    <a:pt x="4059719" y="96520"/>
                  </a:lnTo>
                  <a:lnTo>
                    <a:pt x="4032127" y="64770"/>
                  </a:lnTo>
                  <a:lnTo>
                    <a:pt x="3998926" y="39370"/>
                  </a:lnTo>
                  <a:lnTo>
                    <a:pt x="3980614" y="29210"/>
                  </a:lnTo>
                  <a:lnTo>
                    <a:pt x="3974304" y="25400"/>
                  </a:lnTo>
                  <a:lnTo>
                    <a:pt x="3954822" y="17780"/>
                  </a:lnTo>
                  <a:lnTo>
                    <a:pt x="3941448" y="13970"/>
                  </a:lnTo>
                  <a:lnTo>
                    <a:pt x="3914067" y="8890"/>
                  </a:lnTo>
                  <a:lnTo>
                    <a:pt x="3900158" y="7620"/>
                  </a:lnTo>
                  <a:lnTo>
                    <a:pt x="3893187" y="6350"/>
                  </a:lnTo>
                  <a:lnTo>
                    <a:pt x="3939906" y="6350"/>
                  </a:lnTo>
                  <a:lnTo>
                    <a:pt x="3950347" y="8890"/>
                  </a:lnTo>
                  <a:lnTo>
                    <a:pt x="3990369" y="25400"/>
                  </a:lnTo>
                  <a:lnTo>
                    <a:pt x="4026389" y="49530"/>
                  </a:lnTo>
                  <a:lnTo>
                    <a:pt x="4034591" y="57150"/>
                  </a:lnTo>
                  <a:lnTo>
                    <a:pt x="4042456" y="63500"/>
                  </a:lnTo>
                  <a:lnTo>
                    <a:pt x="4049944" y="72390"/>
                  </a:lnTo>
                  <a:lnTo>
                    <a:pt x="4057021" y="80010"/>
                  </a:lnTo>
                  <a:lnTo>
                    <a:pt x="4063685" y="88900"/>
                  </a:lnTo>
                  <a:lnTo>
                    <a:pt x="4085958" y="125730"/>
                  </a:lnTo>
                  <a:lnTo>
                    <a:pt x="4100555" y="166370"/>
                  </a:lnTo>
                  <a:lnTo>
                    <a:pt x="4106914" y="209550"/>
                  </a:lnTo>
                  <a:lnTo>
                    <a:pt x="4107179" y="219710"/>
                  </a:lnTo>
                  <a:lnTo>
                    <a:pt x="4107002" y="227330"/>
                  </a:lnTo>
                  <a:lnTo>
                    <a:pt x="4106914" y="231140"/>
                  </a:lnTo>
                  <a:lnTo>
                    <a:pt x="4100555" y="274320"/>
                  </a:lnTo>
                  <a:lnTo>
                    <a:pt x="4085958" y="314960"/>
                  </a:lnTo>
                  <a:lnTo>
                    <a:pt x="4063685" y="351790"/>
                  </a:lnTo>
                  <a:lnTo>
                    <a:pt x="4049944" y="368300"/>
                  </a:lnTo>
                  <a:lnTo>
                    <a:pt x="4042456" y="377190"/>
                  </a:lnTo>
                  <a:lnTo>
                    <a:pt x="4034591" y="383540"/>
                  </a:lnTo>
                  <a:lnTo>
                    <a:pt x="4026389" y="391160"/>
                  </a:lnTo>
                  <a:lnTo>
                    <a:pt x="4017848" y="397510"/>
                  </a:lnTo>
                  <a:lnTo>
                    <a:pt x="3980693" y="420370"/>
                  </a:lnTo>
                  <a:lnTo>
                    <a:pt x="3950347" y="431800"/>
                  </a:lnTo>
                  <a:lnTo>
                    <a:pt x="3945126" y="43307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2444750" y="5189297"/>
            <a:ext cx="1572895" cy="1841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000" b="1">
                <a:solidFill>
                  <a:srgbClr val="1754B9"/>
                </a:solidFill>
                <a:latin typeface="Georgia"/>
                <a:cs typeface="Georgia"/>
              </a:rPr>
              <a:t>09</a:t>
            </a:r>
            <a:r>
              <a:rPr dirty="0" sz="1000" spc="155" b="1">
                <a:solidFill>
                  <a:srgbClr val="1754B9"/>
                </a:solidFill>
                <a:latin typeface="Georgia"/>
                <a:cs typeface="Georgia"/>
              </a:rPr>
              <a:t>  </a:t>
            </a:r>
            <a:r>
              <a:rPr dirty="0" sz="1000" spc="50">
                <a:solidFill>
                  <a:srgbClr val="FFFFFF"/>
                </a:solidFill>
                <a:latin typeface="Microsoft Sans Serif"/>
                <a:cs typeface="Microsoft Sans Serif"/>
              </a:rPr>
              <a:t>Ejemplos</a:t>
            </a:r>
            <a:r>
              <a:rPr dirty="0" sz="1000" spc="-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7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dirty="0" sz="1000" spc="-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35">
                <a:solidFill>
                  <a:srgbClr val="FFFFFF"/>
                </a:solidFill>
                <a:latin typeface="Microsoft Sans Serif"/>
                <a:cs typeface="Microsoft Sans Serif"/>
              </a:rPr>
              <a:t>clientes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90306" y="2007817"/>
            <a:ext cx="697230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0" b="1">
                <a:solidFill>
                  <a:srgbClr val="1754B9"/>
                </a:solidFill>
                <a:latin typeface="Georgia"/>
                <a:cs typeface="Georgia"/>
              </a:rPr>
              <a:t>T</a:t>
            </a:r>
            <a:r>
              <a:rPr dirty="0" sz="750" spc="-7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229" b="1">
                <a:solidFill>
                  <a:srgbClr val="1754B9"/>
                </a:solidFill>
                <a:latin typeface="Georgia"/>
                <a:cs typeface="Georgia"/>
              </a:rPr>
              <a:t>O</a:t>
            </a:r>
            <a:r>
              <a:rPr dirty="0" sz="750" spc="-5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95" b="1">
                <a:solidFill>
                  <a:srgbClr val="1754B9"/>
                </a:solidFill>
                <a:latin typeface="Georgia"/>
                <a:cs typeface="Georgia"/>
              </a:rPr>
              <a:t>K</a:t>
            </a:r>
            <a:r>
              <a:rPr dirty="0" sz="750" spc="-8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50" b="1">
                <a:solidFill>
                  <a:srgbClr val="1754B9"/>
                </a:solidFill>
                <a:latin typeface="Georgia"/>
                <a:cs typeface="Georgia"/>
              </a:rPr>
              <a:t>E</a:t>
            </a:r>
            <a:r>
              <a:rPr dirty="0" sz="750" spc="-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0" b="1">
                <a:solidFill>
                  <a:srgbClr val="1754B9"/>
                </a:solidFill>
                <a:latin typeface="Georgia"/>
                <a:cs typeface="Georgia"/>
              </a:rPr>
              <a:t>N</a:t>
            </a:r>
            <a:r>
              <a:rPr dirty="0" sz="750" spc="3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40" b="1">
                <a:solidFill>
                  <a:srgbClr val="1754B9"/>
                </a:solidFill>
                <a:latin typeface="Georgia"/>
                <a:cs typeface="Georgia"/>
              </a:rPr>
              <a:t>C</a:t>
            </a:r>
            <a:r>
              <a:rPr dirty="0" sz="750" spc="-5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b="1">
                <a:solidFill>
                  <a:srgbClr val="1754B9"/>
                </a:solidFill>
                <a:latin typeface="Georgia"/>
                <a:cs typeface="Georgia"/>
              </a:rPr>
              <a:t>I</a:t>
            </a:r>
            <a:r>
              <a:rPr dirty="0" sz="750" spc="-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00" b="1">
                <a:solidFill>
                  <a:srgbClr val="1754B9"/>
                </a:solidFill>
                <a:latin typeface="Georgia"/>
                <a:cs typeface="Georgia"/>
              </a:rPr>
              <a:t>T</a:t>
            </a:r>
            <a:r>
              <a:rPr dirty="0" sz="750" spc="-7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50" b="1">
                <a:solidFill>
                  <a:srgbClr val="1754B9"/>
                </a:solidFill>
                <a:latin typeface="Georgia"/>
                <a:cs typeface="Georgia"/>
              </a:rPr>
              <a:t>Y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707639" y="2107859"/>
            <a:ext cx="5289550" cy="5899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0"/>
              <a:t>¿Qué</a:t>
            </a:r>
            <a:r>
              <a:rPr dirty="0" spc="-305"/>
              <a:t> </a:t>
            </a:r>
            <a:r>
              <a:rPr dirty="0" spc="-125"/>
              <a:t>es</a:t>
            </a:r>
            <a:r>
              <a:rPr dirty="0" spc="-290"/>
              <a:t> </a:t>
            </a:r>
            <a:r>
              <a:rPr dirty="0" spc="-55"/>
              <a:t>la</a:t>
            </a:r>
            <a:r>
              <a:rPr dirty="0" spc="-175"/>
              <a:t> </a:t>
            </a:r>
            <a:r>
              <a:rPr dirty="0" spc="-90"/>
              <a:t>tokenización?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55797" y="2792265"/>
            <a:ext cx="6182995" cy="6654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065" marR="5080" indent="-2540">
              <a:lnSpc>
                <a:spcPct val="116700"/>
              </a:lnSpc>
              <a:spcBef>
                <a:spcPts val="90"/>
              </a:spcBef>
            </a:pPr>
            <a:r>
              <a:rPr dirty="0" sz="1150" spc="-30">
                <a:solidFill>
                  <a:srgbClr val="9CA2AF"/>
                </a:solidFill>
                <a:latin typeface="Microsoft Sans Serif"/>
                <a:cs typeface="Microsoft Sans Serif"/>
              </a:rPr>
              <a:t>Es</a:t>
            </a:r>
            <a:r>
              <a:rPr dirty="0" sz="1150" spc="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9CA2AF"/>
                </a:solidFill>
                <a:latin typeface="Microsoft Sans Serif"/>
                <a:cs typeface="Microsoft Sans Serif"/>
              </a:rPr>
              <a:t>una</a:t>
            </a:r>
            <a:r>
              <a:rPr dirty="0" sz="1150" spc="12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0">
                <a:solidFill>
                  <a:srgbClr val="9CA2AF"/>
                </a:solidFill>
                <a:latin typeface="Microsoft Sans Serif"/>
                <a:cs typeface="Microsoft Sans Serif"/>
              </a:rPr>
              <a:t>forma</a:t>
            </a:r>
            <a:r>
              <a:rPr dirty="0" sz="1150" spc="12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5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1150" spc="4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representar</a:t>
            </a:r>
            <a:r>
              <a:rPr dirty="0" sz="1150" spc="70">
                <a:solidFill>
                  <a:srgbClr val="9CA2AF"/>
                </a:solidFill>
                <a:latin typeface="Microsoft Sans Serif"/>
                <a:cs typeface="Microsoft Sans Serif"/>
              </a:rPr>
              <a:t> digitalmente</a:t>
            </a:r>
            <a:r>
              <a:rPr dirty="0" sz="1150" spc="4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35">
                <a:solidFill>
                  <a:srgbClr val="FFFFFF"/>
                </a:solidFill>
                <a:latin typeface="Arial Black"/>
                <a:cs typeface="Arial Black"/>
              </a:rPr>
              <a:t>ACTIVOS</a:t>
            </a:r>
            <a:r>
              <a:rPr dirty="0" sz="1200" spc="-8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50" spc="50">
                <a:solidFill>
                  <a:srgbClr val="9CA2AF"/>
                </a:solidFill>
                <a:latin typeface="Microsoft Sans Serif"/>
                <a:cs typeface="Microsoft Sans Serif"/>
              </a:rPr>
              <a:t>económicos</a:t>
            </a:r>
            <a:r>
              <a:rPr dirty="0" sz="1150" spc="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45">
                <a:solidFill>
                  <a:srgbClr val="9CA2AF"/>
                </a:solidFill>
                <a:latin typeface="Microsoft Sans Serif"/>
                <a:cs typeface="Microsoft Sans Serif"/>
              </a:rPr>
              <a:t>(patrimonio,</a:t>
            </a:r>
            <a:r>
              <a:rPr dirty="0" sz="1150" spc="114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9CA2AF"/>
                </a:solidFill>
                <a:latin typeface="Microsoft Sans Serif"/>
                <a:cs typeface="Microsoft Sans Serif"/>
              </a:rPr>
              <a:t>derechos </a:t>
            </a: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económicos,</a:t>
            </a:r>
            <a:r>
              <a:rPr dirty="0" sz="1150" spc="114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etc.)</a:t>
            </a:r>
            <a:r>
              <a:rPr dirty="0" sz="1150" spc="17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en</a:t>
            </a:r>
            <a:r>
              <a:rPr dirty="0" sz="1150" spc="114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9CA2AF"/>
                </a:solidFill>
                <a:latin typeface="Microsoft Sans Serif"/>
                <a:cs typeface="Microsoft Sans Serif"/>
              </a:rPr>
              <a:t>pequeñas</a:t>
            </a:r>
            <a:r>
              <a:rPr dirty="0" sz="1150" spc="4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5">
                <a:solidFill>
                  <a:srgbClr val="9CA2AF"/>
                </a:solidFill>
                <a:latin typeface="Microsoft Sans Serif"/>
                <a:cs typeface="Microsoft Sans Serif"/>
              </a:rPr>
              <a:t>unidades</a:t>
            </a:r>
            <a:r>
              <a:rPr dirty="0" sz="1150" spc="4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45">
                <a:solidFill>
                  <a:srgbClr val="9CA2AF"/>
                </a:solidFill>
                <a:latin typeface="Microsoft Sans Serif"/>
                <a:cs typeface="Microsoft Sans Serif"/>
              </a:rPr>
              <a:t>llamadas</a:t>
            </a:r>
            <a:r>
              <a:rPr dirty="0" sz="1150" spc="4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55">
                <a:solidFill>
                  <a:srgbClr val="FFFFFF"/>
                </a:solidFill>
                <a:latin typeface="Arial Black"/>
                <a:cs typeface="Arial Black"/>
              </a:rPr>
              <a:t>TOKENS</a:t>
            </a:r>
            <a:r>
              <a:rPr dirty="0" sz="1150" spc="-155">
                <a:solidFill>
                  <a:srgbClr val="9CA2AF"/>
                </a:solidFill>
                <a:latin typeface="Microsoft Sans Serif"/>
                <a:cs typeface="Microsoft Sans Serif"/>
              </a:rPr>
              <a:t>,</a:t>
            </a:r>
            <a:r>
              <a:rPr dirty="0" sz="1150" spc="114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con</a:t>
            </a:r>
            <a:r>
              <a:rPr dirty="0" sz="1150" spc="114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75">
                <a:solidFill>
                  <a:srgbClr val="FFFFFF"/>
                </a:solidFill>
                <a:latin typeface="Arial Black"/>
                <a:cs typeface="Arial Black"/>
              </a:rPr>
              <a:t>pleno</a:t>
            </a:r>
            <a:r>
              <a:rPr dirty="0" sz="1200" spc="-5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60">
                <a:solidFill>
                  <a:srgbClr val="FFFFFF"/>
                </a:solidFill>
                <a:latin typeface="Arial Black"/>
                <a:cs typeface="Arial Black"/>
              </a:rPr>
              <a:t>reconocimiento </a:t>
            </a:r>
            <a:r>
              <a:rPr dirty="0" sz="1200" spc="-90">
                <a:solidFill>
                  <a:srgbClr val="FFFFFF"/>
                </a:solidFill>
                <a:latin typeface="Arial Black"/>
                <a:cs typeface="Arial Black"/>
              </a:rPr>
              <a:t>jurídico</a:t>
            </a:r>
            <a:r>
              <a:rPr dirty="0" sz="1150" spc="-90">
                <a:solidFill>
                  <a:srgbClr val="9CA2AF"/>
                </a:solidFill>
                <a:latin typeface="Microsoft Sans Serif"/>
                <a:cs typeface="Microsoft Sans Serif"/>
              </a:rPr>
              <a:t>,</a:t>
            </a:r>
            <a:r>
              <a:rPr dirty="0" sz="1150" spc="4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75">
                <a:solidFill>
                  <a:srgbClr val="9CA2AF"/>
                </a:solidFill>
                <a:latin typeface="Microsoft Sans Serif"/>
                <a:cs typeface="Microsoft Sans Serif"/>
              </a:rPr>
              <a:t>que</a:t>
            </a:r>
            <a:r>
              <a:rPr dirty="0" sz="1150" spc="-1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se</a:t>
            </a:r>
            <a:r>
              <a:rPr dirty="0" sz="1150" spc="-1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5">
                <a:solidFill>
                  <a:srgbClr val="9CA2AF"/>
                </a:solidFill>
                <a:latin typeface="Microsoft Sans Serif"/>
                <a:cs typeface="Microsoft Sans Serif"/>
              </a:rPr>
              <a:t>pueden</a:t>
            </a:r>
            <a:r>
              <a:rPr dirty="0" sz="1150" spc="4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5">
                <a:solidFill>
                  <a:srgbClr val="9CA2AF"/>
                </a:solidFill>
                <a:latin typeface="Microsoft Sans Serif"/>
                <a:cs typeface="Microsoft Sans Serif"/>
              </a:rPr>
              <a:t>comprar</a:t>
            </a:r>
            <a:r>
              <a:rPr dirty="0" sz="1150" spc="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80">
                <a:solidFill>
                  <a:srgbClr val="9CA2AF"/>
                </a:solidFill>
                <a:latin typeface="Microsoft Sans Serif"/>
                <a:cs typeface="Microsoft Sans Serif"/>
              </a:rPr>
              <a:t>y</a:t>
            </a:r>
            <a:r>
              <a:rPr dirty="0" sz="1150" spc="-7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9CA2AF"/>
                </a:solidFill>
                <a:latin typeface="Microsoft Sans Serif"/>
                <a:cs typeface="Microsoft Sans Serif"/>
              </a:rPr>
              <a:t>vender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5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1150" spc="-1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0">
                <a:solidFill>
                  <a:srgbClr val="9CA2AF"/>
                </a:solidFill>
                <a:latin typeface="Microsoft Sans Serif"/>
                <a:cs typeface="Microsoft Sans Serif"/>
              </a:rPr>
              <a:t>forma</a:t>
            </a:r>
            <a:r>
              <a:rPr dirty="0" sz="1150" spc="45">
                <a:solidFill>
                  <a:srgbClr val="9CA2AF"/>
                </a:solidFill>
                <a:latin typeface="Microsoft Sans Serif"/>
                <a:cs typeface="Microsoft Sans Serif"/>
              </a:rPr>
              <a:t> directa</a:t>
            </a:r>
            <a:r>
              <a:rPr dirty="0" sz="1150" spc="5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80">
                <a:solidFill>
                  <a:srgbClr val="9CA2AF"/>
                </a:solidFill>
                <a:latin typeface="Microsoft Sans Serif"/>
                <a:cs typeface="Microsoft Sans Serif"/>
              </a:rPr>
              <a:t>y</a:t>
            </a:r>
            <a:r>
              <a:rPr dirty="0" sz="1150" spc="-7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9CA2AF"/>
                </a:solidFill>
                <a:latin typeface="Microsoft Sans Serif"/>
                <a:cs typeface="Microsoft Sans Serif"/>
              </a:rPr>
              <a:t>global.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173479" y="3840479"/>
            <a:ext cx="2659380" cy="1539240"/>
            <a:chOff x="1173479" y="3840479"/>
            <a:chExt cx="2659380" cy="1539240"/>
          </a:xfrm>
        </p:grpSpPr>
        <p:sp>
          <p:nvSpPr>
            <p:cNvPr id="6" name="object 6"/>
            <p:cNvSpPr/>
            <p:nvPr/>
          </p:nvSpPr>
          <p:spPr>
            <a:xfrm>
              <a:off x="1173479" y="3840479"/>
              <a:ext cx="2659380" cy="1539240"/>
            </a:xfrm>
            <a:custGeom>
              <a:avLst/>
              <a:gdLst/>
              <a:ahLst/>
              <a:cxnLst/>
              <a:rect l="l" t="t" r="r" b="b"/>
              <a:pathLst>
                <a:path w="2659379" h="1539239">
                  <a:moveTo>
                    <a:pt x="2415539" y="1539239"/>
                  </a:moveTo>
                  <a:lnTo>
                    <a:pt x="243839" y="1539239"/>
                  </a:lnTo>
                  <a:lnTo>
                    <a:pt x="231860" y="1538947"/>
                  </a:lnTo>
                  <a:lnTo>
                    <a:pt x="184577" y="1531930"/>
                  </a:lnTo>
                  <a:lnTo>
                    <a:pt x="139571" y="1515823"/>
                  </a:lnTo>
                  <a:lnTo>
                    <a:pt x="98572" y="1491246"/>
                  </a:lnTo>
                  <a:lnTo>
                    <a:pt x="63155" y="1459142"/>
                  </a:lnTo>
                  <a:lnTo>
                    <a:pt x="34682" y="1420746"/>
                  </a:lnTo>
                  <a:lnTo>
                    <a:pt x="14247" y="1377533"/>
                  </a:lnTo>
                  <a:lnTo>
                    <a:pt x="2635" y="1331164"/>
                  </a:lnTo>
                  <a:lnTo>
                    <a:pt x="0" y="1295399"/>
                  </a:lnTo>
                  <a:lnTo>
                    <a:pt x="0" y="243839"/>
                  </a:lnTo>
                  <a:lnTo>
                    <a:pt x="4685" y="196269"/>
                  </a:lnTo>
                  <a:lnTo>
                    <a:pt x="18561" y="150526"/>
                  </a:lnTo>
                  <a:lnTo>
                    <a:pt x="41094" y="108369"/>
                  </a:lnTo>
                  <a:lnTo>
                    <a:pt x="71419" y="71419"/>
                  </a:lnTo>
                  <a:lnTo>
                    <a:pt x="108369" y="41094"/>
                  </a:lnTo>
                  <a:lnTo>
                    <a:pt x="150526" y="18561"/>
                  </a:lnTo>
                  <a:lnTo>
                    <a:pt x="196269" y="4685"/>
                  </a:lnTo>
                  <a:lnTo>
                    <a:pt x="243839" y="0"/>
                  </a:lnTo>
                  <a:lnTo>
                    <a:pt x="2415539" y="0"/>
                  </a:lnTo>
                  <a:lnTo>
                    <a:pt x="2463110" y="4685"/>
                  </a:lnTo>
                  <a:lnTo>
                    <a:pt x="2508853" y="18561"/>
                  </a:lnTo>
                  <a:lnTo>
                    <a:pt x="2551009" y="41094"/>
                  </a:lnTo>
                  <a:lnTo>
                    <a:pt x="2587960" y="71419"/>
                  </a:lnTo>
                  <a:lnTo>
                    <a:pt x="2618284" y="108369"/>
                  </a:lnTo>
                  <a:lnTo>
                    <a:pt x="2640818" y="150526"/>
                  </a:lnTo>
                  <a:lnTo>
                    <a:pt x="2654694" y="196269"/>
                  </a:lnTo>
                  <a:lnTo>
                    <a:pt x="2659379" y="243839"/>
                  </a:lnTo>
                  <a:lnTo>
                    <a:pt x="2659379" y="1295399"/>
                  </a:lnTo>
                  <a:lnTo>
                    <a:pt x="2654694" y="1342970"/>
                  </a:lnTo>
                  <a:lnTo>
                    <a:pt x="2640818" y="1388713"/>
                  </a:lnTo>
                  <a:lnTo>
                    <a:pt x="2618284" y="1430869"/>
                  </a:lnTo>
                  <a:lnTo>
                    <a:pt x="2587960" y="1467820"/>
                  </a:lnTo>
                  <a:lnTo>
                    <a:pt x="2551009" y="1498145"/>
                  </a:lnTo>
                  <a:lnTo>
                    <a:pt x="2508853" y="1520678"/>
                  </a:lnTo>
                  <a:lnTo>
                    <a:pt x="2463110" y="1534554"/>
                  </a:lnTo>
                  <a:lnTo>
                    <a:pt x="2415539" y="153923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173479" y="3840479"/>
              <a:ext cx="2659380" cy="1536700"/>
            </a:xfrm>
            <a:custGeom>
              <a:avLst/>
              <a:gdLst/>
              <a:ahLst/>
              <a:cxnLst/>
              <a:rect l="l" t="t" r="r" b="b"/>
              <a:pathLst>
                <a:path w="2659379" h="1536700">
                  <a:moveTo>
                    <a:pt x="190167" y="12700"/>
                  </a:moveTo>
                  <a:lnTo>
                    <a:pt x="161705" y="12700"/>
                  </a:lnTo>
                  <a:lnTo>
                    <a:pt x="173056" y="0"/>
                  </a:lnTo>
                  <a:lnTo>
                    <a:pt x="205343" y="0"/>
                  </a:lnTo>
                  <a:lnTo>
                    <a:pt x="190167" y="12700"/>
                  </a:lnTo>
                  <a:close/>
                </a:path>
                <a:path w="2659379" h="1536700">
                  <a:moveTo>
                    <a:pt x="2497673" y="12700"/>
                  </a:moveTo>
                  <a:lnTo>
                    <a:pt x="2469211" y="12700"/>
                  </a:lnTo>
                  <a:lnTo>
                    <a:pt x="2454036" y="0"/>
                  </a:lnTo>
                  <a:lnTo>
                    <a:pt x="2486323" y="0"/>
                  </a:lnTo>
                  <a:lnTo>
                    <a:pt x="2497673" y="12700"/>
                  </a:lnTo>
                  <a:close/>
                </a:path>
                <a:path w="2659379" h="1536700">
                  <a:moveTo>
                    <a:pt x="146294" y="25400"/>
                  </a:moveTo>
                  <a:lnTo>
                    <a:pt x="128893" y="25400"/>
                  </a:lnTo>
                  <a:lnTo>
                    <a:pt x="139571" y="12700"/>
                  </a:lnTo>
                  <a:lnTo>
                    <a:pt x="160590" y="12700"/>
                  </a:lnTo>
                  <a:lnTo>
                    <a:pt x="146294" y="25400"/>
                  </a:lnTo>
                  <a:close/>
                </a:path>
                <a:path w="2659379" h="1536700">
                  <a:moveTo>
                    <a:pt x="2530486" y="25400"/>
                  </a:moveTo>
                  <a:lnTo>
                    <a:pt x="2513084" y="25400"/>
                  </a:lnTo>
                  <a:lnTo>
                    <a:pt x="2498789" y="12700"/>
                  </a:lnTo>
                  <a:lnTo>
                    <a:pt x="2519808" y="12700"/>
                  </a:lnTo>
                  <a:lnTo>
                    <a:pt x="2530486" y="25400"/>
                  </a:lnTo>
                  <a:close/>
                </a:path>
                <a:path w="2659379" h="1536700">
                  <a:moveTo>
                    <a:pt x="125663" y="38100"/>
                  </a:moveTo>
                  <a:lnTo>
                    <a:pt x="108369" y="38100"/>
                  </a:lnTo>
                  <a:lnTo>
                    <a:pt x="118492" y="25400"/>
                  </a:lnTo>
                  <a:lnTo>
                    <a:pt x="139309" y="25400"/>
                  </a:lnTo>
                  <a:lnTo>
                    <a:pt x="125663" y="38100"/>
                  </a:lnTo>
                  <a:close/>
                </a:path>
                <a:path w="2659379" h="1536700">
                  <a:moveTo>
                    <a:pt x="2551009" y="38100"/>
                  </a:moveTo>
                  <a:lnTo>
                    <a:pt x="2533715" y="38100"/>
                  </a:lnTo>
                  <a:lnTo>
                    <a:pt x="2520070" y="25400"/>
                  </a:lnTo>
                  <a:lnTo>
                    <a:pt x="2540886" y="25400"/>
                  </a:lnTo>
                  <a:lnTo>
                    <a:pt x="2551009" y="38100"/>
                  </a:lnTo>
                  <a:close/>
                </a:path>
                <a:path w="2659379" h="1536700">
                  <a:moveTo>
                    <a:pt x="106170" y="50800"/>
                  </a:moveTo>
                  <a:lnTo>
                    <a:pt x="89147" y="50800"/>
                  </a:lnTo>
                  <a:lnTo>
                    <a:pt x="98572" y="38100"/>
                  </a:lnTo>
                  <a:lnTo>
                    <a:pt x="119035" y="38100"/>
                  </a:lnTo>
                  <a:lnTo>
                    <a:pt x="106170" y="50800"/>
                  </a:lnTo>
                  <a:close/>
                </a:path>
                <a:path w="2659379" h="1536700">
                  <a:moveTo>
                    <a:pt x="2570231" y="50800"/>
                  </a:moveTo>
                  <a:lnTo>
                    <a:pt x="2553209" y="50800"/>
                  </a:lnTo>
                  <a:lnTo>
                    <a:pt x="2540343" y="38100"/>
                  </a:lnTo>
                  <a:lnTo>
                    <a:pt x="2560807" y="38100"/>
                  </a:lnTo>
                  <a:lnTo>
                    <a:pt x="2570231" y="50800"/>
                  </a:lnTo>
                  <a:close/>
                </a:path>
                <a:path w="2659379" h="1536700">
                  <a:moveTo>
                    <a:pt x="39159" y="1409700"/>
                  </a:moveTo>
                  <a:lnTo>
                    <a:pt x="28789" y="1409700"/>
                  </a:lnTo>
                  <a:lnTo>
                    <a:pt x="23416" y="1397000"/>
                  </a:lnTo>
                  <a:lnTo>
                    <a:pt x="10496" y="1358900"/>
                  </a:lnTo>
                  <a:lnTo>
                    <a:pt x="2635" y="1320800"/>
                  </a:lnTo>
                  <a:lnTo>
                    <a:pt x="0" y="1282700"/>
                  </a:lnTo>
                  <a:lnTo>
                    <a:pt x="0" y="241300"/>
                  </a:lnTo>
                  <a:lnTo>
                    <a:pt x="292" y="228600"/>
                  </a:lnTo>
                  <a:lnTo>
                    <a:pt x="4685" y="190500"/>
                  </a:lnTo>
                  <a:lnTo>
                    <a:pt x="14247" y="152400"/>
                  </a:lnTo>
                  <a:lnTo>
                    <a:pt x="23416" y="127000"/>
                  </a:lnTo>
                  <a:lnTo>
                    <a:pt x="28789" y="127000"/>
                  </a:lnTo>
                  <a:lnTo>
                    <a:pt x="34682" y="114300"/>
                  </a:lnTo>
                  <a:lnTo>
                    <a:pt x="41094" y="101600"/>
                  </a:lnTo>
                  <a:lnTo>
                    <a:pt x="47993" y="88900"/>
                  </a:lnTo>
                  <a:lnTo>
                    <a:pt x="55346" y="88900"/>
                  </a:lnTo>
                  <a:lnTo>
                    <a:pt x="63155" y="76200"/>
                  </a:lnTo>
                  <a:lnTo>
                    <a:pt x="71419" y="63500"/>
                  </a:lnTo>
                  <a:lnTo>
                    <a:pt x="80096" y="50800"/>
                  </a:lnTo>
                  <a:lnTo>
                    <a:pt x="99964" y="50800"/>
                  </a:lnTo>
                  <a:lnTo>
                    <a:pt x="88003" y="63500"/>
                  </a:lnTo>
                  <a:lnTo>
                    <a:pt x="82277" y="63500"/>
                  </a:lnTo>
                  <a:lnTo>
                    <a:pt x="71336" y="76200"/>
                  </a:lnTo>
                  <a:lnTo>
                    <a:pt x="66147" y="76200"/>
                  </a:lnTo>
                  <a:lnTo>
                    <a:pt x="56331" y="88900"/>
                  </a:lnTo>
                  <a:lnTo>
                    <a:pt x="51728" y="101600"/>
                  </a:lnTo>
                  <a:lnTo>
                    <a:pt x="43132" y="114300"/>
                  </a:lnTo>
                  <a:lnTo>
                    <a:pt x="39159" y="114300"/>
                  </a:lnTo>
                  <a:lnTo>
                    <a:pt x="31865" y="127000"/>
                  </a:lnTo>
                  <a:lnTo>
                    <a:pt x="28561" y="139700"/>
                  </a:lnTo>
                  <a:lnTo>
                    <a:pt x="22640" y="152400"/>
                  </a:lnTo>
                  <a:lnTo>
                    <a:pt x="20037" y="165100"/>
                  </a:lnTo>
                  <a:lnTo>
                    <a:pt x="15545" y="177800"/>
                  </a:lnTo>
                  <a:lnTo>
                    <a:pt x="13668" y="177800"/>
                  </a:lnTo>
                  <a:lnTo>
                    <a:pt x="10649" y="203200"/>
                  </a:lnTo>
                  <a:lnTo>
                    <a:pt x="9515" y="203200"/>
                  </a:lnTo>
                  <a:lnTo>
                    <a:pt x="7999" y="215900"/>
                  </a:lnTo>
                  <a:lnTo>
                    <a:pt x="7620" y="228600"/>
                  </a:lnTo>
                  <a:lnTo>
                    <a:pt x="7620" y="1295400"/>
                  </a:lnTo>
                  <a:lnTo>
                    <a:pt x="7999" y="1308100"/>
                  </a:lnTo>
                  <a:lnTo>
                    <a:pt x="9515" y="1320800"/>
                  </a:lnTo>
                  <a:lnTo>
                    <a:pt x="10649" y="1333500"/>
                  </a:lnTo>
                  <a:lnTo>
                    <a:pt x="13668" y="1346200"/>
                  </a:lnTo>
                  <a:lnTo>
                    <a:pt x="15545" y="1346200"/>
                  </a:lnTo>
                  <a:lnTo>
                    <a:pt x="20037" y="1358900"/>
                  </a:lnTo>
                  <a:lnTo>
                    <a:pt x="22640" y="1371600"/>
                  </a:lnTo>
                  <a:lnTo>
                    <a:pt x="28561" y="1384300"/>
                  </a:lnTo>
                  <a:lnTo>
                    <a:pt x="31865" y="1397000"/>
                  </a:lnTo>
                  <a:lnTo>
                    <a:pt x="39159" y="1409700"/>
                  </a:lnTo>
                  <a:close/>
                </a:path>
                <a:path w="2659379" h="1536700">
                  <a:moveTo>
                    <a:pt x="2630589" y="1409700"/>
                  </a:moveTo>
                  <a:lnTo>
                    <a:pt x="2620220" y="1409700"/>
                  </a:lnTo>
                  <a:lnTo>
                    <a:pt x="2627514" y="1397000"/>
                  </a:lnTo>
                  <a:lnTo>
                    <a:pt x="2630817" y="1384300"/>
                  </a:lnTo>
                  <a:lnTo>
                    <a:pt x="2636739" y="1371600"/>
                  </a:lnTo>
                  <a:lnTo>
                    <a:pt x="2639342" y="1358900"/>
                  </a:lnTo>
                  <a:lnTo>
                    <a:pt x="2643834" y="1346200"/>
                  </a:lnTo>
                  <a:lnTo>
                    <a:pt x="2645711" y="1346200"/>
                  </a:lnTo>
                  <a:lnTo>
                    <a:pt x="2648730" y="1333500"/>
                  </a:lnTo>
                  <a:lnTo>
                    <a:pt x="2649864" y="1320800"/>
                  </a:lnTo>
                  <a:lnTo>
                    <a:pt x="2651380" y="1308100"/>
                  </a:lnTo>
                  <a:lnTo>
                    <a:pt x="2651760" y="1295400"/>
                  </a:lnTo>
                  <a:lnTo>
                    <a:pt x="2651760" y="228600"/>
                  </a:lnTo>
                  <a:lnTo>
                    <a:pt x="2651380" y="215900"/>
                  </a:lnTo>
                  <a:lnTo>
                    <a:pt x="2649864" y="203200"/>
                  </a:lnTo>
                  <a:lnTo>
                    <a:pt x="2648730" y="203200"/>
                  </a:lnTo>
                  <a:lnTo>
                    <a:pt x="2645711" y="177800"/>
                  </a:lnTo>
                  <a:lnTo>
                    <a:pt x="2643834" y="177800"/>
                  </a:lnTo>
                  <a:lnTo>
                    <a:pt x="2639342" y="165100"/>
                  </a:lnTo>
                  <a:lnTo>
                    <a:pt x="2636739" y="152400"/>
                  </a:lnTo>
                  <a:lnTo>
                    <a:pt x="2630817" y="139700"/>
                  </a:lnTo>
                  <a:lnTo>
                    <a:pt x="2627514" y="127000"/>
                  </a:lnTo>
                  <a:lnTo>
                    <a:pt x="2620220" y="114300"/>
                  </a:lnTo>
                  <a:lnTo>
                    <a:pt x="2616247" y="114300"/>
                  </a:lnTo>
                  <a:lnTo>
                    <a:pt x="2607651" y="101600"/>
                  </a:lnTo>
                  <a:lnTo>
                    <a:pt x="2603048" y="88900"/>
                  </a:lnTo>
                  <a:lnTo>
                    <a:pt x="2593232" y="76200"/>
                  </a:lnTo>
                  <a:lnTo>
                    <a:pt x="2588043" y="76200"/>
                  </a:lnTo>
                  <a:lnTo>
                    <a:pt x="2577101" y="63500"/>
                  </a:lnTo>
                  <a:lnTo>
                    <a:pt x="2571376" y="63500"/>
                  </a:lnTo>
                  <a:lnTo>
                    <a:pt x="2559415" y="50800"/>
                  </a:lnTo>
                  <a:lnTo>
                    <a:pt x="2579282" y="50800"/>
                  </a:lnTo>
                  <a:lnTo>
                    <a:pt x="2587960" y="63500"/>
                  </a:lnTo>
                  <a:lnTo>
                    <a:pt x="2596224" y="76200"/>
                  </a:lnTo>
                  <a:lnTo>
                    <a:pt x="2604032" y="88900"/>
                  </a:lnTo>
                  <a:lnTo>
                    <a:pt x="2611386" y="88900"/>
                  </a:lnTo>
                  <a:lnTo>
                    <a:pt x="2618284" y="101600"/>
                  </a:lnTo>
                  <a:lnTo>
                    <a:pt x="2624696" y="114300"/>
                  </a:lnTo>
                  <a:lnTo>
                    <a:pt x="2630589" y="127000"/>
                  </a:lnTo>
                  <a:lnTo>
                    <a:pt x="2635963" y="127000"/>
                  </a:lnTo>
                  <a:lnTo>
                    <a:pt x="2648882" y="165100"/>
                  </a:lnTo>
                  <a:lnTo>
                    <a:pt x="2656744" y="203200"/>
                  </a:lnTo>
                  <a:lnTo>
                    <a:pt x="2659379" y="241300"/>
                  </a:lnTo>
                  <a:lnTo>
                    <a:pt x="2659379" y="1282700"/>
                  </a:lnTo>
                  <a:lnTo>
                    <a:pt x="2656744" y="1320800"/>
                  </a:lnTo>
                  <a:lnTo>
                    <a:pt x="2648882" y="1358900"/>
                  </a:lnTo>
                  <a:lnTo>
                    <a:pt x="2635963" y="1397000"/>
                  </a:lnTo>
                  <a:lnTo>
                    <a:pt x="2630589" y="1409700"/>
                  </a:lnTo>
                  <a:close/>
                </a:path>
                <a:path w="2659379" h="1536700">
                  <a:moveTo>
                    <a:pt x="66147" y="1447800"/>
                  </a:moveTo>
                  <a:lnTo>
                    <a:pt x="55346" y="1447800"/>
                  </a:lnTo>
                  <a:lnTo>
                    <a:pt x="47993" y="1435100"/>
                  </a:lnTo>
                  <a:lnTo>
                    <a:pt x="41094" y="1422400"/>
                  </a:lnTo>
                  <a:lnTo>
                    <a:pt x="34682" y="1409700"/>
                  </a:lnTo>
                  <a:lnTo>
                    <a:pt x="43132" y="1409700"/>
                  </a:lnTo>
                  <a:lnTo>
                    <a:pt x="51728" y="1422400"/>
                  </a:lnTo>
                  <a:lnTo>
                    <a:pt x="56331" y="1435100"/>
                  </a:lnTo>
                  <a:lnTo>
                    <a:pt x="66147" y="1447800"/>
                  </a:lnTo>
                  <a:close/>
                </a:path>
                <a:path w="2659379" h="1536700">
                  <a:moveTo>
                    <a:pt x="2604032" y="1447800"/>
                  </a:moveTo>
                  <a:lnTo>
                    <a:pt x="2593232" y="1447800"/>
                  </a:lnTo>
                  <a:lnTo>
                    <a:pt x="2603048" y="1435100"/>
                  </a:lnTo>
                  <a:lnTo>
                    <a:pt x="2607651" y="1422400"/>
                  </a:lnTo>
                  <a:lnTo>
                    <a:pt x="2616247" y="1409700"/>
                  </a:lnTo>
                  <a:lnTo>
                    <a:pt x="2624696" y="1409700"/>
                  </a:lnTo>
                  <a:lnTo>
                    <a:pt x="2618284" y="1422400"/>
                  </a:lnTo>
                  <a:lnTo>
                    <a:pt x="2611386" y="1435100"/>
                  </a:lnTo>
                  <a:lnTo>
                    <a:pt x="2604032" y="1447800"/>
                  </a:lnTo>
                  <a:close/>
                </a:path>
                <a:path w="2659379" h="1536700">
                  <a:moveTo>
                    <a:pt x="106170" y="1485900"/>
                  </a:moveTo>
                  <a:lnTo>
                    <a:pt x="98572" y="1485900"/>
                  </a:lnTo>
                  <a:lnTo>
                    <a:pt x="89147" y="1473200"/>
                  </a:lnTo>
                  <a:lnTo>
                    <a:pt x="80096" y="1473200"/>
                  </a:lnTo>
                  <a:lnTo>
                    <a:pt x="71419" y="1460500"/>
                  </a:lnTo>
                  <a:lnTo>
                    <a:pt x="63155" y="1447800"/>
                  </a:lnTo>
                  <a:lnTo>
                    <a:pt x="71336" y="1447800"/>
                  </a:lnTo>
                  <a:lnTo>
                    <a:pt x="82277" y="1460500"/>
                  </a:lnTo>
                  <a:lnTo>
                    <a:pt x="88003" y="1460500"/>
                  </a:lnTo>
                  <a:lnTo>
                    <a:pt x="99964" y="1473200"/>
                  </a:lnTo>
                  <a:lnTo>
                    <a:pt x="106170" y="1485900"/>
                  </a:lnTo>
                  <a:close/>
                </a:path>
                <a:path w="2659379" h="1536700">
                  <a:moveTo>
                    <a:pt x="2560807" y="1485900"/>
                  </a:moveTo>
                  <a:lnTo>
                    <a:pt x="2553209" y="1485900"/>
                  </a:lnTo>
                  <a:lnTo>
                    <a:pt x="2559415" y="1473200"/>
                  </a:lnTo>
                  <a:lnTo>
                    <a:pt x="2571376" y="1460500"/>
                  </a:lnTo>
                  <a:lnTo>
                    <a:pt x="2577101" y="1460500"/>
                  </a:lnTo>
                  <a:lnTo>
                    <a:pt x="2588043" y="1447800"/>
                  </a:lnTo>
                  <a:lnTo>
                    <a:pt x="2596224" y="1447800"/>
                  </a:lnTo>
                  <a:lnTo>
                    <a:pt x="2587960" y="1460500"/>
                  </a:lnTo>
                  <a:lnTo>
                    <a:pt x="2579282" y="1473200"/>
                  </a:lnTo>
                  <a:lnTo>
                    <a:pt x="2570231" y="1473200"/>
                  </a:lnTo>
                  <a:lnTo>
                    <a:pt x="2560807" y="1485900"/>
                  </a:lnTo>
                  <a:close/>
                </a:path>
                <a:path w="2659379" h="1536700">
                  <a:moveTo>
                    <a:pt x="125663" y="1498600"/>
                  </a:moveTo>
                  <a:lnTo>
                    <a:pt x="118492" y="1498600"/>
                  </a:lnTo>
                  <a:lnTo>
                    <a:pt x="108369" y="1485900"/>
                  </a:lnTo>
                  <a:lnTo>
                    <a:pt x="119035" y="1485900"/>
                  </a:lnTo>
                  <a:lnTo>
                    <a:pt x="125663" y="1498600"/>
                  </a:lnTo>
                  <a:close/>
                </a:path>
                <a:path w="2659379" h="1536700">
                  <a:moveTo>
                    <a:pt x="2540886" y="1498600"/>
                  </a:moveTo>
                  <a:lnTo>
                    <a:pt x="2533716" y="1498600"/>
                  </a:lnTo>
                  <a:lnTo>
                    <a:pt x="2540343" y="1485900"/>
                  </a:lnTo>
                  <a:lnTo>
                    <a:pt x="2551009" y="1485900"/>
                  </a:lnTo>
                  <a:lnTo>
                    <a:pt x="2540886" y="1498600"/>
                  </a:lnTo>
                  <a:close/>
                </a:path>
                <a:path w="2659379" h="1536700">
                  <a:moveTo>
                    <a:pt x="160590" y="1511300"/>
                  </a:moveTo>
                  <a:lnTo>
                    <a:pt x="139571" y="1511300"/>
                  </a:lnTo>
                  <a:lnTo>
                    <a:pt x="128893" y="1498600"/>
                  </a:lnTo>
                  <a:lnTo>
                    <a:pt x="146294" y="1498600"/>
                  </a:lnTo>
                  <a:lnTo>
                    <a:pt x="160590" y="1511300"/>
                  </a:lnTo>
                  <a:close/>
                </a:path>
                <a:path w="2659379" h="1536700">
                  <a:moveTo>
                    <a:pt x="2519808" y="1511300"/>
                  </a:moveTo>
                  <a:lnTo>
                    <a:pt x="2498789" y="1511300"/>
                  </a:lnTo>
                  <a:lnTo>
                    <a:pt x="2513084" y="1498600"/>
                  </a:lnTo>
                  <a:lnTo>
                    <a:pt x="2530486" y="1498600"/>
                  </a:lnTo>
                  <a:lnTo>
                    <a:pt x="2519808" y="1511300"/>
                  </a:lnTo>
                  <a:close/>
                </a:path>
                <a:path w="2659379" h="1536700">
                  <a:moveTo>
                    <a:pt x="190167" y="1524000"/>
                  </a:moveTo>
                  <a:lnTo>
                    <a:pt x="161705" y="1524000"/>
                  </a:lnTo>
                  <a:lnTo>
                    <a:pt x="150526" y="1511300"/>
                  </a:lnTo>
                  <a:lnTo>
                    <a:pt x="182672" y="1511300"/>
                  </a:lnTo>
                  <a:lnTo>
                    <a:pt x="190167" y="1524000"/>
                  </a:lnTo>
                  <a:close/>
                </a:path>
                <a:path w="2659379" h="1536700">
                  <a:moveTo>
                    <a:pt x="2497673" y="1524000"/>
                  </a:moveTo>
                  <a:lnTo>
                    <a:pt x="2469212" y="1524000"/>
                  </a:lnTo>
                  <a:lnTo>
                    <a:pt x="2476707" y="1511300"/>
                  </a:lnTo>
                  <a:lnTo>
                    <a:pt x="2508853" y="1511300"/>
                  </a:lnTo>
                  <a:lnTo>
                    <a:pt x="2497673" y="1524000"/>
                  </a:lnTo>
                  <a:close/>
                </a:path>
                <a:path w="2659379" h="1536700">
                  <a:moveTo>
                    <a:pt x="2439440" y="1536700"/>
                  </a:moveTo>
                  <a:lnTo>
                    <a:pt x="219939" y="1536700"/>
                  </a:lnTo>
                  <a:lnTo>
                    <a:pt x="208075" y="1524000"/>
                  </a:lnTo>
                  <a:lnTo>
                    <a:pt x="2451304" y="1524000"/>
                  </a:lnTo>
                  <a:lnTo>
                    <a:pt x="2439440" y="153670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293619" y="4091939"/>
              <a:ext cx="426720" cy="426720"/>
            </a:xfrm>
            <a:custGeom>
              <a:avLst/>
              <a:gdLst/>
              <a:ahLst/>
              <a:cxnLst/>
              <a:rect l="l" t="t" r="r" b="b"/>
              <a:pathLst>
                <a:path w="426719" h="426720">
                  <a:moveTo>
                    <a:pt x="304799" y="426719"/>
                  </a:moveTo>
                  <a:lnTo>
                    <a:pt x="121919" y="426719"/>
                  </a:lnTo>
                  <a:lnTo>
                    <a:pt x="109909" y="426139"/>
                  </a:lnTo>
                  <a:lnTo>
                    <a:pt x="64388" y="412307"/>
                  </a:lnTo>
                  <a:lnTo>
                    <a:pt x="27626" y="382107"/>
                  </a:lnTo>
                  <a:lnTo>
                    <a:pt x="5220" y="340138"/>
                  </a:lnTo>
                  <a:lnTo>
                    <a:pt x="0" y="304799"/>
                  </a:lnTo>
                  <a:lnTo>
                    <a:pt x="0" y="121919"/>
                  </a:lnTo>
                  <a:lnTo>
                    <a:pt x="9280" y="75263"/>
                  </a:lnTo>
                  <a:lnTo>
                    <a:pt x="35709" y="35709"/>
                  </a:lnTo>
                  <a:lnTo>
                    <a:pt x="75263" y="9280"/>
                  </a:lnTo>
                  <a:lnTo>
                    <a:pt x="121919" y="0"/>
                  </a:lnTo>
                  <a:lnTo>
                    <a:pt x="304799" y="0"/>
                  </a:lnTo>
                  <a:lnTo>
                    <a:pt x="351456" y="9280"/>
                  </a:lnTo>
                  <a:lnTo>
                    <a:pt x="391010" y="35709"/>
                  </a:lnTo>
                  <a:lnTo>
                    <a:pt x="417439" y="75263"/>
                  </a:lnTo>
                  <a:lnTo>
                    <a:pt x="426719" y="121919"/>
                  </a:lnTo>
                  <a:lnTo>
                    <a:pt x="426719" y="304799"/>
                  </a:lnTo>
                  <a:lnTo>
                    <a:pt x="417439" y="351456"/>
                  </a:lnTo>
                  <a:lnTo>
                    <a:pt x="391010" y="391010"/>
                  </a:lnTo>
                  <a:lnTo>
                    <a:pt x="351456" y="417439"/>
                  </a:lnTo>
                  <a:lnTo>
                    <a:pt x="304799" y="426719"/>
                  </a:lnTo>
                  <a:close/>
                </a:path>
              </a:pathLst>
            </a:custGeom>
            <a:solidFill>
              <a:srgbClr val="1754B9">
                <a:alpha val="21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293619" y="4091939"/>
              <a:ext cx="426720" cy="426720"/>
            </a:xfrm>
            <a:custGeom>
              <a:avLst/>
              <a:gdLst/>
              <a:ahLst/>
              <a:cxnLst/>
              <a:rect l="l" t="t" r="r" b="b"/>
              <a:pathLst>
                <a:path w="426719" h="426720">
                  <a:moveTo>
                    <a:pt x="304799" y="426719"/>
                  </a:moveTo>
                  <a:lnTo>
                    <a:pt x="121919" y="426719"/>
                  </a:lnTo>
                  <a:lnTo>
                    <a:pt x="109909" y="426139"/>
                  </a:lnTo>
                  <a:lnTo>
                    <a:pt x="64388" y="412307"/>
                  </a:lnTo>
                  <a:lnTo>
                    <a:pt x="27626" y="382107"/>
                  </a:lnTo>
                  <a:lnTo>
                    <a:pt x="5220" y="340138"/>
                  </a:lnTo>
                  <a:lnTo>
                    <a:pt x="0" y="304799"/>
                  </a:lnTo>
                  <a:lnTo>
                    <a:pt x="0" y="121919"/>
                  </a:lnTo>
                  <a:lnTo>
                    <a:pt x="9280" y="75263"/>
                  </a:lnTo>
                  <a:lnTo>
                    <a:pt x="35709" y="35709"/>
                  </a:lnTo>
                  <a:lnTo>
                    <a:pt x="75263" y="9280"/>
                  </a:lnTo>
                  <a:lnTo>
                    <a:pt x="121919" y="0"/>
                  </a:lnTo>
                  <a:lnTo>
                    <a:pt x="304799" y="0"/>
                  </a:lnTo>
                  <a:lnTo>
                    <a:pt x="316810" y="580"/>
                  </a:lnTo>
                  <a:lnTo>
                    <a:pt x="328589" y="2320"/>
                  </a:lnTo>
                  <a:lnTo>
                    <a:pt x="340138" y="5220"/>
                  </a:lnTo>
                  <a:lnTo>
                    <a:pt x="346827" y="7619"/>
                  </a:lnTo>
                  <a:lnTo>
                    <a:pt x="114414" y="7619"/>
                  </a:lnTo>
                  <a:lnTo>
                    <a:pt x="106981" y="8352"/>
                  </a:lnTo>
                  <a:lnTo>
                    <a:pt x="64658" y="22713"/>
                  </a:lnTo>
                  <a:lnTo>
                    <a:pt x="31052" y="52178"/>
                  </a:lnTo>
                  <a:lnTo>
                    <a:pt x="11280" y="92260"/>
                  </a:lnTo>
                  <a:lnTo>
                    <a:pt x="7619" y="114414"/>
                  </a:lnTo>
                  <a:lnTo>
                    <a:pt x="7619" y="312305"/>
                  </a:lnTo>
                  <a:lnTo>
                    <a:pt x="19192" y="355474"/>
                  </a:lnTo>
                  <a:lnTo>
                    <a:pt x="46404" y="390929"/>
                  </a:lnTo>
                  <a:lnTo>
                    <a:pt x="85112" y="413271"/>
                  </a:lnTo>
                  <a:lnTo>
                    <a:pt x="114414" y="419099"/>
                  </a:lnTo>
                  <a:lnTo>
                    <a:pt x="346827" y="419099"/>
                  </a:lnTo>
                  <a:lnTo>
                    <a:pt x="340138" y="421499"/>
                  </a:lnTo>
                  <a:lnTo>
                    <a:pt x="328589" y="424399"/>
                  </a:lnTo>
                  <a:lnTo>
                    <a:pt x="316810" y="426139"/>
                  </a:lnTo>
                  <a:lnTo>
                    <a:pt x="304799" y="426719"/>
                  </a:lnTo>
                  <a:close/>
                </a:path>
                <a:path w="426719" h="426720">
                  <a:moveTo>
                    <a:pt x="346827" y="419099"/>
                  </a:moveTo>
                  <a:lnTo>
                    <a:pt x="312304" y="419099"/>
                  </a:lnTo>
                  <a:lnTo>
                    <a:pt x="319737" y="418367"/>
                  </a:lnTo>
                  <a:lnTo>
                    <a:pt x="334459" y="415439"/>
                  </a:lnTo>
                  <a:lnTo>
                    <a:pt x="374541" y="395667"/>
                  </a:lnTo>
                  <a:lnTo>
                    <a:pt x="404006" y="362061"/>
                  </a:lnTo>
                  <a:lnTo>
                    <a:pt x="418367" y="319737"/>
                  </a:lnTo>
                  <a:lnTo>
                    <a:pt x="419099" y="312305"/>
                  </a:lnTo>
                  <a:lnTo>
                    <a:pt x="419099" y="114414"/>
                  </a:lnTo>
                  <a:lnTo>
                    <a:pt x="407527" y="71245"/>
                  </a:lnTo>
                  <a:lnTo>
                    <a:pt x="380216" y="35709"/>
                  </a:lnTo>
                  <a:lnTo>
                    <a:pt x="341606" y="13448"/>
                  </a:lnTo>
                  <a:lnTo>
                    <a:pt x="312304" y="7619"/>
                  </a:lnTo>
                  <a:lnTo>
                    <a:pt x="346827" y="7619"/>
                  </a:lnTo>
                  <a:lnTo>
                    <a:pt x="382107" y="27627"/>
                  </a:lnTo>
                  <a:lnTo>
                    <a:pt x="412307" y="64389"/>
                  </a:lnTo>
                  <a:lnTo>
                    <a:pt x="426139" y="109909"/>
                  </a:lnTo>
                  <a:lnTo>
                    <a:pt x="426719" y="304799"/>
                  </a:lnTo>
                  <a:lnTo>
                    <a:pt x="426139" y="316810"/>
                  </a:lnTo>
                  <a:lnTo>
                    <a:pt x="412307" y="362330"/>
                  </a:lnTo>
                  <a:lnTo>
                    <a:pt x="382107" y="399092"/>
                  </a:lnTo>
                  <a:lnTo>
                    <a:pt x="351456" y="417439"/>
                  </a:lnTo>
                  <a:lnTo>
                    <a:pt x="346827" y="419099"/>
                  </a:lnTo>
                  <a:close/>
                </a:path>
              </a:pathLst>
            </a:custGeom>
            <a:solidFill>
              <a:srgbClr val="1754B9">
                <a:alpha val="4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32685" y="4214485"/>
              <a:ext cx="165101" cy="181618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2263298" y="4627250"/>
            <a:ext cx="48704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-95" b="1">
                <a:solidFill>
                  <a:srgbClr val="FFFFFF"/>
                </a:solidFill>
                <a:latin typeface="Verdana"/>
                <a:cs typeface="Verdana"/>
              </a:rPr>
              <a:t>Activo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72310" y="4951266"/>
            <a:ext cx="1055370" cy="1771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00" spc="-40">
                <a:solidFill>
                  <a:srgbClr val="9CA2AF"/>
                </a:solidFill>
                <a:latin typeface="Microsoft Sans Serif"/>
                <a:cs typeface="Microsoft Sans Serif"/>
              </a:rPr>
              <a:t>Registro</a:t>
            </a:r>
            <a:r>
              <a:rPr dirty="0" sz="1000" spc="1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9CA2AF"/>
                </a:solidFill>
                <a:latin typeface="Microsoft Sans Serif"/>
                <a:cs typeface="Microsoft Sans Serif"/>
              </a:rPr>
              <a:t>tradicional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015739" y="3840479"/>
            <a:ext cx="2659380" cy="1539240"/>
            <a:chOff x="4015739" y="3840479"/>
            <a:chExt cx="2659380" cy="1539240"/>
          </a:xfrm>
        </p:grpSpPr>
        <p:sp>
          <p:nvSpPr>
            <p:cNvPr id="14" name="object 14"/>
            <p:cNvSpPr/>
            <p:nvPr/>
          </p:nvSpPr>
          <p:spPr>
            <a:xfrm>
              <a:off x="4015739" y="3840479"/>
              <a:ext cx="2659380" cy="1539240"/>
            </a:xfrm>
            <a:custGeom>
              <a:avLst/>
              <a:gdLst/>
              <a:ahLst/>
              <a:cxnLst/>
              <a:rect l="l" t="t" r="r" b="b"/>
              <a:pathLst>
                <a:path w="2659379" h="1539239">
                  <a:moveTo>
                    <a:pt x="2415539" y="1539239"/>
                  </a:moveTo>
                  <a:lnTo>
                    <a:pt x="243839" y="1539239"/>
                  </a:lnTo>
                  <a:lnTo>
                    <a:pt x="231860" y="1538947"/>
                  </a:lnTo>
                  <a:lnTo>
                    <a:pt x="184577" y="1531930"/>
                  </a:lnTo>
                  <a:lnTo>
                    <a:pt x="139571" y="1515823"/>
                  </a:lnTo>
                  <a:lnTo>
                    <a:pt x="98572" y="1491246"/>
                  </a:lnTo>
                  <a:lnTo>
                    <a:pt x="63155" y="1459142"/>
                  </a:lnTo>
                  <a:lnTo>
                    <a:pt x="34682" y="1420746"/>
                  </a:lnTo>
                  <a:lnTo>
                    <a:pt x="14247" y="1377533"/>
                  </a:lnTo>
                  <a:lnTo>
                    <a:pt x="2635" y="1331164"/>
                  </a:lnTo>
                  <a:lnTo>
                    <a:pt x="0" y="1295399"/>
                  </a:lnTo>
                  <a:lnTo>
                    <a:pt x="0" y="243839"/>
                  </a:lnTo>
                  <a:lnTo>
                    <a:pt x="4685" y="196269"/>
                  </a:lnTo>
                  <a:lnTo>
                    <a:pt x="18561" y="150526"/>
                  </a:lnTo>
                  <a:lnTo>
                    <a:pt x="41094" y="108369"/>
                  </a:lnTo>
                  <a:lnTo>
                    <a:pt x="71419" y="71419"/>
                  </a:lnTo>
                  <a:lnTo>
                    <a:pt x="108369" y="41094"/>
                  </a:lnTo>
                  <a:lnTo>
                    <a:pt x="150526" y="18561"/>
                  </a:lnTo>
                  <a:lnTo>
                    <a:pt x="196269" y="4685"/>
                  </a:lnTo>
                  <a:lnTo>
                    <a:pt x="243839" y="0"/>
                  </a:lnTo>
                  <a:lnTo>
                    <a:pt x="2415539" y="0"/>
                  </a:lnTo>
                  <a:lnTo>
                    <a:pt x="2463110" y="4685"/>
                  </a:lnTo>
                  <a:lnTo>
                    <a:pt x="2508853" y="18561"/>
                  </a:lnTo>
                  <a:lnTo>
                    <a:pt x="2551009" y="41094"/>
                  </a:lnTo>
                  <a:lnTo>
                    <a:pt x="2587960" y="71419"/>
                  </a:lnTo>
                  <a:lnTo>
                    <a:pt x="2618285" y="108369"/>
                  </a:lnTo>
                  <a:lnTo>
                    <a:pt x="2640818" y="150526"/>
                  </a:lnTo>
                  <a:lnTo>
                    <a:pt x="2654694" y="196269"/>
                  </a:lnTo>
                  <a:lnTo>
                    <a:pt x="2659379" y="243839"/>
                  </a:lnTo>
                  <a:lnTo>
                    <a:pt x="2659379" y="1295399"/>
                  </a:lnTo>
                  <a:lnTo>
                    <a:pt x="2654694" y="1342970"/>
                  </a:lnTo>
                  <a:lnTo>
                    <a:pt x="2640818" y="1388713"/>
                  </a:lnTo>
                  <a:lnTo>
                    <a:pt x="2618285" y="1430869"/>
                  </a:lnTo>
                  <a:lnTo>
                    <a:pt x="2587960" y="1467820"/>
                  </a:lnTo>
                  <a:lnTo>
                    <a:pt x="2551009" y="1498145"/>
                  </a:lnTo>
                  <a:lnTo>
                    <a:pt x="2508853" y="1520678"/>
                  </a:lnTo>
                  <a:lnTo>
                    <a:pt x="2463110" y="1534554"/>
                  </a:lnTo>
                  <a:lnTo>
                    <a:pt x="2415539" y="153923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015739" y="3840479"/>
              <a:ext cx="2659380" cy="1536700"/>
            </a:xfrm>
            <a:custGeom>
              <a:avLst/>
              <a:gdLst/>
              <a:ahLst/>
              <a:cxnLst/>
              <a:rect l="l" t="t" r="r" b="b"/>
              <a:pathLst>
                <a:path w="2659379" h="1536700">
                  <a:moveTo>
                    <a:pt x="190167" y="12700"/>
                  </a:moveTo>
                  <a:lnTo>
                    <a:pt x="161705" y="12700"/>
                  </a:lnTo>
                  <a:lnTo>
                    <a:pt x="173056" y="0"/>
                  </a:lnTo>
                  <a:lnTo>
                    <a:pt x="205343" y="0"/>
                  </a:lnTo>
                  <a:lnTo>
                    <a:pt x="190167" y="12700"/>
                  </a:lnTo>
                  <a:close/>
                </a:path>
                <a:path w="2659379" h="1536700">
                  <a:moveTo>
                    <a:pt x="2497673" y="12700"/>
                  </a:moveTo>
                  <a:lnTo>
                    <a:pt x="2469211" y="12700"/>
                  </a:lnTo>
                  <a:lnTo>
                    <a:pt x="2454036" y="0"/>
                  </a:lnTo>
                  <a:lnTo>
                    <a:pt x="2486323" y="0"/>
                  </a:lnTo>
                  <a:lnTo>
                    <a:pt x="2497673" y="12700"/>
                  </a:lnTo>
                  <a:close/>
                </a:path>
                <a:path w="2659379" h="1536700">
                  <a:moveTo>
                    <a:pt x="146294" y="25400"/>
                  </a:moveTo>
                  <a:lnTo>
                    <a:pt x="128893" y="25400"/>
                  </a:lnTo>
                  <a:lnTo>
                    <a:pt x="139571" y="12700"/>
                  </a:lnTo>
                  <a:lnTo>
                    <a:pt x="160590" y="12700"/>
                  </a:lnTo>
                  <a:lnTo>
                    <a:pt x="146294" y="25400"/>
                  </a:lnTo>
                  <a:close/>
                </a:path>
                <a:path w="2659379" h="1536700">
                  <a:moveTo>
                    <a:pt x="2530486" y="25400"/>
                  </a:moveTo>
                  <a:lnTo>
                    <a:pt x="2513084" y="25400"/>
                  </a:lnTo>
                  <a:lnTo>
                    <a:pt x="2498789" y="12700"/>
                  </a:lnTo>
                  <a:lnTo>
                    <a:pt x="2519808" y="12700"/>
                  </a:lnTo>
                  <a:lnTo>
                    <a:pt x="2530486" y="25400"/>
                  </a:lnTo>
                  <a:close/>
                </a:path>
                <a:path w="2659379" h="1536700">
                  <a:moveTo>
                    <a:pt x="125663" y="38100"/>
                  </a:moveTo>
                  <a:lnTo>
                    <a:pt x="108369" y="38100"/>
                  </a:lnTo>
                  <a:lnTo>
                    <a:pt x="118492" y="25400"/>
                  </a:lnTo>
                  <a:lnTo>
                    <a:pt x="139309" y="25400"/>
                  </a:lnTo>
                  <a:lnTo>
                    <a:pt x="125663" y="38100"/>
                  </a:lnTo>
                  <a:close/>
                </a:path>
                <a:path w="2659379" h="1536700">
                  <a:moveTo>
                    <a:pt x="2551009" y="38100"/>
                  </a:moveTo>
                  <a:lnTo>
                    <a:pt x="2533715" y="38100"/>
                  </a:lnTo>
                  <a:lnTo>
                    <a:pt x="2520069" y="25400"/>
                  </a:lnTo>
                  <a:lnTo>
                    <a:pt x="2540886" y="25400"/>
                  </a:lnTo>
                  <a:lnTo>
                    <a:pt x="2551009" y="38100"/>
                  </a:lnTo>
                  <a:close/>
                </a:path>
                <a:path w="2659379" h="1536700">
                  <a:moveTo>
                    <a:pt x="106170" y="50800"/>
                  </a:moveTo>
                  <a:lnTo>
                    <a:pt x="89147" y="50800"/>
                  </a:lnTo>
                  <a:lnTo>
                    <a:pt x="98572" y="38100"/>
                  </a:lnTo>
                  <a:lnTo>
                    <a:pt x="119035" y="38100"/>
                  </a:lnTo>
                  <a:lnTo>
                    <a:pt x="106170" y="50800"/>
                  </a:lnTo>
                  <a:close/>
                </a:path>
                <a:path w="2659379" h="1536700">
                  <a:moveTo>
                    <a:pt x="2570232" y="50800"/>
                  </a:moveTo>
                  <a:lnTo>
                    <a:pt x="2553208" y="50800"/>
                  </a:lnTo>
                  <a:lnTo>
                    <a:pt x="2540343" y="38100"/>
                  </a:lnTo>
                  <a:lnTo>
                    <a:pt x="2560807" y="38100"/>
                  </a:lnTo>
                  <a:lnTo>
                    <a:pt x="2570232" y="50800"/>
                  </a:lnTo>
                  <a:close/>
                </a:path>
                <a:path w="2659379" h="1536700">
                  <a:moveTo>
                    <a:pt x="39159" y="1409700"/>
                  </a:moveTo>
                  <a:lnTo>
                    <a:pt x="28789" y="1409700"/>
                  </a:lnTo>
                  <a:lnTo>
                    <a:pt x="23416" y="1397000"/>
                  </a:lnTo>
                  <a:lnTo>
                    <a:pt x="10496" y="1358900"/>
                  </a:lnTo>
                  <a:lnTo>
                    <a:pt x="2635" y="1320800"/>
                  </a:lnTo>
                  <a:lnTo>
                    <a:pt x="0" y="1282700"/>
                  </a:lnTo>
                  <a:lnTo>
                    <a:pt x="0" y="241300"/>
                  </a:lnTo>
                  <a:lnTo>
                    <a:pt x="2635" y="203200"/>
                  </a:lnTo>
                  <a:lnTo>
                    <a:pt x="10496" y="165100"/>
                  </a:lnTo>
                  <a:lnTo>
                    <a:pt x="23416" y="127000"/>
                  </a:lnTo>
                  <a:lnTo>
                    <a:pt x="28789" y="127000"/>
                  </a:lnTo>
                  <a:lnTo>
                    <a:pt x="34682" y="114300"/>
                  </a:lnTo>
                  <a:lnTo>
                    <a:pt x="41094" y="101600"/>
                  </a:lnTo>
                  <a:lnTo>
                    <a:pt x="47993" y="88900"/>
                  </a:lnTo>
                  <a:lnTo>
                    <a:pt x="55346" y="88900"/>
                  </a:lnTo>
                  <a:lnTo>
                    <a:pt x="63155" y="76200"/>
                  </a:lnTo>
                  <a:lnTo>
                    <a:pt x="71419" y="63500"/>
                  </a:lnTo>
                  <a:lnTo>
                    <a:pt x="80096" y="50800"/>
                  </a:lnTo>
                  <a:lnTo>
                    <a:pt x="99964" y="50800"/>
                  </a:lnTo>
                  <a:lnTo>
                    <a:pt x="88003" y="63500"/>
                  </a:lnTo>
                  <a:lnTo>
                    <a:pt x="82277" y="63500"/>
                  </a:lnTo>
                  <a:lnTo>
                    <a:pt x="71336" y="76200"/>
                  </a:lnTo>
                  <a:lnTo>
                    <a:pt x="66147" y="76200"/>
                  </a:lnTo>
                  <a:lnTo>
                    <a:pt x="56331" y="88900"/>
                  </a:lnTo>
                  <a:lnTo>
                    <a:pt x="51728" y="101600"/>
                  </a:lnTo>
                  <a:lnTo>
                    <a:pt x="43132" y="114300"/>
                  </a:lnTo>
                  <a:lnTo>
                    <a:pt x="39159" y="114300"/>
                  </a:lnTo>
                  <a:lnTo>
                    <a:pt x="31865" y="127000"/>
                  </a:lnTo>
                  <a:lnTo>
                    <a:pt x="28561" y="139700"/>
                  </a:lnTo>
                  <a:lnTo>
                    <a:pt x="22640" y="152400"/>
                  </a:lnTo>
                  <a:lnTo>
                    <a:pt x="20037" y="165100"/>
                  </a:lnTo>
                  <a:lnTo>
                    <a:pt x="15545" y="177800"/>
                  </a:lnTo>
                  <a:lnTo>
                    <a:pt x="13668" y="177800"/>
                  </a:lnTo>
                  <a:lnTo>
                    <a:pt x="10649" y="203200"/>
                  </a:lnTo>
                  <a:lnTo>
                    <a:pt x="9515" y="203200"/>
                  </a:lnTo>
                  <a:lnTo>
                    <a:pt x="7999" y="215900"/>
                  </a:lnTo>
                  <a:lnTo>
                    <a:pt x="7619" y="228600"/>
                  </a:lnTo>
                  <a:lnTo>
                    <a:pt x="7619" y="1295400"/>
                  </a:lnTo>
                  <a:lnTo>
                    <a:pt x="7999" y="1308100"/>
                  </a:lnTo>
                  <a:lnTo>
                    <a:pt x="9515" y="1320800"/>
                  </a:lnTo>
                  <a:lnTo>
                    <a:pt x="10649" y="1333500"/>
                  </a:lnTo>
                  <a:lnTo>
                    <a:pt x="13668" y="1346200"/>
                  </a:lnTo>
                  <a:lnTo>
                    <a:pt x="15545" y="1346200"/>
                  </a:lnTo>
                  <a:lnTo>
                    <a:pt x="20037" y="1358900"/>
                  </a:lnTo>
                  <a:lnTo>
                    <a:pt x="22640" y="1371600"/>
                  </a:lnTo>
                  <a:lnTo>
                    <a:pt x="28561" y="1384300"/>
                  </a:lnTo>
                  <a:lnTo>
                    <a:pt x="31865" y="1397000"/>
                  </a:lnTo>
                  <a:lnTo>
                    <a:pt x="39159" y="1409700"/>
                  </a:lnTo>
                  <a:close/>
                </a:path>
                <a:path w="2659379" h="1536700">
                  <a:moveTo>
                    <a:pt x="2630589" y="1409700"/>
                  </a:moveTo>
                  <a:lnTo>
                    <a:pt x="2620220" y="1409700"/>
                  </a:lnTo>
                  <a:lnTo>
                    <a:pt x="2627513" y="1397000"/>
                  </a:lnTo>
                  <a:lnTo>
                    <a:pt x="2630817" y="1384300"/>
                  </a:lnTo>
                  <a:lnTo>
                    <a:pt x="2636739" y="1371600"/>
                  </a:lnTo>
                  <a:lnTo>
                    <a:pt x="2639342" y="1358900"/>
                  </a:lnTo>
                  <a:lnTo>
                    <a:pt x="2643833" y="1346200"/>
                  </a:lnTo>
                  <a:lnTo>
                    <a:pt x="2645711" y="1346200"/>
                  </a:lnTo>
                  <a:lnTo>
                    <a:pt x="2648729" y="1333500"/>
                  </a:lnTo>
                  <a:lnTo>
                    <a:pt x="2649863" y="1320800"/>
                  </a:lnTo>
                  <a:lnTo>
                    <a:pt x="2651380" y="1308100"/>
                  </a:lnTo>
                  <a:lnTo>
                    <a:pt x="2651759" y="1295400"/>
                  </a:lnTo>
                  <a:lnTo>
                    <a:pt x="2651759" y="228600"/>
                  </a:lnTo>
                  <a:lnTo>
                    <a:pt x="2651380" y="215900"/>
                  </a:lnTo>
                  <a:lnTo>
                    <a:pt x="2649863" y="203200"/>
                  </a:lnTo>
                  <a:lnTo>
                    <a:pt x="2648729" y="203200"/>
                  </a:lnTo>
                  <a:lnTo>
                    <a:pt x="2645711" y="177800"/>
                  </a:lnTo>
                  <a:lnTo>
                    <a:pt x="2643833" y="177800"/>
                  </a:lnTo>
                  <a:lnTo>
                    <a:pt x="2639342" y="165100"/>
                  </a:lnTo>
                  <a:lnTo>
                    <a:pt x="2636739" y="152400"/>
                  </a:lnTo>
                  <a:lnTo>
                    <a:pt x="2630817" y="139700"/>
                  </a:lnTo>
                  <a:lnTo>
                    <a:pt x="2627513" y="127000"/>
                  </a:lnTo>
                  <a:lnTo>
                    <a:pt x="2620220" y="114300"/>
                  </a:lnTo>
                  <a:lnTo>
                    <a:pt x="2616247" y="114300"/>
                  </a:lnTo>
                  <a:lnTo>
                    <a:pt x="2607651" y="101600"/>
                  </a:lnTo>
                  <a:lnTo>
                    <a:pt x="2603048" y="88900"/>
                  </a:lnTo>
                  <a:lnTo>
                    <a:pt x="2593232" y="76200"/>
                  </a:lnTo>
                  <a:lnTo>
                    <a:pt x="2588043" y="76200"/>
                  </a:lnTo>
                  <a:lnTo>
                    <a:pt x="2577101" y="63500"/>
                  </a:lnTo>
                  <a:lnTo>
                    <a:pt x="2571376" y="63500"/>
                  </a:lnTo>
                  <a:lnTo>
                    <a:pt x="2559415" y="50800"/>
                  </a:lnTo>
                  <a:lnTo>
                    <a:pt x="2579282" y="50800"/>
                  </a:lnTo>
                  <a:lnTo>
                    <a:pt x="2587960" y="63500"/>
                  </a:lnTo>
                  <a:lnTo>
                    <a:pt x="2596224" y="76200"/>
                  </a:lnTo>
                  <a:lnTo>
                    <a:pt x="2604032" y="88900"/>
                  </a:lnTo>
                  <a:lnTo>
                    <a:pt x="2611386" y="88900"/>
                  </a:lnTo>
                  <a:lnTo>
                    <a:pt x="2618285" y="101600"/>
                  </a:lnTo>
                  <a:lnTo>
                    <a:pt x="2624696" y="114300"/>
                  </a:lnTo>
                  <a:lnTo>
                    <a:pt x="2630589" y="127000"/>
                  </a:lnTo>
                  <a:lnTo>
                    <a:pt x="2635963" y="127000"/>
                  </a:lnTo>
                  <a:lnTo>
                    <a:pt x="2648882" y="165100"/>
                  </a:lnTo>
                  <a:lnTo>
                    <a:pt x="2656744" y="203200"/>
                  </a:lnTo>
                  <a:lnTo>
                    <a:pt x="2659379" y="241300"/>
                  </a:lnTo>
                  <a:lnTo>
                    <a:pt x="2659379" y="1282700"/>
                  </a:lnTo>
                  <a:lnTo>
                    <a:pt x="2656744" y="1320800"/>
                  </a:lnTo>
                  <a:lnTo>
                    <a:pt x="2648882" y="1358900"/>
                  </a:lnTo>
                  <a:lnTo>
                    <a:pt x="2635963" y="1397000"/>
                  </a:lnTo>
                  <a:lnTo>
                    <a:pt x="2630589" y="1409700"/>
                  </a:lnTo>
                  <a:close/>
                </a:path>
                <a:path w="2659379" h="1536700">
                  <a:moveTo>
                    <a:pt x="66147" y="1447800"/>
                  </a:moveTo>
                  <a:lnTo>
                    <a:pt x="55346" y="1447800"/>
                  </a:lnTo>
                  <a:lnTo>
                    <a:pt x="47993" y="1435100"/>
                  </a:lnTo>
                  <a:lnTo>
                    <a:pt x="41094" y="1422400"/>
                  </a:lnTo>
                  <a:lnTo>
                    <a:pt x="34682" y="1409700"/>
                  </a:lnTo>
                  <a:lnTo>
                    <a:pt x="43132" y="1409700"/>
                  </a:lnTo>
                  <a:lnTo>
                    <a:pt x="51728" y="1422400"/>
                  </a:lnTo>
                  <a:lnTo>
                    <a:pt x="56331" y="1435100"/>
                  </a:lnTo>
                  <a:lnTo>
                    <a:pt x="66147" y="1447800"/>
                  </a:lnTo>
                  <a:close/>
                </a:path>
                <a:path w="2659379" h="1536700">
                  <a:moveTo>
                    <a:pt x="2604032" y="1447800"/>
                  </a:moveTo>
                  <a:lnTo>
                    <a:pt x="2593232" y="1447800"/>
                  </a:lnTo>
                  <a:lnTo>
                    <a:pt x="2603048" y="1435100"/>
                  </a:lnTo>
                  <a:lnTo>
                    <a:pt x="2607651" y="1422400"/>
                  </a:lnTo>
                  <a:lnTo>
                    <a:pt x="2616247" y="1409700"/>
                  </a:lnTo>
                  <a:lnTo>
                    <a:pt x="2624696" y="1409700"/>
                  </a:lnTo>
                  <a:lnTo>
                    <a:pt x="2618285" y="1422400"/>
                  </a:lnTo>
                  <a:lnTo>
                    <a:pt x="2611386" y="1435100"/>
                  </a:lnTo>
                  <a:lnTo>
                    <a:pt x="2604032" y="1447800"/>
                  </a:lnTo>
                  <a:close/>
                </a:path>
                <a:path w="2659379" h="1536700">
                  <a:moveTo>
                    <a:pt x="106170" y="1485900"/>
                  </a:moveTo>
                  <a:lnTo>
                    <a:pt x="98572" y="1485900"/>
                  </a:lnTo>
                  <a:lnTo>
                    <a:pt x="89147" y="1473200"/>
                  </a:lnTo>
                  <a:lnTo>
                    <a:pt x="80096" y="1473200"/>
                  </a:lnTo>
                  <a:lnTo>
                    <a:pt x="71419" y="1460500"/>
                  </a:lnTo>
                  <a:lnTo>
                    <a:pt x="63155" y="1447800"/>
                  </a:lnTo>
                  <a:lnTo>
                    <a:pt x="71336" y="1447800"/>
                  </a:lnTo>
                  <a:lnTo>
                    <a:pt x="82277" y="1460500"/>
                  </a:lnTo>
                  <a:lnTo>
                    <a:pt x="88003" y="1460500"/>
                  </a:lnTo>
                  <a:lnTo>
                    <a:pt x="99964" y="1473200"/>
                  </a:lnTo>
                  <a:lnTo>
                    <a:pt x="106170" y="1485900"/>
                  </a:lnTo>
                  <a:close/>
                </a:path>
                <a:path w="2659379" h="1536700">
                  <a:moveTo>
                    <a:pt x="2560807" y="1485900"/>
                  </a:moveTo>
                  <a:lnTo>
                    <a:pt x="2553208" y="1485900"/>
                  </a:lnTo>
                  <a:lnTo>
                    <a:pt x="2559415" y="1473200"/>
                  </a:lnTo>
                  <a:lnTo>
                    <a:pt x="2571376" y="1460500"/>
                  </a:lnTo>
                  <a:lnTo>
                    <a:pt x="2577101" y="1460500"/>
                  </a:lnTo>
                  <a:lnTo>
                    <a:pt x="2588043" y="1447800"/>
                  </a:lnTo>
                  <a:lnTo>
                    <a:pt x="2596224" y="1447800"/>
                  </a:lnTo>
                  <a:lnTo>
                    <a:pt x="2587960" y="1460500"/>
                  </a:lnTo>
                  <a:lnTo>
                    <a:pt x="2579282" y="1473200"/>
                  </a:lnTo>
                  <a:lnTo>
                    <a:pt x="2570231" y="1473200"/>
                  </a:lnTo>
                  <a:lnTo>
                    <a:pt x="2560807" y="1485900"/>
                  </a:lnTo>
                  <a:close/>
                </a:path>
                <a:path w="2659379" h="1536700">
                  <a:moveTo>
                    <a:pt x="125663" y="1498600"/>
                  </a:moveTo>
                  <a:lnTo>
                    <a:pt x="118492" y="1498600"/>
                  </a:lnTo>
                  <a:lnTo>
                    <a:pt x="108369" y="1485900"/>
                  </a:lnTo>
                  <a:lnTo>
                    <a:pt x="119035" y="1485900"/>
                  </a:lnTo>
                  <a:lnTo>
                    <a:pt x="125663" y="1498600"/>
                  </a:lnTo>
                  <a:close/>
                </a:path>
                <a:path w="2659379" h="1536700">
                  <a:moveTo>
                    <a:pt x="2540886" y="1498600"/>
                  </a:moveTo>
                  <a:lnTo>
                    <a:pt x="2533716" y="1498600"/>
                  </a:lnTo>
                  <a:lnTo>
                    <a:pt x="2540343" y="1485900"/>
                  </a:lnTo>
                  <a:lnTo>
                    <a:pt x="2551009" y="1485900"/>
                  </a:lnTo>
                  <a:lnTo>
                    <a:pt x="2540886" y="1498600"/>
                  </a:lnTo>
                  <a:close/>
                </a:path>
                <a:path w="2659379" h="1536700">
                  <a:moveTo>
                    <a:pt x="160590" y="1511300"/>
                  </a:moveTo>
                  <a:lnTo>
                    <a:pt x="139571" y="1511300"/>
                  </a:lnTo>
                  <a:lnTo>
                    <a:pt x="128893" y="1498600"/>
                  </a:lnTo>
                  <a:lnTo>
                    <a:pt x="146294" y="1498600"/>
                  </a:lnTo>
                  <a:lnTo>
                    <a:pt x="160590" y="1511300"/>
                  </a:lnTo>
                  <a:close/>
                </a:path>
                <a:path w="2659379" h="1536700">
                  <a:moveTo>
                    <a:pt x="2519808" y="1511300"/>
                  </a:moveTo>
                  <a:lnTo>
                    <a:pt x="2498789" y="1511300"/>
                  </a:lnTo>
                  <a:lnTo>
                    <a:pt x="2513084" y="1498600"/>
                  </a:lnTo>
                  <a:lnTo>
                    <a:pt x="2530486" y="1498600"/>
                  </a:lnTo>
                  <a:lnTo>
                    <a:pt x="2519808" y="1511300"/>
                  </a:lnTo>
                  <a:close/>
                </a:path>
                <a:path w="2659379" h="1536700">
                  <a:moveTo>
                    <a:pt x="190167" y="1524000"/>
                  </a:moveTo>
                  <a:lnTo>
                    <a:pt x="161705" y="1524000"/>
                  </a:lnTo>
                  <a:lnTo>
                    <a:pt x="150526" y="1511300"/>
                  </a:lnTo>
                  <a:lnTo>
                    <a:pt x="182672" y="1511300"/>
                  </a:lnTo>
                  <a:lnTo>
                    <a:pt x="190167" y="1524000"/>
                  </a:lnTo>
                  <a:close/>
                </a:path>
                <a:path w="2659379" h="1536700">
                  <a:moveTo>
                    <a:pt x="2497673" y="1524000"/>
                  </a:moveTo>
                  <a:lnTo>
                    <a:pt x="2469211" y="1524000"/>
                  </a:lnTo>
                  <a:lnTo>
                    <a:pt x="2476707" y="1511300"/>
                  </a:lnTo>
                  <a:lnTo>
                    <a:pt x="2508853" y="1511300"/>
                  </a:lnTo>
                  <a:lnTo>
                    <a:pt x="2497673" y="1524000"/>
                  </a:lnTo>
                  <a:close/>
                </a:path>
                <a:path w="2659379" h="1536700">
                  <a:moveTo>
                    <a:pt x="2439440" y="1536700"/>
                  </a:moveTo>
                  <a:lnTo>
                    <a:pt x="219939" y="1536700"/>
                  </a:lnTo>
                  <a:lnTo>
                    <a:pt x="208075" y="1524000"/>
                  </a:lnTo>
                  <a:lnTo>
                    <a:pt x="2451304" y="1524000"/>
                  </a:lnTo>
                  <a:lnTo>
                    <a:pt x="2439440" y="153670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128259" y="4091939"/>
              <a:ext cx="426720" cy="426720"/>
            </a:xfrm>
            <a:custGeom>
              <a:avLst/>
              <a:gdLst/>
              <a:ahLst/>
              <a:cxnLst/>
              <a:rect l="l" t="t" r="r" b="b"/>
              <a:pathLst>
                <a:path w="426720" h="426720">
                  <a:moveTo>
                    <a:pt x="304799" y="426719"/>
                  </a:moveTo>
                  <a:lnTo>
                    <a:pt x="121919" y="426719"/>
                  </a:lnTo>
                  <a:lnTo>
                    <a:pt x="109909" y="426139"/>
                  </a:lnTo>
                  <a:lnTo>
                    <a:pt x="64388" y="412307"/>
                  </a:lnTo>
                  <a:lnTo>
                    <a:pt x="27627" y="382107"/>
                  </a:lnTo>
                  <a:lnTo>
                    <a:pt x="5220" y="340138"/>
                  </a:lnTo>
                  <a:lnTo>
                    <a:pt x="0" y="304799"/>
                  </a:lnTo>
                  <a:lnTo>
                    <a:pt x="0" y="121919"/>
                  </a:lnTo>
                  <a:lnTo>
                    <a:pt x="9280" y="75263"/>
                  </a:lnTo>
                  <a:lnTo>
                    <a:pt x="35709" y="35709"/>
                  </a:lnTo>
                  <a:lnTo>
                    <a:pt x="75263" y="9280"/>
                  </a:lnTo>
                  <a:lnTo>
                    <a:pt x="121919" y="0"/>
                  </a:lnTo>
                  <a:lnTo>
                    <a:pt x="304799" y="0"/>
                  </a:lnTo>
                  <a:lnTo>
                    <a:pt x="351456" y="9280"/>
                  </a:lnTo>
                  <a:lnTo>
                    <a:pt x="391010" y="35709"/>
                  </a:lnTo>
                  <a:lnTo>
                    <a:pt x="417439" y="75263"/>
                  </a:lnTo>
                  <a:lnTo>
                    <a:pt x="426719" y="121919"/>
                  </a:lnTo>
                  <a:lnTo>
                    <a:pt x="426719" y="304799"/>
                  </a:lnTo>
                  <a:lnTo>
                    <a:pt x="417439" y="351456"/>
                  </a:lnTo>
                  <a:lnTo>
                    <a:pt x="391010" y="391010"/>
                  </a:lnTo>
                  <a:lnTo>
                    <a:pt x="351456" y="417439"/>
                  </a:lnTo>
                  <a:lnTo>
                    <a:pt x="304799" y="426719"/>
                  </a:lnTo>
                  <a:close/>
                </a:path>
              </a:pathLst>
            </a:custGeom>
            <a:solidFill>
              <a:srgbClr val="1754B9">
                <a:alpha val="21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128259" y="4091939"/>
              <a:ext cx="426720" cy="426720"/>
            </a:xfrm>
            <a:custGeom>
              <a:avLst/>
              <a:gdLst/>
              <a:ahLst/>
              <a:cxnLst/>
              <a:rect l="l" t="t" r="r" b="b"/>
              <a:pathLst>
                <a:path w="426720" h="426720">
                  <a:moveTo>
                    <a:pt x="304799" y="426719"/>
                  </a:moveTo>
                  <a:lnTo>
                    <a:pt x="121919" y="426719"/>
                  </a:lnTo>
                  <a:lnTo>
                    <a:pt x="109909" y="426139"/>
                  </a:lnTo>
                  <a:lnTo>
                    <a:pt x="64388" y="412307"/>
                  </a:lnTo>
                  <a:lnTo>
                    <a:pt x="27627" y="382107"/>
                  </a:lnTo>
                  <a:lnTo>
                    <a:pt x="5220" y="340138"/>
                  </a:lnTo>
                  <a:lnTo>
                    <a:pt x="0" y="304799"/>
                  </a:lnTo>
                  <a:lnTo>
                    <a:pt x="0" y="121919"/>
                  </a:lnTo>
                  <a:lnTo>
                    <a:pt x="9280" y="75263"/>
                  </a:lnTo>
                  <a:lnTo>
                    <a:pt x="35709" y="35709"/>
                  </a:lnTo>
                  <a:lnTo>
                    <a:pt x="75263" y="9280"/>
                  </a:lnTo>
                  <a:lnTo>
                    <a:pt x="121919" y="0"/>
                  </a:lnTo>
                  <a:lnTo>
                    <a:pt x="304799" y="0"/>
                  </a:lnTo>
                  <a:lnTo>
                    <a:pt x="316810" y="580"/>
                  </a:lnTo>
                  <a:lnTo>
                    <a:pt x="328589" y="2320"/>
                  </a:lnTo>
                  <a:lnTo>
                    <a:pt x="340138" y="5220"/>
                  </a:lnTo>
                  <a:lnTo>
                    <a:pt x="346827" y="7619"/>
                  </a:lnTo>
                  <a:lnTo>
                    <a:pt x="114414" y="7619"/>
                  </a:lnTo>
                  <a:lnTo>
                    <a:pt x="106981" y="8352"/>
                  </a:lnTo>
                  <a:lnTo>
                    <a:pt x="64658" y="22713"/>
                  </a:lnTo>
                  <a:lnTo>
                    <a:pt x="31052" y="52178"/>
                  </a:lnTo>
                  <a:lnTo>
                    <a:pt x="11280" y="92260"/>
                  </a:lnTo>
                  <a:lnTo>
                    <a:pt x="7619" y="114414"/>
                  </a:lnTo>
                  <a:lnTo>
                    <a:pt x="7619" y="312305"/>
                  </a:lnTo>
                  <a:lnTo>
                    <a:pt x="19192" y="355474"/>
                  </a:lnTo>
                  <a:lnTo>
                    <a:pt x="46404" y="390929"/>
                  </a:lnTo>
                  <a:lnTo>
                    <a:pt x="85112" y="413271"/>
                  </a:lnTo>
                  <a:lnTo>
                    <a:pt x="114414" y="419099"/>
                  </a:lnTo>
                  <a:lnTo>
                    <a:pt x="346827" y="419099"/>
                  </a:lnTo>
                  <a:lnTo>
                    <a:pt x="340138" y="421499"/>
                  </a:lnTo>
                  <a:lnTo>
                    <a:pt x="328589" y="424399"/>
                  </a:lnTo>
                  <a:lnTo>
                    <a:pt x="316810" y="426139"/>
                  </a:lnTo>
                  <a:lnTo>
                    <a:pt x="304799" y="426719"/>
                  </a:lnTo>
                  <a:close/>
                </a:path>
                <a:path w="426720" h="426720">
                  <a:moveTo>
                    <a:pt x="346827" y="419099"/>
                  </a:moveTo>
                  <a:lnTo>
                    <a:pt x="312304" y="419099"/>
                  </a:lnTo>
                  <a:lnTo>
                    <a:pt x="319737" y="418367"/>
                  </a:lnTo>
                  <a:lnTo>
                    <a:pt x="334459" y="415439"/>
                  </a:lnTo>
                  <a:lnTo>
                    <a:pt x="374541" y="395667"/>
                  </a:lnTo>
                  <a:lnTo>
                    <a:pt x="404006" y="362061"/>
                  </a:lnTo>
                  <a:lnTo>
                    <a:pt x="418367" y="319737"/>
                  </a:lnTo>
                  <a:lnTo>
                    <a:pt x="419099" y="312305"/>
                  </a:lnTo>
                  <a:lnTo>
                    <a:pt x="419099" y="114414"/>
                  </a:lnTo>
                  <a:lnTo>
                    <a:pt x="407527" y="71245"/>
                  </a:lnTo>
                  <a:lnTo>
                    <a:pt x="380216" y="35709"/>
                  </a:lnTo>
                  <a:lnTo>
                    <a:pt x="341606" y="13448"/>
                  </a:lnTo>
                  <a:lnTo>
                    <a:pt x="312304" y="7619"/>
                  </a:lnTo>
                  <a:lnTo>
                    <a:pt x="346827" y="7619"/>
                  </a:lnTo>
                  <a:lnTo>
                    <a:pt x="382107" y="27627"/>
                  </a:lnTo>
                  <a:lnTo>
                    <a:pt x="412307" y="64389"/>
                  </a:lnTo>
                  <a:lnTo>
                    <a:pt x="426139" y="109909"/>
                  </a:lnTo>
                  <a:lnTo>
                    <a:pt x="426719" y="304799"/>
                  </a:lnTo>
                  <a:lnTo>
                    <a:pt x="426139" y="316810"/>
                  </a:lnTo>
                  <a:lnTo>
                    <a:pt x="412307" y="362330"/>
                  </a:lnTo>
                  <a:lnTo>
                    <a:pt x="382107" y="399092"/>
                  </a:lnTo>
                  <a:lnTo>
                    <a:pt x="351456" y="417439"/>
                  </a:lnTo>
                  <a:lnTo>
                    <a:pt x="346827" y="419099"/>
                  </a:lnTo>
                  <a:close/>
                </a:path>
              </a:pathLst>
            </a:custGeom>
            <a:solidFill>
              <a:srgbClr val="1754B9">
                <a:alpha val="4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0774" y="4214494"/>
              <a:ext cx="181650" cy="18165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115083" y="4627250"/>
            <a:ext cx="45910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-130" b="1">
                <a:solidFill>
                  <a:srgbClr val="FFFFFF"/>
                </a:solidFill>
                <a:latin typeface="Verdana"/>
                <a:cs typeface="Verdana"/>
              </a:rPr>
              <a:t>Token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35249" y="4951266"/>
            <a:ext cx="1615440" cy="1771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00" spc="-40">
                <a:solidFill>
                  <a:srgbClr val="9CA2AF"/>
                </a:solidFill>
                <a:latin typeface="Microsoft Sans Serif"/>
                <a:cs typeface="Microsoft Sans Serif"/>
              </a:rPr>
              <a:t>Registro</a:t>
            </a:r>
            <a:r>
              <a:rPr dirty="0" sz="1000" spc="-5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9CA2AF"/>
                </a:solidFill>
                <a:latin typeface="Microsoft Sans Serif"/>
                <a:cs typeface="Microsoft Sans Serif"/>
              </a:rPr>
              <a:t>digital</a:t>
            </a:r>
            <a:r>
              <a:rPr dirty="0" sz="1000" spc="2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45">
                <a:solidFill>
                  <a:srgbClr val="9CA2AF"/>
                </a:solidFill>
                <a:latin typeface="Microsoft Sans Serif"/>
                <a:cs typeface="Microsoft Sans Serif"/>
              </a:rPr>
              <a:t>en</a:t>
            </a:r>
            <a:r>
              <a:rPr dirty="0" sz="1000" spc="-10">
                <a:solidFill>
                  <a:srgbClr val="9CA2AF"/>
                </a:solidFill>
                <a:latin typeface="Microsoft Sans Serif"/>
                <a:cs typeface="Microsoft Sans Serif"/>
              </a:rPr>
              <a:t> Blockchain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857999" y="3840479"/>
            <a:ext cx="2659380" cy="1539240"/>
            <a:chOff x="6857999" y="3840479"/>
            <a:chExt cx="2659380" cy="1539240"/>
          </a:xfrm>
        </p:grpSpPr>
        <p:sp>
          <p:nvSpPr>
            <p:cNvPr id="22" name="object 22"/>
            <p:cNvSpPr/>
            <p:nvPr/>
          </p:nvSpPr>
          <p:spPr>
            <a:xfrm>
              <a:off x="6857999" y="3840479"/>
              <a:ext cx="2659380" cy="1539240"/>
            </a:xfrm>
            <a:custGeom>
              <a:avLst/>
              <a:gdLst/>
              <a:ahLst/>
              <a:cxnLst/>
              <a:rect l="l" t="t" r="r" b="b"/>
              <a:pathLst>
                <a:path w="2659379" h="1539239">
                  <a:moveTo>
                    <a:pt x="2415539" y="1539239"/>
                  </a:moveTo>
                  <a:lnTo>
                    <a:pt x="243839" y="1539239"/>
                  </a:lnTo>
                  <a:lnTo>
                    <a:pt x="231860" y="1538947"/>
                  </a:lnTo>
                  <a:lnTo>
                    <a:pt x="184577" y="1531930"/>
                  </a:lnTo>
                  <a:lnTo>
                    <a:pt x="139571" y="1515823"/>
                  </a:lnTo>
                  <a:lnTo>
                    <a:pt x="98572" y="1491246"/>
                  </a:lnTo>
                  <a:lnTo>
                    <a:pt x="63155" y="1459142"/>
                  </a:lnTo>
                  <a:lnTo>
                    <a:pt x="34682" y="1420746"/>
                  </a:lnTo>
                  <a:lnTo>
                    <a:pt x="14247" y="1377533"/>
                  </a:lnTo>
                  <a:lnTo>
                    <a:pt x="2635" y="1331164"/>
                  </a:lnTo>
                  <a:lnTo>
                    <a:pt x="0" y="1295399"/>
                  </a:lnTo>
                  <a:lnTo>
                    <a:pt x="0" y="243839"/>
                  </a:lnTo>
                  <a:lnTo>
                    <a:pt x="4685" y="196269"/>
                  </a:lnTo>
                  <a:lnTo>
                    <a:pt x="18561" y="150526"/>
                  </a:lnTo>
                  <a:lnTo>
                    <a:pt x="41094" y="108369"/>
                  </a:lnTo>
                  <a:lnTo>
                    <a:pt x="71419" y="71419"/>
                  </a:lnTo>
                  <a:lnTo>
                    <a:pt x="108369" y="41094"/>
                  </a:lnTo>
                  <a:lnTo>
                    <a:pt x="150526" y="18561"/>
                  </a:lnTo>
                  <a:lnTo>
                    <a:pt x="196269" y="4685"/>
                  </a:lnTo>
                  <a:lnTo>
                    <a:pt x="243839" y="0"/>
                  </a:lnTo>
                  <a:lnTo>
                    <a:pt x="2415539" y="0"/>
                  </a:lnTo>
                  <a:lnTo>
                    <a:pt x="2463110" y="4685"/>
                  </a:lnTo>
                  <a:lnTo>
                    <a:pt x="2508852" y="18561"/>
                  </a:lnTo>
                  <a:lnTo>
                    <a:pt x="2551009" y="41094"/>
                  </a:lnTo>
                  <a:lnTo>
                    <a:pt x="2587960" y="71419"/>
                  </a:lnTo>
                  <a:lnTo>
                    <a:pt x="2618284" y="108369"/>
                  </a:lnTo>
                  <a:lnTo>
                    <a:pt x="2640818" y="150526"/>
                  </a:lnTo>
                  <a:lnTo>
                    <a:pt x="2654694" y="196269"/>
                  </a:lnTo>
                  <a:lnTo>
                    <a:pt x="2659379" y="243839"/>
                  </a:lnTo>
                  <a:lnTo>
                    <a:pt x="2659379" y="1295399"/>
                  </a:lnTo>
                  <a:lnTo>
                    <a:pt x="2654694" y="1342970"/>
                  </a:lnTo>
                  <a:lnTo>
                    <a:pt x="2640818" y="1388713"/>
                  </a:lnTo>
                  <a:lnTo>
                    <a:pt x="2618284" y="1430869"/>
                  </a:lnTo>
                  <a:lnTo>
                    <a:pt x="2587960" y="1467820"/>
                  </a:lnTo>
                  <a:lnTo>
                    <a:pt x="2551009" y="1498145"/>
                  </a:lnTo>
                  <a:lnTo>
                    <a:pt x="2508853" y="1520678"/>
                  </a:lnTo>
                  <a:lnTo>
                    <a:pt x="2463110" y="1534554"/>
                  </a:lnTo>
                  <a:lnTo>
                    <a:pt x="2415539" y="153923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857999" y="3840479"/>
              <a:ext cx="2659380" cy="1536700"/>
            </a:xfrm>
            <a:custGeom>
              <a:avLst/>
              <a:gdLst/>
              <a:ahLst/>
              <a:cxnLst/>
              <a:rect l="l" t="t" r="r" b="b"/>
              <a:pathLst>
                <a:path w="2659379" h="1536700">
                  <a:moveTo>
                    <a:pt x="190167" y="12700"/>
                  </a:moveTo>
                  <a:lnTo>
                    <a:pt x="161705" y="12700"/>
                  </a:lnTo>
                  <a:lnTo>
                    <a:pt x="173056" y="0"/>
                  </a:lnTo>
                  <a:lnTo>
                    <a:pt x="205343" y="0"/>
                  </a:lnTo>
                  <a:lnTo>
                    <a:pt x="190167" y="12700"/>
                  </a:lnTo>
                  <a:close/>
                </a:path>
                <a:path w="2659379" h="1536700">
                  <a:moveTo>
                    <a:pt x="2497673" y="12700"/>
                  </a:moveTo>
                  <a:lnTo>
                    <a:pt x="2469211" y="12700"/>
                  </a:lnTo>
                  <a:lnTo>
                    <a:pt x="2454036" y="0"/>
                  </a:lnTo>
                  <a:lnTo>
                    <a:pt x="2486323" y="0"/>
                  </a:lnTo>
                  <a:lnTo>
                    <a:pt x="2497673" y="12700"/>
                  </a:lnTo>
                  <a:close/>
                </a:path>
                <a:path w="2659379" h="1536700">
                  <a:moveTo>
                    <a:pt x="146294" y="25400"/>
                  </a:moveTo>
                  <a:lnTo>
                    <a:pt x="128893" y="25400"/>
                  </a:lnTo>
                  <a:lnTo>
                    <a:pt x="139571" y="12700"/>
                  </a:lnTo>
                  <a:lnTo>
                    <a:pt x="160590" y="12700"/>
                  </a:lnTo>
                  <a:lnTo>
                    <a:pt x="146294" y="25400"/>
                  </a:lnTo>
                  <a:close/>
                </a:path>
                <a:path w="2659379" h="1536700">
                  <a:moveTo>
                    <a:pt x="2530486" y="25400"/>
                  </a:moveTo>
                  <a:lnTo>
                    <a:pt x="2513084" y="25400"/>
                  </a:lnTo>
                  <a:lnTo>
                    <a:pt x="2498789" y="12700"/>
                  </a:lnTo>
                  <a:lnTo>
                    <a:pt x="2519808" y="12700"/>
                  </a:lnTo>
                  <a:lnTo>
                    <a:pt x="2530486" y="25400"/>
                  </a:lnTo>
                  <a:close/>
                </a:path>
                <a:path w="2659379" h="1536700">
                  <a:moveTo>
                    <a:pt x="125663" y="38100"/>
                  </a:moveTo>
                  <a:lnTo>
                    <a:pt x="108369" y="38100"/>
                  </a:lnTo>
                  <a:lnTo>
                    <a:pt x="118492" y="25400"/>
                  </a:lnTo>
                  <a:lnTo>
                    <a:pt x="139309" y="25400"/>
                  </a:lnTo>
                  <a:lnTo>
                    <a:pt x="125663" y="38100"/>
                  </a:lnTo>
                  <a:close/>
                </a:path>
                <a:path w="2659379" h="1536700">
                  <a:moveTo>
                    <a:pt x="2551009" y="38100"/>
                  </a:moveTo>
                  <a:lnTo>
                    <a:pt x="2533715" y="38100"/>
                  </a:lnTo>
                  <a:lnTo>
                    <a:pt x="2520070" y="25400"/>
                  </a:lnTo>
                  <a:lnTo>
                    <a:pt x="2540886" y="25400"/>
                  </a:lnTo>
                  <a:lnTo>
                    <a:pt x="2551009" y="38100"/>
                  </a:lnTo>
                  <a:close/>
                </a:path>
                <a:path w="2659379" h="1536700">
                  <a:moveTo>
                    <a:pt x="106170" y="50800"/>
                  </a:moveTo>
                  <a:lnTo>
                    <a:pt x="89147" y="50800"/>
                  </a:lnTo>
                  <a:lnTo>
                    <a:pt x="98572" y="38100"/>
                  </a:lnTo>
                  <a:lnTo>
                    <a:pt x="119035" y="38100"/>
                  </a:lnTo>
                  <a:lnTo>
                    <a:pt x="106170" y="50800"/>
                  </a:lnTo>
                  <a:close/>
                </a:path>
                <a:path w="2659379" h="1536700">
                  <a:moveTo>
                    <a:pt x="2570231" y="50800"/>
                  </a:moveTo>
                  <a:lnTo>
                    <a:pt x="2553209" y="50800"/>
                  </a:lnTo>
                  <a:lnTo>
                    <a:pt x="2540343" y="38100"/>
                  </a:lnTo>
                  <a:lnTo>
                    <a:pt x="2560807" y="38100"/>
                  </a:lnTo>
                  <a:lnTo>
                    <a:pt x="2570231" y="50800"/>
                  </a:lnTo>
                  <a:close/>
                </a:path>
                <a:path w="2659379" h="1536700">
                  <a:moveTo>
                    <a:pt x="39159" y="1409700"/>
                  </a:moveTo>
                  <a:lnTo>
                    <a:pt x="28789" y="1409700"/>
                  </a:lnTo>
                  <a:lnTo>
                    <a:pt x="23416" y="1397000"/>
                  </a:lnTo>
                  <a:lnTo>
                    <a:pt x="10496" y="1358900"/>
                  </a:lnTo>
                  <a:lnTo>
                    <a:pt x="2635" y="1320800"/>
                  </a:lnTo>
                  <a:lnTo>
                    <a:pt x="0" y="1282700"/>
                  </a:lnTo>
                  <a:lnTo>
                    <a:pt x="0" y="241300"/>
                  </a:lnTo>
                  <a:lnTo>
                    <a:pt x="292" y="228600"/>
                  </a:lnTo>
                  <a:lnTo>
                    <a:pt x="4685" y="190500"/>
                  </a:lnTo>
                  <a:lnTo>
                    <a:pt x="14247" y="152400"/>
                  </a:lnTo>
                  <a:lnTo>
                    <a:pt x="23416" y="127000"/>
                  </a:lnTo>
                  <a:lnTo>
                    <a:pt x="28789" y="127000"/>
                  </a:lnTo>
                  <a:lnTo>
                    <a:pt x="34682" y="114300"/>
                  </a:lnTo>
                  <a:lnTo>
                    <a:pt x="41094" y="101600"/>
                  </a:lnTo>
                  <a:lnTo>
                    <a:pt x="47993" y="88900"/>
                  </a:lnTo>
                  <a:lnTo>
                    <a:pt x="55346" y="88900"/>
                  </a:lnTo>
                  <a:lnTo>
                    <a:pt x="63155" y="76200"/>
                  </a:lnTo>
                  <a:lnTo>
                    <a:pt x="71419" y="63500"/>
                  </a:lnTo>
                  <a:lnTo>
                    <a:pt x="80096" y="50800"/>
                  </a:lnTo>
                  <a:lnTo>
                    <a:pt x="99964" y="50800"/>
                  </a:lnTo>
                  <a:lnTo>
                    <a:pt x="88003" y="63500"/>
                  </a:lnTo>
                  <a:lnTo>
                    <a:pt x="82277" y="63500"/>
                  </a:lnTo>
                  <a:lnTo>
                    <a:pt x="71336" y="76200"/>
                  </a:lnTo>
                  <a:lnTo>
                    <a:pt x="66147" y="76200"/>
                  </a:lnTo>
                  <a:lnTo>
                    <a:pt x="56331" y="88900"/>
                  </a:lnTo>
                  <a:lnTo>
                    <a:pt x="51728" y="101600"/>
                  </a:lnTo>
                  <a:lnTo>
                    <a:pt x="43132" y="114300"/>
                  </a:lnTo>
                  <a:lnTo>
                    <a:pt x="39159" y="114300"/>
                  </a:lnTo>
                  <a:lnTo>
                    <a:pt x="31865" y="127000"/>
                  </a:lnTo>
                  <a:lnTo>
                    <a:pt x="28561" y="139700"/>
                  </a:lnTo>
                  <a:lnTo>
                    <a:pt x="22640" y="152400"/>
                  </a:lnTo>
                  <a:lnTo>
                    <a:pt x="20037" y="165100"/>
                  </a:lnTo>
                  <a:lnTo>
                    <a:pt x="15545" y="177800"/>
                  </a:lnTo>
                  <a:lnTo>
                    <a:pt x="13668" y="177800"/>
                  </a:lnTo>
                  <a:lnTo>
                    <a:pt x="10649" y="203200"/>
                  </a:lnTo>
                  <a:lnTo>
                    <a:pt x="9515" y="203200"/>
                  </a:lnTo>
                  <a:lnTo>
                    <a:pt x="7999" y="215900"/>
                  </a:lnTo>
                  <a:lnTo>
                    <a:pt x="7620" y="228600"/>
                  </a:lnTo>
                  <a:lnTo>
                    <a:pt x="7620" y="1295400"/>
                  </a:lnTo>
                  <a:lnTo>
                    <a:pt x="7999" y="1308100"/>
                  </a:lnTo>
                  <a:lnTo>
                    <a:pt x="9515" y="1320800"/>
                  </a:lnTo>
                  <a:lnTo>
                    <a:pt x="10649" y="1333500"/>
                  </a:lnTo>
                  <a:lnTo>
                    <a:pt x="13668" y="1346200"/>
                  </a:lnTo>
                  <a:lnTo>
                    <a:pt x="15545" y="1346200"/>
                  </a:lnTo>
                  <a:lnTo>
                    <a:pt x="20037" y="1358900"/>
                  </a:lnTo>
                  <a:lnTo>
                    <a:pt x="22640" y="1371600"/>
                  </a:lnTo>
                  <a:lnTo>
                    <a:pt x="28561" y="1384300"/>
                  </a:lnTo>
                  <a:lnTo>
                    <a:pt x="31865" y="1397000"/>
                  </a:lnTo>
                  <a:lnTo>
                    <a:pt x="39159" y="1409700"/>
                  </a:lnTo>
                  <a:close/>
                </a:path>
                <a:path w="2659379" h="1536700">
                  <a:moveTo>
                    <a:pt x="2630589" y="1409700"/>
                  </a:moveTo>
                  <a:lnTo>
                    <a:pt x="2620220" y="1409700"/>
                  </a:lnTo>
                  <a:lnTo>
                    <a:pt x="2627514" y="1397000"/>
                  </a:lnTo>
                  <a:lnTo>
                    <a:pt x="2630817" y="1384300"/>
                  </a:lnTo>
                  <a:lnTo>
                    <a:pt x="2636739" y="1371600"/>
                  </a:lnTo>
                  <a:lnTo>
                    <a:pt x="2639342" y="1358900"/>
                  </a:lnTo>
                  <a:lnTo>
                    <a:pt x="2643834" y="1346200"/>
                  </a:lnTo>
                  <a:lnTo>
                    <a:pt x="2645711" y="1346200"/>
                  </a:lnTo>
                  <a:lnTo>
                    <a:pt x="2648730" y="1333500"/>
                  </a:lnTo>
                  <a:lnTo>
                    <a:pt x="2649864" y="1320800"/>
                  </a:lnTo>
                  <a:lnTo>
                    <a:pt x="2651380" y="1308100"/>
                  </a:lnTo>
                  <a:lnTo>
                    <a:pt x="2651760" y="1295400"/>
                  </a:lnTo>
                  <a:lnTo>
                    <a:pt x="2651760" y="228600"/>
                  </a:lnTo>
                  <a:lnTo>
                    <a:pt x="2651380" y="215900"/>
                  </a:lnTo>
                  <a:lnTo>
                    <a:pt x="2649864" y="203200"/>
                  </a:lnTo>
                  <a:lnTo>
                    <a:pt x="2648730" y="203200"/>
                  </a:lnTo>
                  <a:lnTo>
                    <a:pt x="2645711" y="177800"/>
                  </a:lnTo>
                  <a:lnTo>
                    <a:pt x="2643834" y="177800"/>
                  </a:lnTo>
                  <a:lnTo>
                    <a:pt x="2639342" y="165100"/>
                  </a:lnTo>
                  <a:lnTo>
                    <a:pt x="2636739" y="152400"/>
                  </a:lnTo>
                  <a:lnTo>
                    <a:pt x="2630817" y="139700"/>
                  </a:lnTo>
                  <a:lnTo>
                    <a:pt x="2627514" y="127000"/>
                  </a:lnTo>
                  <a:lnTo>
                    <a:pt x="2620220" y="114300"/>
                  </a:lnTo>
                  <a:lnTo>
                    <a:pt x="2616247" y="114300"/>
                  </a:lnTo>
                  <a:lnTo>
                    <a:pt x="2607651" y="101600"/>
                  </a:lnTo>
                  <a:lnTo>
                    <a:pt x="2603048" y="88900"/>
                  </a:lnTo>
                  <a:lnTo>
                    <a:pt x="2593232" y="76200"/>
                  </a:lnTo>
                  <a:lnTo>
                    <a:pt x="2588043" y="76200"/>
                  </a:lnTo>
                  <a:lnTo>
                    <a:pt x="2577101" y="63500"/>
                  </a:lnTo>
                  <a:lnTo>
                    <a:pt x="2571376" y="63500"/>
                  </a:lnTo>
                  <a:lnTo>
                    <a:pt x="2559415" y="50800"/>
                  </a:lnTo>
                  <a:lnTo>
                    <a:pt x="2579282" y="50800"/>
                  </a:lnTo>
                  <a:lnTo>
                    <a:pt x="2587960" y="63500"/>
                  </a:lnTo>
                  <a:lnTo>
                    <a:pt x="2596224" y="76200"/>
                  </a:lnTo>
                  <a:lnTo>
                    <a:pt x="2604032" y="88900"/>
                  </a:lnTo>
                  <a:lnTo>
                    <a:pt x="2611386" y="88900"/>
                  </a:lnTo>
                  <a:lnTo>
                    <a:pt x="2618284" y="101600"/>
                  </a:lnTo>
                  <a:lnTo>
                    <a:pt x="2624696" y="114300"/>
                  </a:lnTo>
                  <a:lnTo>
                    <a:pt x="2630589" y="127000"/>
                  </a:lnTo>
                  <a:lnTo>
                    <a:pt x="2635963" y="127000"/>
                  </a:lnTo>
                  <a:lnTo>
                    <a:pt x="2648882" y="165100"/>
                  </a:lnTo>
                  <a:lnTo>
                    <a:pt x="2656744" y="203200"/>
                  </a:lnTo>
                  <a:lnTo>
                    <a:pt x="2659379" y="241300"/>
                  </a:lnTo>
                  <a:lnTo>
                    <a:pt x="2659379" y="1282700"/>
                  </a:lnTo>
                  <a:lnTo>
                    <a:pt x="2656744" y="1320800"/>
                  </a:lnTo>
                  <a:lnTo>
                    <a:pt x="2648882" y="1358900"/>
                  </a:lnTo>
                  <a:lnTo>
                    <a:pt x="2635963" y="1397000"/>
                  </a:lnTo>
                  <a:lnTo>
                    <a:pt x="2630589" y="1409700"/>
                  </a:lnTo>
                  <a:close/>
                </a:path>
                <a:path w="2659379" h="1536700">
                  <a:moveTo>
                    <a:pt x="66147" y="1447800"/>
                  </a:moveTo>
                  <a:lnTo>
                    <a:pt x="55346" y="1447800"/>
                  </a:lnTo>
                  <a:lnTo>
                    <a:pt x="47993" y="1435100"/>
                  </a:lnTo>
                  <a:lnTo>
                    <a:pt x="41094" y="1422400"/>
                  </a:lnTo>
                  <a:lnTo>
                    <a:pt x="34682" y="1409700"/>
                  </a:lnTo>
                  <a:lnTo>
                    <a:pt x="43132" y="1409700"/>
                  </a:lnTo>
                  <a:lnTo>
                    <a:pt x="51728" y="1422400"/>
                  </a:lnTo>
                  <a:lnTo>
                    <a:pt x="56331" y="1435100"/>
                  </a:lnTo>
                  <a:lnTo>
                    <a:pt x="66147" y="1447800"/>
                  </a:lnTo>
                  <a:close/>
                </a:path>
                <a:path w="2659379" h="1536700">
                  <a:moveTo>
                    <a:pt x="2604032" y="1447800"/>
                  </a:moveTo>
                  <a:lnTo>
                    <a:pt x="2593232" y="1447800"/>
                  </a:lnTo>
                  <a:lnTo>
                    <a:pt x="2603048" y="1435100"/>
                  </a:lnTo>
                  <a:lnTo>
                    <a:pt x="2607651" y="1422400"/>
                  </a:lnTo>
                  <a:lnTo>
                    <a:pt x="2616247" y="1409700"/>
                  </a:lnTo>
                  <a:lnTo>
                    <a:pt x="2624696" y="1409700"/>
                  </a:lnTo>
                  <a:lnTo>
                    <a:pt x="2618284" y="1422400"/>
                  </a:lnTo>
                  <a:lnTo>
                    <a:pt x="2611386" y="1435100"/>
                  </a:lnTo>
                  <a:lnTo>
                    <a:pt x="2604032" y="1447800"/>
                  </a:lnTo>
                  <a:close/>
                </a:path>
                <a:path w="2659379" h="1536700">
                  <a:moveTo>
                    <a:pt x="106170" y="1485900"/>
                  </a:moveTo>
                  <a:lnTo>
                    <a:pt x="98572" y="1485900"/>
                  </a:lnTo>
                  <a:lnTo>
                    <a:pt x="89147" y="1473200"/>
                  </a:lnTo>
                  <a:lnTo>
                    <a:pt x="80096" y="1473200"/>
                  </a:lnTo>
                  <a:lnTo>
                    <a:pt x="71419" y="1460500"/>
                  </a:lnTo>
                  <a:lnTo>
                    <a:pt x="63155" y="1447800"/>
                  </a:lnTo>
                  <a:lnTo>
                    <a:pt x="71336" y="1447800"/>
                  </a:lnTo>
                  <a:lnTo>
                    <a:pt x="82277" y="1460500"/>
                  </a:lnTo>
                  <a:lnTo>
                    <a:pt x="88003" y="1460500"/>
                  </a:lnTo>
                  <a:lnTo>
                    <a:pt x="99964" y="1473200"/>
                  </a:lnTo>
                  <a:lnTo>
                    <a:pt x="106170" y="1485900"/>
                  </a:lnTo>
                  <a:close/>
                </a:path>
                <a:path w="2659379" h="1536700">
                  <a:moveTo>
                    <a:pt x="2560807" y="1485900"/>
                  </a:moveTo>
                  <a:lnTo>
                    <a:pt x="2553209" y="1485900"/>
                  </a:lnTo>
                  <a:lnTo>
                    <a:pt x="2559415" y="1473200"/>
                  </a:lnTo>
                  <a:lnTo>
                    <a:pt x="2571376" y="1460500"/>
                  </a:lnTo>
                  <a:lnTo>
                    <a:pt x="2577101" y="1460500"/>
                  </a:lnTo>
                  <a:lnTo>
                    <a:pt x="2588043" y="1447800"/>
                  </a:lnTo>
                  <a:lnTo>
                    <a:pt x="2596224" y="1447800"/>
                  </a:lnTo>
                  <a:lnTo>
                    <a:pt x="2587960" y="1460500"/>
                  </a:lnTo>
                  <a:lnTo>
                    <a:pt x="2579282" y="1473200"/>
                  </a:lnTo>
                  <a:lnTo>
                    <a:pt x="2570231" y="1473200"/>
                  </a:lnTo>
                  <a:lnTo>
                    <a:pt x="2560807" y="1485900"/>
                  </a:lnTo>
                  <a:close/>
                </a:path>
                <a:path w="2659379" h="1536700">
                  <a:moveTo>
                    <a:pt x="125663" y="1498600"/>
                  </a:moveTo>
                  <a:lnTo>
                    <a:pt x="118492" y="1498600"/>
                  </a:lnTo>
                  <a:lnTo>
                    <a:pt x="108369" y="1485900"/>
                  </a:lnTo>
                  <a:lnTo>
                    <a:pt x="119035" y="1485900"/>
                  </a:lnTo>
                  <a:lnTo>
                    <a:pt x="125663" y="1498600"/>
                  </a:lnTo>
                  <a:close/>
                </a:path>
                <a:path w="2659379" h="1536700">
                  <a:moveTo>
                    <a:pt x="2540886" y="1498600"/>
                  </a:moveTo>
                  <a:lnTo>
                    <a:pt x="2533716" y="1498600"/>
                  </a:lnTo>
                  <a:lnTo>
                    <a:pt x="2540343" y="1485900"/>
                  </a:lnTo>
                  <a:lnTo>
                    <a:pt x="2551009" y="1485900"/>
                  </a:lnTo>
                  <a:lnTo>
                    <a:pt x="2540886" y="1498600"/>
                  </a:lnTo>
                  <a:close/>
                </a:path>
                <a:path w="2659379" h="1536700">
                  <a:moveTo>
                    <a:pt x="160590" y="1511300"/>
                  </a:moveTo>
                  <a:lnTo>
                    <a:pt x="139571" y="1511300"/>
                  </a:lnTo>
                  <a:lnTo>
                    <a:pt x="128893" y="1498600"/>
                  </a:lnTo>
                  <a:lnTo>
                    <a:pt x="146294" y="1498600"/>
                  </a:lnTo>
                  <a:lnTo>
                    <a:pt x="160590" y="1511300"/>
                  </a:lnTo>
                  <a:close/>
                </a:path>
                <a:path w="2659379" h="1536700">
                  <a:moveTo>
                    <a:pt x="2519808" y="1511300"/>
                  </a:moveTo>
                  <a:lnTo>
                    <a:pt x="2498789" y="1511300"/>
                  </a:lnTo>
                  <a:lnTo>
                    <a:pt x="2513084" y="1498600"/>
                  </a:lnTo>
                  <a:lnTo>
                    <a:pt x="2530486" y="1498600"/>
                  </a:lnTo>
                  <a:lnTo>
                    <a:pt x="2519808" y="1511300"/>
                  </a:lnTo>
                  <a:close/>
                </a:path>
                <a:path w="2659379" h="1536700">
                  <a:moveTo>
                    <a:pt x="190167" y="1524000"/>
                  </a:moveTo>
                  <a:lnTo>
                    <a:pt x="161705" y="1524000"/>
                  </a:lnTo>
                  <a:lnTo>
                    <a:pt x="150526" y="1511300"/>
                  </a:lnTo>
                  <a:lnTo>
                    <a:pt x="182672" y="1511300"/>
                  </a:lnTo>
                  <a:lnTo>
                    <a:pt x="190167" y="1524000"/>
                  </a:lnTo>
                  <a:close/>
                </a:path>
                <a:path w="2659379" h="1536700">
                  <a:moveTo>
                    <a:pt x="2497673" y="1524000"/>
                  </a:moveTo>
                  <a:lnTo>
                    <a:pt x="2469212" y="1524000"/>
                  </a:lnTo>
                  <a:lnTo>
                    <a:pt x="2476707" y="1511300"/>
                  </a:lnTo>
                  <a:lnTo>
                    <a:pt x="2508853" y="1511300"/>
                  </a:lnTo>
                  <a:lnTo>
                    <a:pt x="2497673" y="1524000"/>
                  </a:lnTo>
                  <a:close/>
                </a:path>
                <a:path w="2659379" h="1536700">
                  <a:moveTo>
                    <a:pt x="2439440" y="1536700"/>
                  </a:moveTo>
                  <a:lnTo>
                    <a:pt x="219939" y="1536700"/>
                  </a:lnTo>
                  <a:lnTo>
                    <a:pt x="208075" y="1524000"/>
                  </a:lnTo>
                  <a:lnTo>
                    <a:pt x="2451304" y="1524000"/>
                  </a:lnTo>
                  <a:lnTo>
                    <a:pt x="2439440" y="153670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7970519" y="4091939"/>
              <a:ext cx="426720" cy="426720"/>
            </a:xfrm>
            <a:custGeom>
              <a:avLst/>
              <a:gdLst/>
              <a:ahLst/>
              <a:cxnLst/>
              <a:rect l="l" t="t" r="r" b="b"/>
              <a:pathLst>
                <a:path w="426720" h="426720">
                  <a:moveTo>
                    <a:pt x="304799" y="426719"/>
                  </a:moveTo>
                  <a:lnTo>
                    <a:pt x="121919" y="426719"/>
                  </a:lnTo>
                  <a:lnTo>
                    <a:pt x="109909" y="426139"/>
                  </a:lnTo>
                  <a:lnTo>
                    <a:pt x="64389" y="412307"/>
                  </a:lnTo>
                  <a:lnTo>
                    <a:pt x="27627" y="382107"/>
                  </a:lnTo>
                  <a:lnTo>
                    <a:pt x="5220" y="340138"/>
                  </a:lnTo>
                  <a:lnTo>
                    <a:pt x="0" y="304799"/>
                  </a:lnTo>
                  <a:lnTo>
                    <a:pt x="0" y="121919"/>
                  </a:lnTo>
                  <a:lnTo>
                    <a:pt x="9280" y="75263"/>
                  </a:lnTo>
                  <a:lnTo>
                    <a:pt x="35709" y="35709"/>
                  </a:lnTo>
                  <a:lnTo>
                    <a:pt x="75263" y="9280"/>
                  </a:lnTo>
                  <a:lnTo>
                    <a:pt x="121919" y="0"/>
                  </a:lnTo>
                  <a:lnTo>
                    <a:pt x="304799" y="0"/>
                  </a:lnTo>
                  <a:lnTo>
                    <a:pt x="351456" y="9280"/>
                  </a:lnTo>
                  <a:lnTo>
                    <a:pt x="391010" y="35709"/>
                  </a:lnTo>
                  <a:lnTo>
                    <a:pt x="417439" y="75263"/>
                  </a:lnTo>
                  <a:lnTo>
                    <a:pt x="426719" y="121919"/>
                  </a:lnTo>
                  <a:lnTo>
                    <a:pt x="426719" y="304799"/>
                  </a:lnTo>
                  <a:lnTo>
                    <a:pt x="417439" y="351456"/>
                  </a:lnTo>
                  <a:lnTo>
                    <a:pt x="391010" y="391010"/>
                  </a:lnTo>
                  <a:lnTo>
                    <a:pt x="351456" y="417439"/>
                  </a:lnTo>
                  <a:lnTo>
                    <a:pt x="304799" y="426719"/>
                  </a:lnTo>
                  <a:close/>
                </a:path>
              </a:pathLst>
            </a:custGeom>
            <a:solidFill>
              <a:srgbClr val="1754B9">
                <a:alpha val="21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7970519" y="4091939"/>
              <a:ext cx="426720" cy="426720"/>
            </a:xfrm>
            <a:custGeom>
              <a:avLst/>
              <a:gdLst/>
              <a:ahLst/>
              <a:cxnLst/>
              <a:rect l="l" t="t" r="r" b="b"/>
              <a:pathLst>
                <a:path w="426720" h="426720">
                  <a:moveTo>
                    <a:pt x="304799" y="426719"/>
                  </a:moveTo>
                  <a:lnTo>
                    <a:pt x="121919" y="426719"/>
                  </a:lnTo>
                  <a:lnTo>
                    <a:pt x="109909" y="426139"/>
                  </a:lnTo>
                  <a:lnTo>
                    <a:pt x="64389" y="412307"/>
                  </a:lnTo>
                  <a:lnTo>
                    <a:pt x="27627" y="382107"/>
                  </a:lnTo>
                  <a:lnTo>
                    <a:pt x="5220" y="340138"/>
                  </a:lnTo>
                  <a:lnTo>
                    <a:pt x="0" y="304799"/>
                  </a:lnTo>
                  <a:lnTo>
                    <a:pt x="0" y="121919"/>
                  </a:lnTo>
                  <a:lnTo>
                    <a:pt x="9280" y="75263"/>
                  </a:lnTo>
                  <a:lnTo>
                    <a:pt x="35709" y="35709"/>
                  </a:lnTo>
                  <a:lnTo>
                    <a:pt x="75263" y="9280"/>
                  </a:lnTo>
                  <a:lnTo>
                    <a:pt x="121919" y="0"/>
                  </a:lnTo>
                  <a:lnTo>
                    <a:pt x="304799" y="0"/>
                  </a:lnTo>
                  <a:lnTo>
                    <a:pt x="316810" y="580"/>
                  </a:lnTo>
                  <a:lnTo>
                    <a:pt x="328589" y="2320"/>
                  </a:lnTo>
                  <a:lnTo>
                    <a:pt x="340138" y="5220"/>
                  </a:lnTo>
                  <a:lnTo>
                    <a:pt x="346827" y="7619"/>
                  </a:lnTo>
                  <a:lnTo>
                    <a:pt x="114414" y="7619"/>
                  </a:lnTo>
                  <a:lnTo>
                    <a:pt x="106981" y="8352"/>
                  </a:lnTo>
                  <a:lnTo>
                    <a:pt x="64658" y="22713"/>
                  </a:lnTo>
                  <a:lnTo>
                    <a:pt x="31052" y="52178"/>
                  </a:lnTo>
                  <a:lnTo>
                    <a:pt x="11280" y="92260"/>
                  </a:lnTo>
                  <a:lnTo>
                    <a:pt x="7619" y="114414"/>
                  </a:lnTo>
                  <a:lnTo>
                    <a:pt x="7619" y="312305"/>
                  </a:lnTo>
                  <a:lnTo>
                    <a:pt x="19192" y="355474"/>
                  </a:lnTo>
                  <a:lnTo>
                    <a:pt x="46404" y="390929"/>
                  </a:lnTo>
                  <a:lnTo>
                    <a:pt x="85112" y="413271"/>
                  </a:lnTo>
                  <a:lnTo>
                    <a:pt x="114414" y="419099"/>
                  </a:lnTo>
                  <a:lnTo>
                    <a:pt x="346827" y="419099"/>
                  </a:lnTo>
                  <a:lnTo>
                    <a:pt x="340138" y="421499"/>
                  </a:lnTo>
                  <a:lnTo>
                    <a:pt x="328589" y="424399"/>
                  </a:lnTo>
                  <a:lnTo>
                    <a:pt x="316810" y="426139"/>
                  </a:lnTo>
                  <a:lnTo>
                    <a:pt x="304799" y="426719"/>
                  </a:lnTo>
                  <a:close/>
                </a:path>
                <a:path w="426720" h="426720">
                  <a:moveTo>
                    <a:pt x="346827" y="419099"/>
                  </a:moveTo>
                  <a:lnTo>
                    <a:pt x="312304" y="419099"/>
                  </a:lnTo>
                  <a:lnTo>
                    <a:pt x="319737" y="418367"/>
                  </a:lnTo>
                  <a:lnTo>
                    <a:pt x="334459" y="415439"/>
                  </a:lnTo>
                  <a:lnTo>
                    <a:pt x="374541" y="395667"/>
                  </a:lnTo>
                  <a:lnTo>
                    <a:pt x="404006" y="362061"/>
                  </a:lnTo>
                  <a:lnTo>
                    <a:pt x="418367" y="319737"/>
                  </a:lnTo>
                  <a:lnTo>
                    <a:pt x="419099" y="312305"/>
                  </a:lnTo>
                  <a:lnTo>
                    <a:pt x="419099" y="114414"/>
                  </a:lnTo>
                  <a:lnTo>
                    <a:pt x="407527" y="71245"/>
                  </a:lnTo>
                  <a:lnTo>
                    <a:pt x="380216" y="35709"/>
                  </a:lnTo>
                  <a:lnTo>
                    <a:pt x="341606" y="13448"/>
                  </a:lnTo>
                  <a:lnTo>
                    <a:pt x="312304" y="7619"/>
                  </a:lnTo>
                  <a:lnTo>
                    <a:pt x="346827" y="7619"/>
                  </a:lnTo>
                  <a:lnTo>
                    <a:pt x="382107" y="27627"/>
                  </a:lnTo>
                  <a:lnTo>
                    <a:pt x="412307" y="64389"/>
                  </a:lnTo>
                  <a:lnTo>
                    <a:pt x="426139" y="109909"/>
                  </a:lnTo>
                  <a:lnTo>
                    <a:pt x="426719" y="304799"/>
                  </a:lnTo>
                  <a:lnTo>
                    <a:pt x="426139" y="316810"/>
                  </a:lnTo>
                  <a:lnTo>
                    <a:pt x="412307" y="362330"/>
                  </a:lnTo>
                  <a:lnTo>
                    <a:pt x="382107" y="399092"/>
                  </a:lnTo>
                  <a:lnTo>
                    <a:pt x="351456" y="417439"/>
                  </a:lnTo>
                  <a:lnTo>
                    <a:pt x="346827" y="419099"/>
                  </a:lnTo>
                  <a:close/>
                </a:path>
              </a:pathLst>
            </a:custGeom>
            <a:solidFill>
              <a:srgbClr val="1754B9">
                <a:alpha val="4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01329" y="4222749"/>
              <a:ext cx="173355" cy="165100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7940436" y="4627250"/>
            <a:ext cx="49466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-105" b="1">
                <a:solidFill>
                  <a:srgbClr val="FFFFFF"/>
                </a:solidFill>
                <a:latin typeface="Verdana"/>
                <a:cs typeface="Verdana"/>
              </a:rPr>
              <a:t>Wallet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524193" y="4951266"/>
            <a:ext cx="1324610" cy="1771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00" spc="-50">
                <a:solidFill>
                  <a:srgbClr val="9CA2AF"/>
                </a:solidFill>
                <a:latin typeface="Microsoft Sans Serif"/>
                <a:cs typeface="Microsoft Sans Serif"/>
              </a:rPr>
              <a:t>Cartera</a:t>
            </a:r>
            <a:r>
              <a:rPr dirty="0" sz="1000" spc="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35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1000" spc="-4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50">
                <a:solidFill>
                  <a:srgbClr val="9CA2AF"/>
                </a:solidFill>
                <a:latin typeface="Microsoft Sans Serif"/>
                <a:cs typeface="Microsoft Sans Serif"/>
              </a:rPr>
              <a:t>los</a:t>
            </a:r>
            <a:r>
              <a:rPr dirty="0" sz="1000" spc="-4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5">
                <a:solidFill>
                  <a:srgbClr val="9CA2AF"/>
                </a:solidFill>
                <a:latin typeface="Microsoft Sans Serif"/>
                <a:cs typeface="Microsoft Sans Serif"/>
              </a:rPr>
              <a:t>inversores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90306" y="1763977"/>
            <a:ext cx="697230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0" b="1">
                <a:solidFill>
                  <a:srgbClr val="1754B9"/>
                </a:solidFill>
                <a:latin typeface="Georgia"/>
                <a:cs typeface="Georgia"/>
              </a:rPr>
              <a:t>T</a:t>
            </a:r>
            <a:r>
              <a:rPr dirty="0" sz="750" spc="-7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229" b="1">
                <a:solidFill>
                  <a:srgbClr val="1754B9"/>
                </a:solidFill>
                <a:latin typeface="Georgia"/>
                <a:cs typeface="Georgia"/>
              </a:rPr>
              <a:t>O</a:t>
            </a:r>
            <a:r>
              <a:rPr dirty="0" sz="750" spc="-5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95" b="1">
                <a:solidFill>
                  <a:srgbClr val="1754B9"/>
                </a:solidFill>
                <a:latin typeface="Georgia"/>
                <a:cs typeface="Georgia"/>
              </a:rPr>
              <a:t>K</a:t>
            </a:r>
            <a:r>
              <a:rPr dirty="0" sz="750" spc="-8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50" b="1">
                <a:solidFill>
                  <a:srgbClr val="1754B9"/>
                </a:solidFill>
                <a:latin typeface="Georgia"/>
                <a:cs typeface="Georgia"/>
              </a:rPr>
              <a:t>E</a:t>
            </a:r>
            <a:r>
              <a:rPr dirty="0" sz="750" spc="-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0" b="1">
                <a:solidFill>
                  <a:srgbClr val="1754B9"/>
                </a:solidFill>
                <a:latin typeface="Georgia"/>
                <a:cs typeface="Georgia"/>
              </a:rPr>
              <a:t>N</a:t>
            </a:r>
            <a:r>
              <a:rPr dirty="0" sz="750" spc="3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40" b="1">
                <a:solidFill>
                  <a:srgbClr val="1754B9"/>
                </a:solidFill>
                <a:latin typeface="Georgia"/>
                <a:cs typeface="Georgia"/>
              </a:rPr>
              <a:t>C</a:t>
            </a:r>
            <a:r>
              <a:rPr dirty="0" sz="750" spc="-5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b="1">
                <a:solidFill>
                  <a:srgbClr val="1754B9"/>
                </a:solidFill>
                <a:latin typeface="Georgia"/>
                <a:cs typeface="Georgia"/>
              </a:rPr>
              <a:t>I</a:t>
            </a:r>
            <a:r>
              <a:rPr dirty="0" sz="750" spc="-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00" b="1">
                <a:solidFill>
                  <a:srgbClr val="1754B9"/>
                </a:solidFill>
                <a:latin typeface="Georgia"/>
                <a:cs typeface="Georgia"/>
              </a:rPr>
              <a:t>T</a:t>
            </a:r>
            <a:r>
              <a:rPr dirty="0" sz="750" spc="-7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50" b="1">
                <a:solidFill>
                  <a:srgbClr val="1754B9"/>
                </a:solidFill>
                <a:latin typeface="Georgia"/>
                <a:cs typeface="Georgia"/>
              </a:rPr>
              <a:t>Y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30406" y="1864019"/>
            <a:ext cx="8644255" cy="5899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0"/>
              <a:t>¿Qué</a:t>
            </a:r>
            <a:r>
              <a:rPr dirty="0" spc="-305"/>
              <a:t> </a:t>
            </a:r>
            <a:r>
              <a:rPr dirty="0" spc="-175"/>
              <a:t>son</a:t>
            </a:r>
            <a:r>
              <a:rPr dirty="0" spc="-190"/>
              <a:t> </a:t>
            </a:r>
            <a:r>
              <a:rPr dirty="0" spc="-145"/>
              <a:t>los</a:t>
            </a:r>
            <a:r>
              <a:rPr dirty="0" spc="-295"/>
              <a:t> </a:t>
            </a:r>
            <a:r>
              <a:rPr dirty="0" spc="-165"/>
              <a:t>Real</a:t>
            </a:r>
            <a:r>
              <a:rPr dirty="0" spc="-50"/>
              <a:t> </a:t>
            </a:r>
            <a:r>
              <a:rPr dirty="0" spc="-365"/>
              <a:t>W</a:t>
            </a:r>
            <a:r>
              <a:rPr dirty="0" spc="-70"/>
              <a:t>o</a:t>
            </a:r>
            <a:r>
              <a:rPr dirty="0" spc="-15"/>
              <a:t>r</a:t>
            </a:r>
            <a:r>
              <a:rPr dirty="0" spc="180"/>
              <a:t>l</a:t>
            </a:r>
            <a:r>
              <a:rPr dirty="0" spc="110"/>
              <a:t>d</a:t>
            </a:r>
            <a:r>
              <a:rPr dirty="0" spc="-190"/>
              <a:t> </a:t>
            </a:r>
            <a:r>
              <a:rPr dirty="0" spc="-170"/>
              <a:t>Assets</a:t>
            </a:r>
            <a:r>
              <a:rPr dirty="0" spc="-295"/>
              <a:t> </a:t>
            </a:r>
            <a:r>
              <a:rPr dirty="0" spc="-130"/>
              <a:t>(RWAs)?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33295" y="2547038"/>
            <a:ext cx="6211570" cy="665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21700"/>
              </a:lnSpc>
              <a:spcBef>
                <a:spcPts val="95"/>
              </a:spcBef>
            </a:pP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Los</a:t>
            </a:r>
            <a:r>
              <a:rPr dirty="0" sz="1150" spc="10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activos</a:t>
            </a:r>
            <a:r>
              <a:rPr dirty="0" sz="1150" spc="10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tradicionales</a:t>
            </a:r>
            <a:r>
              <a:rPr dirty="0" sz="1150" spc="11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tokenizados</a:t>
            </a:r>
            <a:r>
              <a:rPr dirty="0" sz="1150" spc="10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409">
                <a:solidFill>
                  <a:srgbClr val="9CA2AF"/>
                </a:solidFill>
                <a:latin typeface="Microsoft Sans Serif"/>
                <a:cs typeface="Microsoft Sans Serif"/>
              </a:rPr>
              <a:t>—</a:t>
            </a:r>
            <a:r>
              <a:rPr dirty="0" sz="1150" spc="85">
                <a:solidFill>
                  <a:srgbClr val="9CA2AF"/>
                </a:solidFill>
                <a:latin typeface="Microsoft Sans Serif"/>
                <a:cs typeface="Microsoft Sans Serif"/>
              </a:rPr>
              <a:t>como</a:t>
            </a:r>
            <a:r>
              <a:rPr dirty="0" sz="1150" spc="114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0">
                <a:solidFill>
                  <a:srgbClr val="9CA2AF"/>
                </a:solidFill>
                <a:latin typeface="Microsoft Sans Serif"/>
                <a:cs typeface="Microsoft Sans Serif"/>
              </a:rPr>
              <a:t>inmobiliario</a:t>
            </a:r>
            <a:r>
              <a:rPr dirty="0" sz="1150" spc="114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5">
                <a:solidFill>
                  <a:srgbClr val="9CA2AF"/>
                </a:solidFill>
                <a:latin typeface="Microsoft Sans Serif"/>
                <a:cs typeface="Microsoft Sans Serif"/>
              </a:rPr>
              <a:t>o</a:t>
            </a:r>
            <a:r>
              <a:rPr dirty="0" sz="1150" spc="114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5">
                <a:solidFill>
                  <a:srgbClr val="9CA2AF"/>
                </a:solidFill>
                <a:latin typeface="Microsoft Sans Serif"/>
                <a:cs typeface="Microsoft Sans Serif"/>
              </a:rPr>
              <a:t>energía—</a:t>
            </a:r>
            <a:r>
              <a:rPr dirty="0" sz="1150" spc="-4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se</a:t>
            </a:r>
            <a:r>
              <a:rPr dirty="0" sz="1150" spc="114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0">
                <a:solidFill>
                  <a:srgbClr val="9CA2AF"/>
                </a:solidFill>
                <a:latin typeface="Microsoft Sans Serif"/>
                <a:cs typeface="Microsoft Sans Serif"/>
              </a:rPr>
              <a:t>agrupan</a:t>
            </a:r>
            <a:r>
              <a:rPr dirty="0" sz="1150" spc="20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bajo</a:t>
            </a:r>
            <a:r>
              <a:rPr dirty="0" sz="1150" spc="114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5">
                <a:solidFill>
                  <a:srgbClr val="9CA2AF"/>
                </a:solidFill>
                <a:latin typeface="Microsoft Sans Serif"/>
                <a:cs typeface="Microsoft Sans Serif"/>
              </a:rPr>
              <a:t>el </a:t>
            </a:r>
            <a:r>
              <a:rPr dirty="0" sz="1150" spc="80">
                <a:solidFill>
                  <a:srgbClr val="9CA2AF"/>
                </a:solidFill>
                <a:latin typeface="Microsoft Sans Serif"/>
                <a:cs typeface="Microsoft Sans Serif"/>
              </a:rPr>
              <a:t>término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 RWA.</a:t>
            </a:r>
            <a:r>
              <a:rPr dirty="0" sz="1150" spc="70">
                <a:solidFill>
                  <a:srgbClr val="9CA2AF"/>
                </a:solidFill>
                <a:latin typeface="Microsoft Sans Serif"/>
                <a:cs typeface="Microsoft Sans Serif"/>
              </a:rPr>
              <a:t> Dentro</a:t>
            </a:r>
            <a:r>
              <a:rPr dirty="0" sz="1150" spc="1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5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9CA2AF"/>
                </a:solidFill>
                <a:latin typeface="Microsoft Sans Serif"/>
                <a:cs typeface="Microsoft Sans Serif"/>
              </a:rPr>
              <a:t>esta</a:t>
            </a:r>
            <a:r>
              <a:rPr dirty="0" sz="1150" spc="8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9CA2AF"/>
                </a:solidFill>
                <a:latin typeface="Microsoft Sans Serif"/>
                <a:cs typeface="Microsoft Sans Serif"/>
              </a:rPr>
              <a:t>categoría</a:t>
            </a:r>
            <a:r>
              <a:rPr dirty="0" sz="1150" spc="8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9CA2AF"/>
                </a:solidFill>
                <a:latin typeface="Microsoft Sans Serif"/>
                <a:cs typeface="Microsoft Sans Serif"/>
              </a:rPr>
              <a:t>están</a:t>
            </a:r>
            <a:r>
              <a:rPr dirty="0" sz="1150" spc="7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9CA2AF"/>
                </a:solidFill>
                <a:latin typeface="Microsoft Sans Serif"/>
                <a:cs typeface="Microsoft Sans Serif"/>
              </a:rPr>
              <a:t>los</a:t>
            </a:r>
            <a:r>
              <a:rPr dirty="0" sz="1150" spc="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70">
                <a:solidFill>
                  <a:srgbClr val="9CA2AF"/>
                </a:solidFill>
                <a:latin typeface="Microsoft Sans Serif"/>
                <a:cs typeface="Microsoft Sans Serif"/>
              </a:rPr>
              <a:t>instrumentos</a:t>
            </a:r>
            <a:r>
              <a:rPr dirty="0" sz="1150" spc="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9CA2AF"/>
                </a:solidFill>
                <a:latin typeface="Microsoft Sans Serif"/>
                <a:cs typeface="Microsoft Sans Serif"/>
              </a:rPr>
              <a:t>financieros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9CA2AF"/>
                </a:solidFill>
                <a:latin typeface="Microsoft Sans Serif"/>
                <a:cs typeface="Microsoft Sans Serif"/>
              </a:rPr>
              <a:t>tokenizados </a:t>
            </a: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(Security</a:t>
            </a:r>
            <a:r>
              <a:rPr dirty="0" sz="1150" spc="4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9CA2AF"/>
                </a:solidFill>
                <a:latin typeface="Microsoft Sans Serif"/>
                <a:cs typeface="Microsoft Sans Serif"/>
              </a:rPr>
              <a:t>Tokens),</a:t>
            </a:r>
            <a:r>
              <a:rPr dirty="0" sz="1150" spc="21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diferenciados</a:t>
            </a:r>
            <a:r>
              <a:rPr dirty="0" sz="1150" spc="12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5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1150" spc="12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los</a:t>
            </a:r>
            <a:r>
              <a:rPr dirty="0" sz="1150" spc="12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0">
                <a:solidFill>
                  <a:srgbClr val="9CA2AF"/>
                </a:solidFill>
                <a:latin typeface="Microsoft Sans Serif"/>
                <a:cs typeface="Microsoft Sans Serif"/>
              </a:rPr>
              <a:t>demás</a:t>
            </a:r>
            <a:r>
              <a:rPr dirty="0" sz="1150" spc="12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9CA2AF"/>
                </a:solidFill>
                <a:latin typeface="Microsoft Sans Serif"/>
                <a:cs typeface="Microsoft Sans Serif"/>
              </a:rPr>
              <a:t>"criptoactivos".</a:t>
            </a:r>
            <a:endParaRPr sz="115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79" y="3535679"/>
            <a:ext cx="5593079" cy="20955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36466" y="3768906"/>
            <a:ext cx="1356995" cy="142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50" spc="60">
                <a:solidFill>
                  <a:srgbClr val="9CA2AF"/>
                </a:solidFill>
                <a:latin typeface="Georgia"/>
                <a:cs typeface="Georgia"/>
              </a:rPr>
              <a:t>Real</a:t>
            </a:r>
            <a:r>
              <a:rPr dirty="0" sz="750" spc="295">
                <a:solidFill>
                  <a:srgbClr val="9CA2AF"/>
                </a:solidFill>
                <a:latin typeface="Georgia"/>
                <a:cs typeface="Georgia"/>
              </a:rPr>
              <a:t> </a:t>
            </a:r>
            <a:r>
              <a:rPr dirty="0" sz="750">
                <a:solidFill>
                  <a:srgbClr val="9CA2AF"/>
                </a:solidFill>
                <a:latin typeface="Georgia"/>
                <a:cs typeface="Georgia"/>
              </a:rPr>
              <a:t>World</a:t>
            </a:r>
            <a:r>
              <a:rPr dirty="0" sz="750" spc="340">
                <a:solidFill>
                  <a:srgbClr val="9CA2AF"/>
                </a:solidFill>
                <a:latin typeface="Georgia"/>
                <a:cs typeface="Georgia"/>
              </a:rPr>
              <a:t> </a:t>
            </a:r>
            <a:r>
              <a:rPr dirty="0" sz="750" spc="80">
                <a:solidFill>
                  <a:srgbClr val="9CA2AF"/>
                </a:solidFill>
                <a:latin typeface="Georgia"/>
                <a:cs typeface="Georgia"/>
              </a:rPr>
              <a:t>Assets</a:t>
            </a:r>
            <a:r>
              <a:rPr dirty="0" sz="750" spc="325">
                <a:solidFill>
                  <a:srgbClr val="9CA2AF"/>
                </a:solidFill>
                <a:latin typeface="Georgia"/>
                <a:cs typeface="Georgia"/>
              </a:rPr>
              <a:t> </a:t>
            </a:r>
            <a:r>
              <a:rPr dirty="0" sz="750" spc="70">
                <a:solidFill>
                  <a:srgbClr val="9CA2AF"/>
                </a:solidFill>
                <a:latin typeface="Georgia"/>
                <a:cs typeface="Georgia"/>
              </a:rPr>
              <a:t>(</a:t>
            </a:r>
            <a:r>
              <a:rPr dirty="0" sz="750" spc="-90">
                <a:solidFill>
                  <a:srgbClr val="9CA2AF"/>
                </a:solidFill>
                <a:latin typeface="Georgia"/>
                <a:cs typeface="Georgia"/>
              </a:rPr>
              <a:t> </a:t>
            </a:r>
            <a:r>
              <a:rPr dirty="0" sz="750" spc="-40">
                <a:solidFill>
                  <a:srgbClr val="9CA2AF"/>
                </a:solidFill>
                <a:latin typeface="Georgia"/>
                <a:cs typeface="Georgia"/>
              </a:rPr>
              <a:t>RWAs)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7715" y="4796111"/>
            <a:ext cx="1409065" cy="33020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15"/>
              </a:spcBef>
            </a:pPr>
            <a:r>
              <a:rPr dirty="0" sz="900" spc="-70">
                <a:solidFill>
                  <a:srgbClr val="FFFFFF"/>
                </a:solidFill>
                <a:latin typeface="Arial Black"/>
                <a:cs typeface="Arial Black"/>
              </a:rPr>
              <a:t>Instrumentos</a:t>
            </a:r>
            <a:r>
              <a:rPr dirty="0" sz="900" spc="1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50">
                <a:solidFill>
                  <a:srgbClr val="FFFFFF"/>
                </a:solidFill>
                <a:latin typeface="Arial Black"/>
                <a:cs typeface="Arial Black"/>
              </a:rPr>
              <a:t>financieros</a:t>
            </a:r>
            <a:endParaRPr sz="900">
              <a:latin typeface="Arial Black"/>
              <a:cs typeface="Arial Black"/>
            </a:endParaRPr>
          </a:p>
          <a:p>
            <a:pPr algn="ctr" marR="635">
              <a:lnSpc>
                <a:spcPct val="100000"/>
              </a:lnSpc>
              <a:spcBef>
                <a:spcPts val="120"/>
              </a:spcBef>
            </a:pPr>
            <a:r>
              <a:rPr dirty="0" sz="900" spc="-75">
                <a:solidFill>
                  <a:srgbClr val="FFFFFF"/>
                </a:solidFill>
                <a:latin typeface="Arial Black"/>
                <a:cs typeface="Arial Black"/>
              </a:rPr>
              <a:t>(Security </a:t>
            </a:r>
            <a:r>
              <a:rPr dirty="0" sz="900" spc="-10">
                <a:solidFill>
                  <a:srgbClr val="FFFFFF"/>
                </a:solidFill>
                <a:latin typeface="Arial Black"/>
                <a:cs typeface="Arial Black"/>
              </a:rPr>
              <a:t>Tokens)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49174" y="5170466"/>
            <a:ext cx="925194" cy="1428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Mercado</a:t>
            </a:r>
            <a:r>
              <a:rPr dirty="0" sz="750" spc="9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750" spc="10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9CA2AF"/>
                </a:solidFill>
                <a:latin typeface="Microsoft Sans Serif"/>
                <a:cs typeface="Microsoft Sans Serif"/>
              </a:rPr>
              <a:t>Valores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16662" y="4883996"/>
            <a:ext cx="690880" cy="1663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00" spc="-70">
                <a:solidFill>
                  <a:srgbClr val="FFFFFF"/>
                </a:solidFill>
                <a:latin typeface="Arial Black"/>
                <a:cs typeface="Arial Black"/>
              </a:rPr>
              <a:t>Otros</a:t>
            </a:r>
            <a:r>
              <a:rPr dirty="0" sz="900" spc="-4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50">
                <a:solidFill>
                  <a:srgbClr val="FFFFFF"/>
                </a:solidFill>
                <a:latin typeface="Arial Black"/>
                <a:cs typeface="Arial Black"/>
              </a:rPr>
              <a:t>RWAs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27641" y="5094266"/>
            <a:ext cx="273050" cy="1428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50" spc="-20">
                <a:solidFill>
                  <a:srgbClr val="9CA2AF"/>
                </a:solidFill>
                <a:latin typeface="Microsoft Sans Serif"/>
                <a:cs typeface="Microsoft Sans Serif"/>
              </a:rPr>
              <a:t>MiCA</a:t>
            </a:r>
            <a:endParaRPr sz="750">
              <a:latin typeface="Microsoft Sans Serif"/>
              <a:cs typeface="Microsoft Sans Serif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16039" y="3535679"/>
            <a:ext cx="3634740" cy="209550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708496" y="3768906"/>
            <a:ext cx="412115" cy="142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50" spc="75">
                <a:solidFill>
                  <a:srgbClr val="9CA2AF"/>
                </a:solidFill>
                <a:latin typeface="Georgia"/>
                <a:cs typeface="Georgia"/>
              </a:rPr>
              <a:t>Criptos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97787" y="4883996"/>
            <a:ext cx="1069975" cy="1663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00" spc="-70">
                <a:solidFill>
                  <a:srgbClr val="FFFFFF"/>
                </a:solidFill>
                <a:latin typeface="Arial Black"/>
                <a:cs typeface="Arial Black"/>
              </a:rPr>
              <a:t>Otros</a:t>
            </a:r>
            <a:r>
              <a:rPr dirty="0" sz="900" spc="-5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70">
                <a:solidFill>
                  <a:srgbClr val="FFFFFF"/>
                </a:solidFill>
                <a:latin typeface="Arial Black"/>
                <a:cs typeface="Arial Black"/>
              </a:rPr>
              <a:t>criptoactivos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098313" y="5094266"/>
            <a:ext cx="273050" cy="1428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50" spc="-20">
                <a:solidFill>
                  <a:srgbClr val="9CA2AF"/>
                </a:solidFill>
                <a:latin typeface="Microsoft Sans Serif"/>
                <a:cs typeface="Microsoft Sans Serif"/>
              </a:rPr>
              <a:t>MiCA</a:t>
            </a:r>
            <a:endParaRPr sz="7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90306" y="1413457"/>
            <a:ext cx="697230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0" b="1">
                <a:solidFill>
                  <a:srgbClr val="1754B9"/>
                </a:solidFill>
                <a:latin typeface="Georgia"/>
                <a:cs typeface="Georgia"/>
              </a:rPr>
              <a:t>T</a:t>
            </a:r>
            <a:r>
              <a:rPr dirty="0" sz="750" spc="-7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229" b="1">
                <a:solidFill>
                  <a:srgbClr val="1754B9"/>
                </a:solidFill>
                <a:latin typeface="Georgia"/>
                <a:cs typeface="Georgia"/>
              </a:rPr>
              <a:t>O</a:t>
            </a:r>
            <a:r>
              <a:rPr dirty="0" sz="750" spc="-5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95" b="1">
                <a:solidFill>
                  <a:srgbClr val="1754B9"/>
                </a:solidFill>
                <a:latin typeface="Georgia"/>
                <a:cs typeface="Georgia"/>
              </a:rPr>
              <a:t>K</a:t>
            </a:r>
            <a:r>
              <a:rPr dirty="0" sz="750" spc="-8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50" b="1">
                <a:solidFill>
                  <a:srgbClr val="1754B9"/>
                </a:solidFill>
                <a:latin typeface="Georgia"/>
                <a:cs typeface="Georgia"/>
              </a:rPr>
              <a:t>E</a:t>
            </a:r>
            <a:r>
              <a:rPr dirty="0" sz="750" spc="-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0" b="1">
                <a:solidFill>
                  <a:srgbClr val="1754B9"/>
                </a:solidFill>
                <a:latin typeface="Georgia"/>
                <a:cs typeface="Georgia"/>
              </a:rPr>
              <a:t>N</a:t>
            </a:r>
            <a:r>
              <a:rPr dirty="0" sz="750" spc="3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40" b="1">
                <a:solidFill>
                  <a:srgbClr val="1754B9"/>
                </a:solidFill>
                <a:latin typeface="Georgia"/>
                <a:cs typeface="Georgia"/>
              </a:rPr>
              <a:t>C</a:t>
            </a:r>
            <a:r>
              <a:rPr dirty="0" sz="750" spc="-5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b="1">
                <a:solidFill>
                  <a:srgbClr val="1754B9"/>
                </a:solidFill>
                <a:latin typeface="Georgia"/>
                <a:cs typeface="Georgia"/>
              </a:rPr>
              <a:t>I</a:t>
            </a:r>
            <a:r>
              <a:rPr dirty="0" sz="750" spc="-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00" b="1">
                <a:solidFill>
                  <a:srgbClr val="1754B9"/>
                </a:solidFill>
                <a:latin typeface="Georgia"/>
                <a:cs typeface="Georgia"/>
              </a:rPr>
              <a:t>T</a:t>
            </a:r>
            <a:r>
              <a:rPr dirty="0" sz="750" spc="-7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50" b="1">
                <a:solidFill>
                  <a:srgbClr val="1754B9"/>
                </a:solidFill>
                <a:latin typeface="Georgia"/>
                <a:cs typeface="Georgia"/>
              </a:rPr>
              <a:t>Y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193885" y="1513499"/>
            <a:ext cx="6316980" cy="5899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0"/>
              <a:t>¿Qué</a:t>
            </a:r>
            <a:r>
              <a:rPr dirty="0" spc="-295"/>
              <a:t> </a:t>
            </a:r>
            <a:r>
              <a:rPr dirty="0" spc="-95"/>
              <a:t>valor</a:t>
            </a:r>
            <a:r>
              <a:rPr dirty="0" spc="-245"/>
              <a:t> </a:t>
            </a:r>
            <a:r>
              <a:rPr dirty="0" spc="-10"/>
              <a:t>tienen</a:t>
            </a:r>
            <a:r>
              <a:rPr dirty="0" spc="-180"/>
              <a:t> </a:t>
            </a:r>
            <a:r>
              <a:rPr dirty="0" spc="-145"/>
              <a:t>los</a:t>
            </a:r>
            <a:r>
              <a:rPr dirty="0" spc="-285"/>
              <a:t> </a:t>
            </a:r>
            <a:r>
              <a:rPr dirty="0" spc="-90"/>
              <a:t>tokens?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32580" y="2196518"/>
            <a:ext cx="6227445" cy="665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 indent="-8255">
              <a:lnSpc>
                <a:spcPct val="121700"/>
              </a:lnSpc>
              <a:spcBef>
                <a:spcPts val="95"/>
              </a:spcBef>
            </a:pPr>
            <a:r>
              <a:rPr dirty="0" sz="1150" spc="60">
                <a:solidFill>
                  <a:srgbClr val="9CA2AF"/>
                </a:solidFill>
                <a:latin typeface="Microsoft Sans Serif"/>
                <a:cs typeface="Microsoft Sans Serif"/>
              </a:rPr>
              <a:t>Depende</a:t>
            </a:r>
            <a:r>
              <a:rPr dirty="0" sz="1150" spc="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5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1150" spc="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lo</a:t>
            </a:r>
            <a:r>
              <a:rPr dirty="0" sz="1150" spc="4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75">
                <a:solidFill>
                  <a:srgbClr val="9CA2AF"/>
                </a:solidFill>
                <a:latin typeface="Microsoft Sans Serif"/>
                <a:cs typeface="Microsoft Sans Serif"/>
              </a:rPr>
              <a:t>que</a:t>
            </a:r>
            <a:r>
              <a:rPr dirty="0" sz="1150" spc="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representen.</a:t>
            </a:r>
            <a:r>
              <a:rPr dirty="0" sz="1150" spc="10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5">
                <a:solidFill>
                  <a:srgbClr val="9CA2AF"/>
                </a:solidFill>
                <a:latin typeface="Microsoft Sans Serif"/>
                <a:cs typeface="Microsoft Sans Serif"/>
              </a:rPr>
              <a:t>Típicamente</a:t>
            </a:r>
            <a:r>
              <a:rPr dirty="0" sz="1150" spc="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los</a:t>
            </a:r>
            <a:r>
              <a:rPr dirty="0" sz="1150" spc="3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RWAs</a:t>
            </a:r>
            <a:r>
              <a:rPr dirty="0" sz="1150" spc="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ofrecen</a:t>
            </a:r>
            <a:r>
              <a:rPr dirty="0" sz="1150" spc="10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9CA2AF"/>
                </a:solidFill>
                <a:latin typeface="Microsoft Sans Serif"/>
                <a:cs typeface="Microsoft Sans Serif"/>
              </a:rPr>
              <a:t>participación</a:t>
            </a:r>
            <a:r>
              <a:rPr dirty="0" sz="1150" spc="10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en</a:t>
            </a:r>
            <a:r>
              <a:rPr dirty="0" sz="1150" spc="10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9CA2AF"/>
                </a:solidFill>
                <a:latin typeface="Microsoft Sans Serif"/>
                <a:cs typeface="Microsoft Sans Serif"/>
              </a:rPr>
              <a:t>un 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negocio,</a:t>
            </a:r>
            <a:r>
              <a:rPr dirty="0" sz="1150" spc="12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interés</a:t>
            </a:r>
            <a:r>
              <a:rPr dirty="0" sz="1150" spc="4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sobre</a:t>
            </a:r>
            <a:r>
              <a:rPr dirty="0" sz="1150" spc="5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9CA2AF"/>
                </a:solidFill>
                <a:latin typeface="Microsoft Sans Serif"/>
                <a:cs typeface="Microsoft Sans Serif"/>
              </a:rPr>
              <a:t>una</a:t>
            </a:r>
            <a:r>
              <a:rPr dirty="0" sz="1150" spc="13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deuda,</a:t>
            </a:r>
            <a:r>
              <a:rPr dirty="0" sz="1150" spc="12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9CA2AF"/>
                </a:solidFill>
                <a:latin typeface="Microsoft Sans Serif"/>
                <a:cs typeface="Microsoft Sans Serif"/>
              </a:rPr>
              <a:t>participación</a:t>
            </a:r>
            <a:r>
              <a:rPr dirty="0" sz="1150" spc="12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en</a:t>
            </a:r>
            <a:r>
              <a:rPr dirty="0" sz="1150" spc="12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la</a:t>
            </a:r>
            <a:r>
              <a:rPr dirty="0" sz="1150" spc="13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9CA2AF"/>
                </a:solidFill>
                <a:latin typeface="Microsoft Sans Serif"/>
                <a:cs typeface="Microsoft Sans Serif"/>
              </a:rPr>
              <a:t>rentabilidad</a:t>
            </a:r>
            <a:r>
              <a:rPr dirty="0" sz="1150" spc="12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u</a:t>
            </a:r>
            <a:r>
              <a:rPr dirty="0" sz="1150" spc="1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otros</a:t>
            </a:r>
            <a:r>
              <a:rPr dirty="0" sz="1150" spc="4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0">
                <a:solidFill>
                  <a:srgbClr val="9CA2AF"/>
                </a:solidFill>
                <a:latin typeface="Microsoft Sans Serif"/>
                <a:cs typeface="Microsoft Sans Serif"/>
              </a:rPr>
              <a:t>productos</a:t>
            </a:r>
            <a:r>
              <a:rPr dirty="0" sz="1150" spc="4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35">
                <a:solidFill>
                  <a:srgbClr val="9CA2AF"/>
                </a:solidFill>
                <a:latin typeface="Microsoft Sans Serif"/>
                <a:cs typeface="Microsoft Sans Serif"/>
              </a:rPr>
              <a:t>más </a:t>
            </a:r>
            <a:r>
              <a:rPr dirty="0" sz="1150" spc="-10">
                <a:solidFill>
                  <a:srgbClr val="9CA2AF"/>
                </a:solidFill>
                <a:latin typeface="Microsoft Sans Serif"/>
                <a:cs typeface="Microsoft Sans Serif"/>
              </a:rPr>
              <a:t>complejos.</a:t>
            </a:r>
            <a:endParaRPr sz="115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79" y="3185159"/>
            <a:ext cx="3073907" cy="1359639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3825239" y="3185159"/>
            <a:ext cx="3082290" cy="1318260"/>
            <a:chOff x="3825239" y="3185159"/>
            <a:chExt cx="3082290" cy="1318260"/>
          </a:xfrm>
        </p:grpSpPr>
        <p:sp>
          <p:nvSpPr>
            <p:cNvPr id="7" name="object 7"/>
            <p:cNvSpPr/>
            <p:nvPr/>
          </p:nvSpPr>
          <p:spPr>
            <a:xfrm>
              <a:off x="3825239" y="3185160"/>
              <a:ext cx="3040380" cy="1318260"/>
            </a:xfrm>
            <a:custGeom>
              <a:avLst/>
              <a:gdLst/>
              <a:ahLst/>
              <a:cxnLst/>
              <a:rect l="l" t="t" r="r" b="b"/>
              <a:pathLst>
                <a:path w="3040379" h="1318260">
                  <a:moveTo>
                    <a:pt x="2796539" y="1318259"/>
                  </a:moveTo>
                  <a:lnTo>
                    <a:pt x="243839" y="1318259"/>
                  </a:lnTo>
                  <a:lnTo>
                    <a:pt x="231860" y="1317967"/>
                  </a:lnTo>
                  <a:lnTo>
                    <a:pt x="184576" y="1310950"/>
                  </a:lnTo>
                  <a:lnTo>
                    <a:pt x="139570" y="1294843"/>
                  </a:lnTo>
                  <a:lnTo>
                    <a:pt x="98571" y="1270266"/>
                  </a:lnTo>
                  <a:lnTo>
                    <a:pt x="63155" y="1238162"/>
                  </a:lnTo>
                  <a:lnTo>
                    <a:pt x="34682" y="1199766"/>
                  </a:lnTo>
                  <a:lnTo>
                    <a:pt x="14247" y="1156553"/>
                  </a:lnTo>
                  <a:lnTo>
                    <a:pt x="2635" y="1110184"/>
                  </a:lnTo>
                  <a:lnTo>
                    <a:pt x="0" y="1074419"/>
                  </a:lnTo>
                  <a:lnTo>
                    <a:pt x="0" y="243839"/>
                  </a:lnTo>
                  <a:lnTo>
                    <a:pt x="4685" y="196268"/>
                  </a:lnTo>
                  <a:lnTo>
                    <a:pt x="18561" y="150525"/>
                  </a:lnTo>
                  <a:lnTo>
                    <a:pt x="41094" y="108369"/>
                  </a:lnTo>
                  <a:lnTo>
                    <a:pt x="71418" y="71418"/>
                  </a:lnTo>
                  <a:lnTo>
                    <a:pt x="108369" y="41094"/>
                  </a:lnTo>
                  <a:lnTo>
                    <a:pt x="150525" y="18561"/>
                  </a:lnTo>
                  <a:lnTo>
                    <a:pt x="196268" y="4685"/>
                  </a:lnTo>
                  <a:lnTo>
                    <a:pt x="243839" y="0"/>
                  </a:lnTo>
                  <a:lnTo>
                    <a:pt x="2796539" y="0"/>
                  </a:lnTo>
                  <a:lnTo>
                    <a:pt x="2844110" y="4685"/>
                  </a:lnTo>
                  <a:lnTo>
                    <a:pt x="2889853" y="18561"/>
                  </a:lnTo>
                  <a:lnTo>
                    <a:pt x="2932009" y="41094"/>
                  </a:lnTo>
                  <a:lnTo>
                    <a:pt x="2968960" y="71418"/>
                  </a:lnTo>
                  <a:lnTo>
                    <a:pt x="2999284" y="108369"/>
                  </a:lnTo>
                  <a:lnTo>
                    <a:pt x="3021818" y="150525"/>
                  </a:lnTo>
                  <a:lnTo>
                    <a:pt x="3035694" y="196268"/>
                  </a:lnTo>
                  <a:lnTo>
                    <a:pt x="3040379" y="243839"/>
                  </a:lnTo>
                  <a:lnTo>
                    <a:pt x="3040379" y="1074419"/>
                  </a:lnTo>
                  <a:lnTo>
                    <a:pt x="3035694" y="1121990"/>
                  </a:lnTo>
                  <a:lnTo>
                    <a:pt x="3021818" y="1167732"/>
                  </a:lnTo>
                  <a:lnTo>
                    <a:pt x="2999284" y="1209890"/>
                  </a:lnTo>
                  <a:lnTo>
                    <a:pt x="2968960" y="1246840"/>
                  </a:lnTo>
                  <a:lnTo>
                    <a:pt x="2932009" y="1277165"/>
                  </a:lnTo>
                  <a:lnTo>
                    <a:pt x="2889852" y="1299698"/>
                  </a:lnTo>
                  <a:lnTo>
                    <a:pt x="2844110" y="1313574"/>
                  </a:lnTo>
                  <a:lnTo>
                    <a:pt x="2796539" y="131825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949687" y="3185172"/>
              <a:ext cx="2915920" cy="1318260"/>
            </a:xfrm>
            <a:custGeom>
              <a:avLst/>
              <a:gdLst/>
              <a:ahLst/>
              <a:cxnLst/>
              <a:rect l="l" t="t" r="r" b="b"/>
              <a:pathLst>
                <a:path w="2915920" h="1318260">
                  <a:moveTo>
                    <a:pt x="2915920" y="243840"/>
                  </a:moveTo>
                  <a:lnTo>
                    <a:pt x="2911246" y="196265"/>
                  </a:lnTo>
                  <a:lnTo>
                    <a:pt x="2897365" y="150520"/>
                  </a:lnTo>
                  <a:lnTo>
                    <a:pt x="2874835" y="108369"/>
                  </a:lnTo>
                  <a:lnTo>
                    <a:pt x="2844876" y="71805"/>
                  </a:lnTo>
                  <a:lnTo>
                    <a:pt x="2844508" y="71412"/>
                  </a:lnTo>
                  <a:lnTo>
                    <a:pt x="2807551" y="41084"/>
                  </a:lnTo>
                  <a:lnTo>
                    <a:pt x="2765399" y="18554"/>
                  </a:lnTo>
                  <a:lnTo>
                    <a:pt x="2732468" y="7620"/>
                  </a:lnTo>
                  <a:lnTo>
                    <a:pt x="2731351" y="7302"/>
                  </a:lnTo>
                  <a:lnTo>
                    <a:pt x="2684068" y="292"/>
                  </a:lnTo>
                  <a:lnTo>
                    <a:pt x="2672092" y="0"/>
                  </a:lnTo>
                  <a:lnTo>
                    <a:pt x="119392" y="0"/>
                  </a:lnTo>
                  <a:lnTo>
                    <a:pt x="71818" y="4686"/>
                  </a:lnTo>
                  <a:lnTo>
                    <a:pt x="26073" y="18554"/>
                  </a:lnTo>
                  <a:lnTo>
                    <a:pt x="0" y="31305"/>
                  </a:lnTo>
                  <a:lnTo>
                    <a:pt x="18237" y="35864"/>
                  </a:lnTo>
                  <a:lnTo>
                    <a:pt x="18808" y="35509"/>
                  </a:lnTo>
                  <a:lnTo>
                    <a:pt x="28155" y="30302"/>
                  </a:lnTo>
                  <a:lnTo>
                    <a:pt x="67525" y="14693"/>
                  </a:lnTo>
                  <a:lnTo>
                    <a:pt x="108902" y="7899"/>
                  </a:lnTo>
                  <a:lnTo>
                    <a:pt x="119380" y="7620"/>
                  </a:lnTo>
                  <a:lnTo>
                    <a:pt x="2672092" y="7620"/>
                  </a:lnTo>
                  <a:lnTo>
                    <a:pt x="2718168" y="12153"/>
                  </a:lnTo>
                  <a:lnTo>
                    <a:pt x="2762478" y="25603"/>
                  </a:lnTo>
                  <a:lnTo>
                    <a:pt x="2803321" y="47421"/>
                  </a:lnTo>
                  <a:lnTo>
                    <a:pt x="2839123" y="76796"/>
                  </a:lnTo>
                  <a:lnTo>
                    <a:pt x="2847124" y="85204"/>
                  </a:lnTo>
                  <a:lnTo>
                    <a:pt x="2874708" y="122402"/>
                  </a:lnTo>
                  <a:lnTo>
                    <a:pt x="2894507" y="164274"/>
                  </a:lnTo>
                  <a:lnTo>
                    <a:pt x="2905747" y="209194"/>
                  </a:lnTo>
                  <a:lnTo>
                    <a:pt x="2908312" y="243840"/>
                  </a:lnTo>
                  <a:lnTo>
                    <a:pt x="2908312" y="1074420"/>
                  </a:lnTo>
                  <a:lnTo>
                    <a:pt x="2903766" y="1120495"/>
                  </a:lnTo>
                  <a:lnTo>
                    <a:pt x="2890329" y="1164818"/>
                  </a:lnTo>
                  <a:lnTo>
                    <a:pt x="2868498" y="1205649"/>
                  </a:lnTo>
                  <a:lnTo>
                    <a:pt x="2839491" y="1241056"/>
                  </a:lnTo>
                  <a:lnTo>
                    <a:pt x="2839123" y="1241450"/>
                  </a:lnTo>
                  <a:lnTo>
                    <a:pt x="2803321" y="1270825"/>
                  </a:lnTo>
                  <a:lnTo>
                    <a:pt x="2762478" y="1292656"/>
                  </a:lnTo>
                  <a:lnTo>
                    <a:pt x="2718168" y="1306093"/>
                  </a:lnTo>
                  <a:lnTo>
                    <a:pt x="2672092" y="1310640"/>
                  </a:lnTo>
                  <a:lnTo>
                    <a:pt x="119380" y="1310640"/>
                  </a:lnTo>
                  <a:lnTo>
                    <a:pt x="77762" y="1306093"/>
                  </a:lnTo>
                  <a:lnTo>
                    <a:pt x="37731" y="1292656"/>
                  </a:lnTo>
                  <a:lnTo>
                    <a:pt x="18237" y="1282395"/>
                  </a:lnTo>
                  <a:lnTo>
                    <a:pt x="0" y="1286954"/>
                  </a:lnTo>
                  <a:lnTo>
                    <a:pt x="37249" y="1304010"/>
                  </a:lnTo>
                  <a:lnTo>
                    <a:pt x="83616" y="1315618"/>
                  </a:lnTo>
                  <a:lnTo>
                    <a:pt x="119392" y="1318260"/>
                  </a:lnTo>
                  <a:lnTo>
                    <a:pt x="2672092" y="1318260"/>
                  </a:lnTo>
                  <a:lnTo>
                    <a:pt x="2719654" y="1313573"/>
                  </a:lnTo>
                  <a:lnTo>
                    <a:pt x="2765399" y="1299692"/>
                  </a:lnTo>
                  <a:lnTo>
                    <a:pt x="2807728" y="1277035"/>
                  </a:lnTo>
                  <a:lnTo>
                    <a:pt x="2844508" y="1246835"/>
                  </a:lnTo>
                  <a:lnTo>
                    <a:pt x="2844876" y="1246441"/>
                  </a:lnTo>
                  <a:lnTo>
                    <a:pt x="2852775" y="1238161"/>
                  </a:lnTo>
                  <a:lnTo>
                    <a:pt x="2881249" y="1199769"/>
                  </a:lnTo>
                  <a:lnTo>
                    <a:pt x="2901683" y="1156550"/>
                  </a:lnTo>
                  <a:lnTo>
                    <a:pt x="2913291" y="1110183"/>
                  </a:lnTo>
                  <a:lnTo>
                    <a:pt x="2915920" y="1074420"/>
                  </a:lnTo>
                  <a:lnTo>
                    <a:pt x="2915920" y="24384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825239" y="3216332"/>
              <a:ext cx="143510" cy="1256030"/>
            </a:xfrm>
            <a:custGeom>
              <a:avLst/>
              <a:gdLst/>
              <a:ahLst/>
              <a:cxnLst/>
              <a:rect l="l" t="t" r="r" b="b"/>
              <a:pathLst>
                <a:path w="143510" h="1256029">
                  <a:moveTo>
                    <a:pt x="124688" y="1255915"/>
                  </a:moveTo>
                  <a:lnTo>
                    <a:pt x="89147" y="1231740"/>
                  </a:lnTo>
                  <a:lnTo>
                    <a:pt x="55346" y="1197939"/>
                  </a:lnTo>
                  <a:lnTo>
                    <a:pt x="28789" y="1158194"/>
                  </a:lnTo>
                  <a:lnTo>
                    <a:pt x="10496" y="1114031"/>
                  </a:lnTo>
                  <a:lnTo>
                    <a:pt x="1171" y="1067148"/>
                  </a:lnTo>
                  <a:lnTo>
                    <a:pt x="0" y="1043247"/>
                  </a:lnTo>
                  <a:lnTo>
                    <a:pt x="0" y="212667"/>
                  </a:lnTo>
                  <a:lnTo>
                    <a:pt x="4685" y="165096"/>
                  </a:lnTo>
                  <a:lnTo>
                    <a:pt x="18561" y="119353"/>
                  </a:lnTo>
                  <a:lnTo>
                    <a:pt x="41094" y="77197"/>
                  </a:lnTo>
                  <a:lnTo>
                    <a:pt x="71419" y="40246"/>
                  </a:lnTo>
                  <a:lnTo>
                    <a:pt x="108369" y="9922"/>
                  </a:lnTo>
                  <a:lnTo>
                    <a:pt x="124688" y="0"/>
                  </a:lnTo>
                  <a:lnTo>
                    <a:pt x="142913" y="4556"/>
                  </a:lnTo>
                  <a:lnTo>
                    <a:pt x="134161" y="10046"/>
                  </a:lnTo>
                  <a:lnTo>
                    <a:pt x="125303" y="16258"/>
                  </a:lnTo>
                  <a:lnTo>
                    <a:pt x="92971" y="45635"/>
                  </a:lnTo>
                  <a:lnTo>
                    <a:pt x="66437" y="81431"/>
                  </a:lnTo>
                  <a:lnTo>
                    <a:pt x="46721" y="122270"/>
                  </a:lnTo>
                  <a:lnTo>
                    <a:pt x="34579" y="166583"/>
                  </a:lnTo>
                  <a:lnTo>
                    <a:pt x="30480" y="212667"/>
                  </a:lnTo>
                  <a:lnTo>
                    <a:pt x="30480" y="1043247"/>
                  </a:lnTo>
                  <a:lnTo>
                    <a:pt x="34579" y="1089332"/>
                  </a:lnTo>
                  <a:lnTo>
                    <a:pt x="46721" y="1133645"/>
                  </a:lnTo>
                  <a:lnTo>
                    <a:pt x="66437" y="1174484"/>
                  </a:lnTo>
                  <a:lnTo>
                    <a:pt x="92971" y="1210280"/>
                  </a:lnTo>
                  <a:lnTo>
                    <a:pt x="125303" y="1239657"/>
                  </a:lnTo>
                  <a:lnTo>
                    <a:pt x="142913" y="1251359"/>
                  </a:lnTo>
                  <a:lnTo>
                    <a:pt x="124688" y="1255915"/>
                  </a:lnTo>
                  <a:close/>
                </a:path>
              </a:pathLst>
            </a:custGeom>
            <a:solidFill>
              <a:srgbClr val="7959A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942538" y="3783955"/>
              <a:ext cx="915669" cy="563880"/>
            </a:xfrm>
            <a:custGeom>
              <a:avLst/>
              <a:gdLst/>
              <a:ahLst/>
              <a:cxnLst/>
              <a:rect l="l" t="t" r="r" b="b"/>
              <a:pathLst>
                <a:path w="915670" h="563879">
                  <a:moveTo>
                    <a:pt x="783986" y="0"/>
                  </a:moveTo>
                  <a:lnTo>
                    <a:pt x="244995" y="538990"/>
                  </a:lnTo>
                  <a:lnTo>
                    <a:pt x="0" y="293995"/>
                  </a:lnTo>
                </a:path>
                <a:path w="915670" h="563879">
                  <a:moveTo>
                    <a:pt x="915461" y="260519"/>
                  </a:moveTo>
                  <a:lnTo>
                    <a:pt x="612489" y="563490"/>
                  </a:lnTo>
                  <a:lnTo>
                    <a:pt x="538990" y="489991"/>
                  </a:lnTo>
                </a:path>
              </a:pathLst>
            </a:custGeom>
            <a:ln w="97998">
              <a:solidFill>
                <a:srgbClr val="7959A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114799" y="345185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247842" y="304796"/>
                  </a:moveTo>
                  <a:lnTo>
                    <a:pt x="56956" y="304796"/>
                  </a:lnTo>
                  <a:lnTo>
                    <a:pt x="52992" y="304405"/>
                  </a:lnTo>
                  <a:lnTo>
                    <a:pt x="15024" y="284113"/>
                  </a:lnTo>
                  <a:lnTo>
                    <a:pt x="0" y="247843"/>
                  </a:lnTo>
                  <a:lnTo>
                    <a:pt x="0" y="243839"/>
                  </a:lnTo>
                  <a:lnTo>
                    <a:pt x="0" y="56956"/>
                  </a:lnTo>
                  <a:lnTo>
                    <a:pt x="15024" y="20683"/>
                  </a:lnTo>
                  <a:lnTo>
                    <a:pt x="52992" y="390"/>
                  </a:lnTo>
                  <a:lnTo>
                    <a:pt x="56956" y="0"/>
                  </a:lnTo>
                  <a:lnTo>
                    <a:pt x="247842" y="0"/>
                  </a:lnTo>
                  <a:lnTo>
                    <a:pt x="284113" y="15020"/>
                  </a:lnTo>
                  <a:lnTo>
                    <a:pt x="304409" y="52990"/>
                  </a:lnTo>
                  <a:lnTo>
                    <a:pt x="304799" y="56956"/>
                  </a:lnTo>
                  <a:lnTo>
                    <a:pt x="304799" y="247843"/>
                  </a:lnTo>
                  <a:lnTo>
                    <a:pt x="289774" y="284113"/>
                  </a:lnTo>
                  <a:lnTo>
                    <a:pt x="251806" y="304405"/>
                  </a:lnTo>
                  <a:lnTo>
                    <a:pt x="247842" y="304796"/>
                  </a:lnTo>
                  <a:close/>
                </a:path>
              </a:pathLst>
            </a:custGeom>
            <a:solidFill>
              <a:srgbClr val="7959A7">
                <a:alpha val="1607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203699" y="3566160"/>
              <a:ext cx="127000" cy="73025"/>
            </a:xfrm>
            <a:custGeom>
              <a:avLst/>
              <a:gdLst/>
              <a:ahLst/>
              <a:cxnLst/>
              <a:rect l="l" t="t" r="r" b="b"/>
              <a:pathLst>
                <a:path w="127000" h="73025">
                  <a:moveTo>
                    <a:pt x="101600" y="0"/>
                  </a:moveTo>
                  <a:lnTo>
                    <a:pt x="31750" y="69850"/>
                  </a:lnTo>
                  <a:lnTo>
                    <a:pt x="0" y="38100"/>
                  </a:lnTo>
                </a:path>
                <a:path w="127000" h="73025">
                  <a:moveTo>
                    <a:pt x="127000" y="25400"/>
                  </a:moveTo>
                  <a:lnTo>
                    <a:pt x="79375" y="73025"/>
                  </a:lnTo>
                  <a:lnTo>
                    <a:pt x="69850" y="63500"/>
                  </a:lnTo>
                </a:path>
              </a:pathLst>
            </a:custGeom>
            <a:ln w="12700">
              <a:solidFill>
                <a:srgbClr val="C8B8E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/>
          <p:cNvGrpSpPr/>
          <p:nvPr/>
        </p:nvGrpSpPr>
        <p:grpSpPr>
          <a:xfrm>
            <a:off x="7018019" y="3185159"/>
            <a:ext cx="3032760" cy="1360170"/>
            <a:chOff x="7018019" y="3185159"/>
            <a:chExt cx="3032760" cy="1360170"/>
          </a:xfrm>
        </p:grpSpPr>
        <p:sp>
          <p:nvSpPr>
            <p:cNvPr id="14" name="object 14"/>
            <p:cNvSpPr/>
            <p:nvPr/>
          </p:nvSpPr>
          <p:spPr>
            <a:xfrm>
              <a:off x="7018019" y="3185160"/>
              <a:ext cx="3032760" cy="1318260"/>
            </a:xfrm>
            <a:custGeom>
              <a:avLst/>
              <a:gdLst/>
              <a:ahLst/>
              <a:cxnLst/>
              <a:rect l="l" t="t" r="r" b="b"/>
              <a:pathLst>
                <a:path w="3032759" h="1318260">
                  <a:moveTo>
                    <a:pt x="2788919" y="1318259"/>
                  </a:moveTo>
                  <a:lnTo>
                    <a:pt x="243839" y="1318259"/>
                  </a:lnTo>
                  <a:lnTo>
                    <a:pt x="231860" y="1317967"/>
                  </a:lnTo>
                  <a:lnTo>
                    <a:pt x="184577" y="1310950"/>
                  </a:lnTo>
                  <a:lnTo>
                    <a:pt x="139570" y="1294843"/>
                  </a:lnTo>
                  <a:lnTo>
                    <a:pt x="98571" y="1270266"/>
                  </a:lnTo>
                  <a:lnTo>
                    <a:pt x="63154" y="1238162"/>
                  </a:lnTo>
                  <a:lnTo>
                    <a:pt x="34680" y="1199766"/>
                  </a:lnTo>
                  <a:lnTo>
                    <a:pt x="14246" y="1156553"/>
                  </a:lnTo>
                  <a:lnTo>
                    <a:pt x="2635" y="1110184"/>
                  </a:lnTo>
                  <a:lnTo>
                    <a:pt x="0" y="1074419"/>
                  </a:lnTo>
                  <a:lnTo>
                    <a:pt x="0" y="243839"/>
                  </a:lnTo>
                  <a:lnTo>
                    <a:pt x="4685" y="196268"/>
                  </a:lnTo>
                  <a:lnTo>
                    <a:pt x="18560" y="150525"/>
                  </a:lnTo>
                  <a:lnTo>
                    <a:pt x="41092" y="108369"/>
                  </a:lnTo>
                  <a:lnTo>
                    <a:pt x="71418" y="71418"/>
                  </a:lnTo>
                  <a:lnTo>
                    <a:pt x="108369" y="41094"/>
                  </a:lnTo>
                  <a:lnTo>
                    <a:pt x="150526" y="18561"/>
                  </a:lnTo>
                  <a:lnTo>
                    <a:pt x="196269" y="4685"/>
                  </a:lnTo>
                  <a:lnTo>
                    <a:pt x="243839" y="0"/>
                  </a:lnTo>
                  <a:lnTo>
                    <a:pt x="2788919" y="0"/>
                  </a:lnTo>
                  <a:lnTo>
                    <a:pt x="2836490" y="4685"/>
                  </a:lnTo>
                  <a:lnTo>
                    <a:pt x="2882233" y="18561"/>
                  </a:lnTo>
                  <a:lnTo>
                    <a:pt x="2924389" y="41094"/>
                  </a:lnTo>
                  <a:lnTo>
                    <a:pt x="2961340" y="71418"/>
                  </a:lnTo>
                  <a:lnTo>
                    <a:pt x="2991664" y="108369"/>
                  </a:lnTo>
                  <a:lnTo>
                    <a:pt x="3014197" y="150525"/>
                  </a:lnTo>
                  <a:lnTo>
                    <a:pt x="3028073" y="196268"/>
                  </a:lnTo>
                  <a:lnTo>
                    <a:pt x="3032759" y="243839"/>
                  </a:lnTo>
                  <a:lnTo>
                    <a:pt x="3032759" y="1074419"/>
                  </a:lnTo>
                  <a:lnTo>
                    <a:pt x="3028074" y="1121990"/>
                  </a:lnTo>
                  <a:lnTo>
                    <a:pt x="3014197" y="1167732"/>
                  </a:lnTo>
                  <a:lnTo>
                    <a:pt x="2991664" y="1209890"/>
                  </a:lnTo>
                  <a:lnTo>
                    <a:pt x="2961340" y="1246840"/>
                  </a:lnTo>
                  <a:lnTo>
                    <a:pt x="2924389" y="1277165"/>
                  </a:lnTo>
                  <a:lnTo>
                    <a:pt x="2882232" y="1299698"/>
                  </a:lnTo>
                  <a:lnTo>
                    <a:pt x="2836490" y="1313574"/>
                  </a:lnTo>
                  <a:lnTo>
                    <a:pt x="2788919" y="131825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7142467" y="3185172"/>
              <a:ext cx="2908300" cy="1318260"/>
            </a:xfrm>
            <a:custGeom>
              <a:avLst/>
              <a:gdLst/>
              <a:ahLst/>
              <a:cxnLst/>
              <a:rect l="l" t="t" r="r" b="b"/>
              <a:pathLst>
                <a:path w="2908300" h="1318260">
                  <a:moveTo>
                    <a:pt x="2908300" y="243840"/>
                  </a:moveTo>
                  <a:lnTo>
                    <a:pt x="2903626" y="196265"/>
                  </a:lnTo>
                  <a:lnTo>
                    <a:pt x="2889745" y="150520"/>
                  </a:lnTo>
                  <a:lnTo>
                    <a:pt x="2867215" y="108369"/>
                  </a:lnTo>
                  <a:lnTo>
                    <a:pt x="2837256" y="71805"/>
                  </a:lnTo>
                  <a:lnTo>
                    <a:pt x="2836888" y="71412"/>
                  </a:lnTo>
                  <a:lnTo>
                    <a:pt x="2799931" y="41084"/>
                  </a:lnTo>
                  <a:lnTo>
                    <a:pt x="2757779" y="18554"/>
                  </a:lnTo>
                  <a:lnTo>
                    <a:pt x="2724848" y="7620"/>
                  </a:lnTo>
                  <a:lnTo>
                    <a:pt x="2723731" y="7302"/>
                  </a:lnTo>
                  <a:lnTo>
                    <a:pt x="2676448" y="292"/>
                  </a:lnTo>
                  <a:lnTo>
                    <a:pt x="2664472" y="0"/>
                  </a:lnTo>
                  <a:lnTo>
                    <a:pt x="119392" y="0"/>
                  </a:lnTo>
                  <a:lnTo>
                    <a:pt x="71818" y="4686"/>
                  </a:lnTo>
                  <a:lnTo>
                    <a:pt x="26073" y="18554"/>
                  </a:lnTo>
                  <a:lnTo>
                    <a:pt x="0" y="31305"/>
                  </a:lnTo>
                  <a:lnTo>
                    <a:pt x="18237" y="35864"/>
                  </a:lnTo>
                  <a:lnTo>
                    <a:pt x="18808" y="35509"/>
                  </a:lnTo>
                  <a:lnTo>
                    <a:pt x="28155" y="30302"/>
                  </a:lnTo>
                  <a:lnTo>
                    <a:pt x="67525" y="14693"/>
                  </a:lnTo>
                  <a:lnTo>
                    <a:pt x="108902" y="7899"/>
                  </a:lnTo>
                  <a:lnTo>
                    <a:pt x="119380" y="7620"/>
                  </a:lnTo>
                  <a:lnTo>
                    <a:pt x="2664460" y="7620"/>
                  </a:lnTo>
                  <a:lnTo>
                    <a:pt x="2710548" y="12153"/>
                  </a:lnTo>
                  <a:lnTo>
                    <a:pt x="2754858" y="25603"/>
                  </a:lnTo>
                  <a:lnTo>
                    <a:pt x="2795701" y="47421"/>
                  </a:lnTo>
                  <a:lnTo>
                    <a:pt x="2831503" y="76796"/>
                  </a:lnTo>
                  <a:lnTo>
                    <a:pt x="2839504" y="85204"/>
                  </a:lnTo>
                  <a:lnTo>
                    <a:pt x="2867088" y="122402"/>
                  </a:lnTo>
                  <a:lnTo>
                    <a:pt x="2886887" y="164274"/>
                  </a:lnTo>
                  <a:lnTo>
                    <a:pt x="2898127" y="209194"/>
                  </a:lnTo>
                  <a:lnTo>
                    <a:pt x="2900692" y="243840"/>
                  </a:lnTo>
                  <a:lnTo>
                    <a:pt x="2900692" y="1074420"/>
                  </a:lnTo>
                  <a:lnTo>
                    <a:pt x="2896146" y="1120495"/>
                  </a:lnTo>
                  <a:lnTo>
                    <a:pt x="2882709" y="1164818"/>
                  </a:lnTo>
                  <a:lnTo>
                    <a:pt x="2860878" y="1205649"/>
                  </a:lnTo>
                  <a:lnTo>
                    <a:pt x="2831871" y="1241056"/>
                  </a:lnTo>
                  <a:lnTo>
                    <a:pt x="2831503" y="1241450"/>
                  </a:lnTo>
                  <a:lnTo>
                    <a:pt x="2795701" y="1270825"/>
                  </a:lnTo>
                  <a:lnTo>
                    <a:pt x="2754858" y="1292656"/>
                  </a:lnTo>
                  <a:lnTo>
                    <a:pt x="2710548" y="1306093"/>
                  </a:lnTo>
                  <a:lnTo>
                    <a:pt x="2664460" y="1310640"/>
                  </a:lnTo>
                  <a:lnTo>
                    <a:pt x="119380" y="1310640"/>
                  </a:lnTo>
                  <a:lnTo>
                    <a:pt x="77762" y="1306093"/>
                  </a:lnTo>
                  <a:lnTo>
                    <a:pt x="37731" y="1292656"/>
                  </a:lnTo>
                  <a:lnTo>
                    <a:pt x="18237" y="1282395"/>
                  </a:lnTo>
                  <a:lnTo>
                    <a:pt x="0" y="1286954"/>
                  </a:lnTo>
                  <a:lnTo>
                    <a:pt x="37249" y="1304010"/>
                  </a:lnTo>
                  <a:lnTo>
                    <a:pt x="83616" y="1315618"/>
                  </a:lnTo>
                  <a:lnTo>
                    <a:pt x="119392" y="1318260"/>
                  </a:lnTo>
                  <a:lnTo>
                    <a:pt x="2664472" y="1318260"/>
                  </a:lnTo>
                  <a:lnTo>
                    <a:pt x="2712034" y="1313573"/>
                  </a:lnTo>
                  <a:lnTo>
                    <a:pt x="2757779" y="1299692"/>
                  </a:lnTo>
                  <a:lnTo>
                    <a:pt x="2800108" y="1277035"/>
                  </a:lnTo>
                  <a:lnTo>
                    <a:pt x="2836888" y="1246835"/>
                  </a:lnTo>
                  <a:lnTo>
                    <a:pt x="2837256" y="1246441"/>
                  </a:lnTo>
                  <a:lnTo>
                    <a:pt x="2845155" y="1238161"/>
                  </a:lnTo>
                  <a:lnTo>
                    <a:pt x="2873629" y="1199769"/>
                  </a:lnTo>
                  <a:lnTo>
                    <a:pt x="2894063" y="1156550"/>
                  </a:lnTo>
                  <a:lnTo>
                    <a:pt x="2905671" y="1110183"/>
                  </a:lnTo>
                  <a:lnTo>
                    <a:pt x="2908300" y="1074420"/>
                  </a:lnTo>
                  <a:lnTo>
                    <a:pt x="2908300" y="24384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018019" y="3216332"/>
              <a:ext cx="143510" cy="1256030"/>
            </a:xfrm>
            <a:custGeom>
              <a:avLst/>
              <a:gdLst/>
              <a:ahLst/>
              <a:cxnLst/>
              <a:rect l="l" t="t" r="r" b="b"/>
              <a:pathLst>
                <a:path w="143509" h="1256029">
                  <a:moveTo>
                    <a:pt x="124688" y="1255915"/>
                  </a:moveTo>
                  <a:lnTo>
                    <a:pt x="89147" y="1231740"/>
                  </a:lnTo>
                  <a:lnTo>
                    <a:pt x="55345" y="1197939"/>
                  </a:lnTo>
                  <a:lnTo>
                    <a:pt x="28788" y="1158194"/>
                  </a:lnTo>
                  <a:lnTo>
                    <a:pt x="10496" y="1114031"/>
                  </a:lnTo>
                  <a:lnTo>
                    <a:pt x="1171" y="1067148"/>
                  </a:lnTo>
                  <a:lnTo>
                    <a:pt x="0" y="1043247"/>
                  </a:lnTo>
                  <a:lnTo>
                    <a:pt x="0" y="212667"/>
                  </a:lnTo>
                  <a:lnTo>
                    <a:pt x="4685" y="165096"/>
                  </a:lnTo>
                  <a:lnTo>
                    <a:pt x="18560" y="119353"/>
                  </a:lnTo>
                  <a:lnTo>
                    <a:pt x="41093" y="77197"/>
                  </a:lnTo>
                  <a:lnTo>
                    <a:pt x="71418" y="40246"/>
                  </a:lnTo>
                  <a:lnTo>
                    <a:pt x="108369" y="9922"/>
                  </a:lnTo>
                  <a:lnTo>
                    <a:pt x="124688" y="0"/>
                  </a:lnTo>
                  <a:lnTo>
                    <a:pt x="142913" y="4556"/>
                  </a:lnTo>
                  <a:lnTo>
                    <a:pt x="134161" y="10046"/>
                  </a:lnTo>
                  <a:lnTo>
                    <a:pt x="125303" y="16258"/>
                  </a:lnTo>
                  <a:lnTo>
                    <a:pt x="92971" y="45635"/>
                  </a:lnTo>
                  <a:lnTo>
                    <a:pt x="66437" y="81431"/>
                  </a:lnTo>
                  <a:lnTo>
                    <a:pt x="46721" y="122270"/>
                  </a:lnTo>
                  <a:lnTo>
                    <a:pt x="34579" y="166583"/>
                  </a:lnTo>
                  <a:lnTo>
                    <a:pt x="30480" y="212667"/>
                  </a:lnTo>
                  <a:lnTo>
                    <a:pt x="30480" y="1043247"/>
                  </a:lnTo>
                  <a:lnTo>
                    <a:pt x="34579" y="1089332"/>
                  </a:lnTo>
                  <a:lnTo>
                    <a:pt x="46721" y="1133645"/>
                  </a:lnTo>
                  <a:lnTo>
                    <a:pt x="66437" y="1174484"/>
                  </a:lnTo>
                  <a:lnTo>
                    <a:pt x="92971" y="1210280"/>
                  </a:lnTo>
                  <a:lnTo>
                    <a:pt x="125303" y="1239657"/>
                  </a:lnTo>
                  <a:lnTo>
                    <a:pt x="142913" y="1251359"/>
                  </a:lnTo>
                  <a:lnTo>
                    <a:pt x="124688" y="1255915"/>
                  </a:lnTo>
                  <a:close/>
                </a:path>
              </a:pathLst>
            </a:custGeom>
            <a:solidFill>
              <a:srgbClr val="998F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9184316" y="3636958"/>
              <a:ext cx="34925" cy="859155"/>
            </a:xfrm>
            <a:custGeom>
              <a:avLst/>
              <a:gdLst/>
              <a:ahLst/>
              <a:cxnLst/>
              <a:rect l="l" t="t" r="r" b="b"/>
              <a:pathLst>
                <a:path w="34925" h="859154">
                  <a:moveTo>
                    <a:pt x="0" y="0"/>
                  </a:moveTo>
                  <a:lnTo>
                    <a:pt x="0" y="783986"/>
                  </a:lnTo>
                  <a:lnTo>
                    <a:pt x="0" y="790421"/>
                  </a:lnTo>
                  <a:lnTo>
                    <a:pt x="627" y="796794"/>
                  </a:lnTo>
                  <a:lnTo>
                    <a:pt x="12940" y="833081"/>
                  </a:lnTo>
                  <a:lnTo>
                    <a:pt x="16515" y="838431"/>
                  </a:lnTo>
                  <a:lnTo>
                    <a:pt x="20090" y="843781"/>
                  </a:lnTo>
                  <a:lnTo>
                    <a:pt x="24153" y="848732"/>
                  </a:lnTo>
                  <a:lnTo>
                    <a:pt x="28703" y="853282"/>
                  </a:lnTo>
                  <a:lnTo>
                    <a:pt x="33253" y="857832"/>
                  </a:lnTo>
                  <a:lnTo>
                    <a:pt x="34483" y="858841"/>
                  </a:lnTo>
                </a:path>
              </a:pathLst>
            </a:custGeom>
            <a:ln w="97998">
              <a:solidFill>
                <a:srgbClr val="998F3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9625305" y="3734967"/>
              <a:ext cx="343535" cy="588010"/>
            </a:xfrm>
            <a:custGeom>
              <a:avLst/>
              <a:gdLst/>
              <a:ahLst/>
              <a:cxnLst/>
              <a:rect l="l" t="t" r="r" b="b"/>
              <a:pathLst>
                <a:path w="343534" h="588010">
                  <a:moveTo>
                    <a:pt x="97993" y="0"/>
                  </a:moveTo>
                  <a:lnTo>
                    <a:pt x="0" y="0"/>
                  </a:lnTo>
                  <a:lnTo>
                    <a:pt x="0" y="587984"/>
                  </a:lnTo>
                  <a:lnTo>
                    <a:pt x="97993" y="587984"/>
                  </a:lnTo>
                  <a:lnTo>
                    <a:pt x="97993" y="0"/>
                  </a:lnTo>
                  <a:close/>
                </a:path>
                <a:path w="343534" h="588010">
                  <a:moveTo>
                    <a:pt x="342988" y="195986"/>
                  </a:moveTo>
                  <a:lnTo>
                    <a:pt x="244995" y="195986"/>
                  </a:lnTo>
                  <a:lnTo>
                    <a:pt x="244995" y="587984"/>
                  </a:lnTo>
                  <a:lnTo>
                    <a:pt x="342988" y="587984"/>
                  </a:lnTo>
                  <a:lnTo>
                    <a:pt x="342988" y="195986"/>
                  </a:lnTo>
                  <a:close/>
                </a:path>
              </a:pathLst>
            </a:custGeom>
            <a:solidFill>
              <a:srgbClr val="998F3A">
                <a:alpha val="8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7299959" y="345185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247842" y="304796"/>
                  </a:moveTo>
                  <a:lnTo>
                    <a:pt x="56956" y="304796"/>
                  </a:lnTo>
                  <a:lnTo>
                    <a:pt x="52992" y="304405"/>
                  </a:lnTo>
                  <a:lnTo>
                    <a:pt x="15023" y="284113"/>
                  </a:lnTo>
                  <a:lnTo>
                    <a:pt x="0" y="247843"/>
                  </a:lnTo>
                  <a:lnTo>
                    <a:pt x="0" y="243839"/>
                  </a:lnTo>
                  <a:lnTo>
                    <a:pt x="0" y="56956"/>
                  </a:lnTo>
                  <a:lnTo>
                    <a:pt x="15023" y="20683"/>
                  </a:lnTo>
                  <a:lnTo>
                    <a:pt x="52992" y="390"/>
                  </a:lnTo>
                  <a:lnTo>
                    <a:pt x="56956" y="0"/>
                  </a:lnTo>
                  <a:lnTo>
                    <a:pt x="247842" y="0"/>
                  </a:lnTo>
                  <a:lnTo>
                    <a:pt x="284113" y="15020"/>
                  </a:lnTo>
                  <a:lnTo>
                    <a:pt x="304408" y="52990"/>
                  </a:lnTo>
                  <a:lnTo>
                    <a:pt x="304799" y="56956"/>
                  </a:lnTo>
                  <a:lnTo>
                    <a:pt x="304799" y="247843"/>
                  </a:lnTo>
                  <a:lnTo>
                    <a:pt x="289774" y="284113"/>
                  </a:lnTo>
                  <a:lnTo>
                    <a:pt x="251806" y="304405"/>
                  </a:lnTo>
                  <a:lnTo>
                    <a:pt x="247842" y="304796"/>
                  </a:lnTo>
                  <a:close/>
                </a:path>
              </a:pathLst>
            </a:custGeom>
            <a:solidFill>
              <a:srgbClr val="998F3A">
                <a:alpha val="1607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8859" y="3540760"/>
              <a:ext cx="127000" cy="127000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640079" y="4655819"/>
            <a:ext cx="9452610" cy="1367790"/>
            <a:chOff x="640079" y="4655819"/>
            <a:chExt cx="9452610" cy="1367790"/>
          </a:xfrm>
        </p:grpSpPr>
        <p:sp>
          <p:nvSpPr>
            <p:cNvPr id="22" name="object 22"/>
            <p:cNvSpPr/>
            <p:nvPr/>
          </p:nvSpPr>
          <p:spPr>
            <a:xfrm>
              <a:off x="640079" y="4655820"/>
              <a:ext cx="9410700" cy="1325880"/>
            </a:xfrm>
            <a:custGeom>
              <a:avLst/>
              <a:gdLst/>
              <a:ahLst/>
              <a:cxnLst/>
              <a:rect l="l" t="t" r="r" b="b"/>
              <a:pathLst>
                <a:path w="9410700" h="1325879">
                  <a:moveTo>
                    <a:pt x="9166859" y="1325879"/>
                  </a:moveTo>
                  <a:lnTo>
                    <a:pt x="243839" y="1325879"/>
                  </a:lnTo>
                  <a:lnTo>
                    <a:pt x="231860" y="1325586"/>
                  </a:lnTo>
                  <a:lnTo>
                    <a:pt x="184577" y="1318569"/>
                  </a:lnTo>
                  <a:lnTo>
                    <a:pt x="139571" y="1302463"/>
                  </a:lnTo>
                  <a:lnTo>
                    <a:pt x="98572" y="1277885"/>
                  </a:lnTo>
                  <a:lnTo>
                    <a:pt x="63155" y="1245782"/>
                  </a:lnTo>
                  <a:lnTo>
                    <a:pt x="34682" y="1207386"/>
                  </a:lnTo>
                  <a:lnTo>
                    <a:pt x="14247" y="1164173"/>
                  </a:lnTo>
                  <a:lnTo>
                    <a:pt x="2635" y="1117804"/>
                  </a:lnTo>
                  <a:lnTo>
                    <a:pt x="0" y="1082039"/>
                  </a:lnTo>
                  <a:lnTo>
                    <a:pt x="0" y="243839"/>
                  </a:lnTo>
                  <a:lnTo>
                    <a:pt x="4685" y="196268"/>
                  </a:lnTo>
                  <a:lnTo>
                    <a:pt x="18561" y="150525"/>
                  </a:lnTo>
                  <a:lnTo>
                    <a:pt x="41094" y="108369"/>
                  </a:lnTo>
                  <a:lnTo>
                    <a:pt x="71419" y="71418"/>
                  </a:lnTo>
                  <a:lnTo>
                    <a:pt x="108369" y="41093"/>
                  </a:lnTo>
                  <a:lnTo>
                    <a:pt x="150526" y="18560"/>
                  </a:lnTo>
                  <a:lnTo>
                    <a:pt x="196269" y="4685"/>
                  </a:lnTo>
                  <a:lnTo>
                    <a:pt x="243839" y="0"/>
                  </a:lnTo>
                  <a:lnTo>
                    <a:pt x="9166859" y="0"/>
                  </a:lnTo>
                  <a:lnTo>
                    <a:pt x="9214432" y="4685"/>
                  </a:lnTo>
                  <a:lnTo>
                    <a:pt x="9260172" y="18560"/>
                  </a:lnTo>
                  <a:lnTo>
                    <a:pt x="9302328" y="41093"/>
                  </a:lnTo>
                  <a:lnTo>
                    <a:pt x="9339280" y="71418"/>
                  </a:lnTo>
                  <a:lnTo>
                    <a:pt x="9369604" y="108369"/>
                  </a:lnTo>
                  <a:lnTo>
                    <a:pt x="9392137" y="150525"/>
                  </a:lnTo>
                  <a:lnTo>
                    <a:pt x="9406013" y="196268"/>
                  </a:lnTo>
                  <a:lnTo>
                    <a:pt x="9410699" y="243839"/>
                  </a:lnTo>
                  <a:lnTo>
                    <a:pt x="9410699" y="1082039"/>
                  </a:lnTo>
                  <a:lnTo>
                    <a:pt x="9406014" y="1129610"/>
                  </a:lnTo>
                  <a:lnTo>
                    <a:pt x="9392137" y="1175352"/>
                  </a:lnTo>
                  <a:lnTo>
                    <a:pt x="9369604" y="1217509"/>
                  </a:lnTo>
                  <a:lnTo>
                    <a:pt x="9339280" y="1254460"/>
                  </a:lnTo>
                  <a:lnTo>
                    <a:pt x="9302328" y="1284784"/>
                  </a:lnTo>
                  <a:lnTo>
                    <a:pt x="9260172" y="1307318"/>
                  </a:lnTo>
                  <a:lnTo>
                    <a:pt x="9214430" y="1321193"/>
                  </a:lnTo>
                  <a:lnTo>
                    <a:pt x="9166859" y="132587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764527" y="4655832"/>
              <a:ext cx="9286240" cy="1325880"/>
            </a:xfrm>
            <a:custGeom>
              <a:avLst/>
              <a:gdLst/>
              <a:ahLst/>
              <a:cxnLst/>
              <a:rect l="l" t="t" r="r" b="b"/>
              <a:pathLst>
                <a:path w="9286240" h="1325879">
                  <a:moveTo>
                    <a:pt x="9286240" y="243840"/>
                  </a:moveTo>
                  <a:lnTo>
                    <a:pt x="9281566" y="196265"/>
                  </a:lnTo>
                  <a:lnTo>
                    <a:pt x="9267685" y="150520"/>
                  </a:lnTo>
                  <a:lnTo>
                    <a:pt x="9245155" y="108369"/>
                  </a:lnTo>
                  <a:lnTo>
                    <a:pt x="9215196" y="71805"/>
                  </a:lnTo>
                  <a:lnTo>
                    <a:pt x="9214828" y="71412"/>
                  </a:lnTo>
                  <a:lnTo>
                    <a:pt x="9177871" y="41084"/>
                  </a:lnTo>
                  <a:lnTo>
                    <a:pt x="9135720" y="18554"/>
                  </a:lnTo>
                  <a:lnTo>
                    <a:pt x="9102788" y="7620"/>
                  </a:lnTo>
                  <a:lnTo>
                    <a:pt x="9101671" y="7302"/>
                  </a:lnTo>
                  <a:lnTo>
                    <a:pt x="9054389" y="292"/>
                  </a:lnTo>
                  <a:lnTo>
                    <a:pt x="9042413" y="0"/>
                  </a:lnTo>
                  <a:lnTo>
                    <a:pt x="119392" y="0"/>
                  </a:lnTo>
                  <a:lnTo>
                    <a:pt x="71818" y="4686"/>
                  </a:lnTo>
                  <a:lnTo>
                    <a:pt x="26073" y="18554"/>
                  </a:lnTo>
                  <a:lnTo>
                    <a:pt x="0" y="31305"/>
                  </a:lnTo>
                  <a:lnTo>
                    <a:pt x="18237" y="35864"/>
                  </a:lnTo>
                  <a:lnTo>
                    <a:pt x="18808" y="35509"/>
                  </a:lnTo>
                  <a:lnTo>
                    <a:pt x="28155" y="30302"/>
                  </a:lnTo>
                  <a:lnTo>
                    <a:pt x="67525" y="14693"/>
                  </a:lnTo>
                  <a:lnTo>
                    <a:pt x="108902" y="7899"/>
                  </a:lnTo>
                  <a:lnTo>
                    <a:pt x="119380" y="7620"/>
                  </a:lnTo>
                  <a:lnTo>
                    <a:pt x="9042413" y="7620"/>
                  </a:lnTo>
                  <a:lnTo>
                    <a:pt x="9088488" y="12153"/>
                  </a:lnTo>
                  <a:lnTo>
                    <a:pt x="9132799" y="25603"/>
                  </a:lnTo>
                  <a:lnTo>
                    <a:pt x="9173642" y="47421"/>
                  </a:lnTo>
                  <a:lnTo>
                    <a:pt x="9209443" y="76796"/>
                  </a:lnTo>
                  <a:lnTo>
                    <a:pt x="9217444" y="85204"/>
                  </a:lnTo>
                  <a:lnTo>
                    <a:pt x="9245028" y="122402"/>
                  </a:lnTo>
                  <a:lnTo>
                    <a:pt x="9264828" y="164274"/>
                  </a:lnTo>
                  <a:lnTo>
                    <a:pt x="9276067" y="209194"/>
                  </a:lnTo>
                  <a:lnTo>
                    <a:pt x="9278633" y="243840"/>
                  </a:lnTo>
                  <a:lnTo>
                    <a:pt x="9278633" y="1082040"/>
                  </a:lnTo>
                  <a:lnTo>
                    <a:pt x="9274086" y="1128115"/>
                  </a:lnTo>
                  <a:lnTo>
                    <a:pt x="9260649" y="1172438"/>
                  </a:lnTo>
                  <a:lnTo>
                    <a:pt x="9238818" y="1213269"/>
                  </a:lnTo>
                  <a:lnTo>
                    <a:pt x="9209811" y="1248676"/>
                  </a:lnTo>
                  <a:lnTo>
                    <a:pt x="9209443" y="1249070"/>
                  </a:lnTo>
                  <a:lnTo>
                    <a:pt x="9173642" y="1278445"/>
                  </a:lnTo>
                  <a:lnTo>
                    <a:pt x="9132799" y="1300276"/>
                  </a:lnTo>
                  <a:lnTo>
                    <a:pt x="9088488" y="1313713"/>
                  </a:lnTo>
                  <a:lnTo>
                    <a:pt x="9042413" y="1318260"/>
                  </a:lnTo>
                  <a:lnTo>
                    <a:pt x="119380" y="1318260"/>
                  </a:lnTo>
                  <a:lnTo>
                    <a:pt x="77762" y="1313713"/>
                  </a:lnTo>
                  <a:lnTo>
                    <a:pt x="37731" y="1300276"/>
                  </a:lnTo>
                  <a:lnTo>
                    <a:pt x="18237" y="1290015"/>
                  </a:lnTo>
                  <a:lnTo>
                    <a:pt x="0" y="1294574"/>
                  </a:lnTo>
                  <a:lnTo>
                    <a:pt x="37249" y="1311630"/>
                  </a:lnTo>
                  <a:lnTo>
                    <a:pt x="83616" y="1323238"/>
                  </a:lnTo>
                  <a:lnTo>
                    <a:pt x="119392" y="1325880"/>
                  </a:lnTo>
                  <a:lnTo>
                    <a:pt x="9042413" y="1325880"/>
                  </a:lnTo>
                  <a:lnTo>
                    <a:pt x="9089974" y="1321193"/>
                  </a:lnTo>
                  <a:lnTo>
                    <a:pt x="9135720" y="1307312"/>
                  </a:lnTo>
                  <a:lnTo>
                    <a:pt x="9178049" y="1284655"/>
                  </a:lnTo>
                  <a:lnTo>
                    <a:pt x="9214828" y="1254455"/>
                  </a:lnTo>
                  <a:lnTo>
                    <a:pt x="9215196" y="1254061"/>
                  </a:lnTo>
                  <a:lnTo>
                    <a:pt x="9223096" y="1245781"/>
                  </a:lnTo>
                  <a:lnTo>
                    <a:pt x="9251569" y="1207389"/>
                  </a:lnTo>
                  <a:lnTo>
                    <a:pt x="9272003" y="1164170"/>
                  </a:lnTo>
                  <a:lnTo>
                    <a:pt x="9283611" y="1117803"/>
                  </a:lnTo>
                  <a:lnTo>
                    <a:pt x="9286240" y="1082040"/>
                  </a:lnTo>
                  <a:lnTo>
                    <a:pt x="9286240" y="24384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40079" y="4686992"/>
              <a:ext cx="143510" cy="1263650"/>
            </a:xfrm>
            <a:custGeom>
              <a:avLst/>
              <a:gdLst/>
              <a:ahLst/>
              <a:cxnLst/>
              <a:rect l="l" t="t" r="r" b="b"/>
              <a:pathLst>
                <a:path w="143509" h="1263650">
                  <a:moveTo>
                    <a:pt x="124689" y="1263535"/>
                  </a:moveTo>
                  <a:lnTo>
                    <a:pt x="89147" y="1239360"/>
                  </a:lnTo>
                  <a:lnTo>
                    <a:pt x="55346" y="1205559"/>
                  </a:lnTo>
                  <a:lnTo>
                    <a:pt x="28789" y="1165814"/>
                  </a:lnTo>
                  <a:lnTo>
                    <a:pt x="10496" y="1121651"/>
                  </a:lnTo>
                  <a:lnTo>
                    <a:pt x="1171" y="1074768"/>
                  </a:lnTo>
                  <a:lnTo>
                    <a:pt x="0" y="1050868"/>
                  </a:lnTo>
                  <a:lnTo>
                    <a:pt x="0" y="212668"/>
                  </a:lnTo>
                  <a:lnTo>
                    <a:pt x="4685" y="165096"/>
                  </a:lnTo>
                  <a:lnTo>
                    <a:pt x="18561" y="119353"/>
                  </a:lnTo>
                  <a:lnTo>
                    <a:pt x="41094" y="77197"/>
                  </a:lnTo>
                  <a:lnTo>
                    <a:pt x="71419" y="40246"/>
                  </a:lnTo>
                  <a:lnTo>
                    <a:pt x="108369" y="9921"/>
                  </a:lnTo>
                  <a:lnTo>
                    <a:pt x="124687" y="0"/>
                  </a:lnTo>
                  <a:lnTo>
                    <a:pt x="142913" y="4556"/>
                  </a:lnTo>
                  <a:lnTo>
                    <a:pt x="134161" y="10046"/>
                  </a:lnTo>
                  <a:lnTo>
                    <a:pt x="125303" y="16258"/>
                  </a:lnTo>
                  <a:lnTo>
                    <a:pt x="92971" y="45635"/>
                  </a:lnTo>
                  <a:lnTo>
                    <a:pt x="66437" y="81431"/>
                  </a:lnTo>
                  <a:lnTo>
                    <a:pt x="46721" y="122270"/>
                  </a:lnTo>
                  <a:lnTo>
                    <a:pt x="34579" y="166583"/>
                  </a:lnTo>
                  <a:lnTo>
                    <a:pt x="30480" y="212667"/>
                  </a:lnTo>
                  <a:lnTo>
                    <a:pt x="30480" y="1050867"/>
                  </a:lnTo>
                  <a:lnTo>
                    <a:pt x="34579" y="1096952"/>
                  </a:lnTo>
                  <a:lnTo>
                    <a:pt x="46721" y="1141265"/>
                  </a:lnTo>
                  <a:lnTo>
                    <a:pt x="66437" y="1182104"/>
                  </a:lnTo>
                  <a:lnTo>
                    <a:pt x="92971" y="1217900"/>
                  </a:lnTo>
                  <a:lnTo>
                    <a:pt x="125303" y="1247277"/>
                  </a:lnTo>
                  <a:lnTo>
                    <a:pt x="142913" y="1258979"/>
                  </a:lnTo>
                  <a:lnTo>
                    <a:pt x="124689" y="1263535"/>
                  </a:lnTo>
                  <a:close/>
                </a:path>
              </a:pathLst>
            </a:custGeom>
            <a:solidFill>
              <a:srgbClr val="4D8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9135317" y="5058600"/>
              <a:ext cx="908050" cy="915669"/>
            </a:xfrm>
            <a:custGeom>
              <a:avLst/>
              <a:gdLst/>
              <a:ahLst/>
              <a:cxnLst/>
              <a:rect l="l" t="t" r="r" b="b"/>
              <a:pathLst>
                <a:path w="908050" h="915670">
                  <a:moveTo>
                    <a:pt x="907841" y="180522"/>
                  </a:moveTo>
                  <a:lnTo>
                    <a:pt x="530661" y="8837"/>
                  </a:lnTo>
                  <a:lnTo>
                    <a:pt x="489991" y="0"/>
                  </a:lnTo>
                  <a:lnTo>
                    <a:pt x="479464" y="552"/>
                  </a:lnTo>
                  <a:lnTo>
                    <a:pt x="469177" y="2209"/>
                  </a:lnTo>
                  <a:lnTo>
                    <a:pt x="459129" y="4971"/>
                  </a:lnTo>
                  <a:lnTo>
                    <a:pt x="449322" y="8837"/>
                  </a:lnTo>
                  <a:lnTo>
                    <a:pt x="29399" y="199934"/>
                  </a:lnTo>
                  <a:lnTo>
                    <a:pt x="25052" y="201851"/>
                  </a:lnTo>
                  <a:lnTo>
                    <a:pt x="21067" y="204347"/>
                  </a:lnTo>
                  <a:lnTo>
                    <a:pt x="17446" y="207423"/>
                  </a:lnTo>
                  <a:lnTo>
                    <a:pt x="13825" y="210499"/>
                  </a:lnTo>
                  <a:lnTo>
                    <a:pt x="10717" y="214027"/>
                  </a:lnTo>
                  <a:lnTo>
                    <a:pt x="8122" y="218007"/>
                  </a:lnTo>
                  <a:lnTo>
                    <a:pt x="5527" y="221987"/>
                  </a:lnTo>
                  <a:lnTo>
                    <a:pt x="3553" y="226255"/>
                  </a:lnTo>
                  <a:lnTo>
                    <a:pt x="2199" y="230809"/>
                  </a:lnTo>
                  <a:lnTo>
                    <a:pt x="846" y="235364"/>
                  </a:lnTo>
                  <a:lnTo>
                    <a:pt x="169" y="240017"/>
                  </a:lnTo>
                  <a:lnTo>
                    <a:pt x="169" y="244768"/>
                  </a:lnTo>
                  <a:lnTo>
                    <a:pt x="169" y="249519"/>
                  </a:lnTo>
                  <a:lnTo>
                    <a:pt x="17446" y="282113"/>
                  </a:lnTo>
                  <a:lnTo>
                    <a:pt x="21067" y="285189"/>
                  </a:lnTo>
                  <a:lnTo>
                    <a:pt x="25052" y="287685"/>
                  </a:lnTo>
                  <a:lnTo>
                    <a:pt x="29399" y="289602"/>
                  </a:lnTo>
                  <a:lnTo>
                    <a:pt x="449812" y="481189"/>
                  </a:lnTo>
                  <a:lnTo>
                    <a:pt x="459619" y="485055"/>
                  </a:lnTo>
                  <a:lnTo>
                    <a:pt x="469667" y="487817"/>
                  </a:lnTo>
                  <a:lnTo>
                    <a:pt x="479954" y="489474"/>
                  </a:lnTo>
                  <a:lnTo>
                    <a:pt x="490481" y="490026"/>
                  </a:lnTo>
                  <a:lnTo>
                    <a:pt x="501009" y="489474"/>
                  </a:lnTo>
                  <a:lnTo>
                    <a:pt x="511296" y="487817"/>
                  </a:lnTo>
                  <a:lnTo>
                    <a:pt x="521343" y="485055"/>
                  </a:lnTo>
                  <a:lnTo>
                    <a:pt x="531151" y="481189"/>
                  </a:lnTo>
                  <a:lnTo>
                    <a:pt x="907841" y="309966"/>
                  </a:lnTo>
                </a:path>
                <a:path w="908050" h="915670">
                  <a:moveTo>
                    <a:pt x="0" y="490009"/>
                  </a:moveTo>
                  <a:lnTo>
                    <a:pt x="16721" y="527051"/>
                  </a:lnTo>
                  <a:lnTo>
                    <a:pt x="449812" y="726185"/>
                  </a:lnTo>
                  <a:lnTo>
                    <a:pt x="490236" y="734911"/>
                  </a:lnTo>
                  <a:lnTo>
                    <a:pt x="500696" y="734365"/>
                  </a:lnTo>
                  <a:lnTo>
                    <a:pt x="510919" y="732729"/>
                  </a:lnTo>
                  <a:lnTo>
                    <a:pt x="520908" y="730002"/>
                  </a:lnTo>
                  <a:lnTo>
                    <a:pt x="530661" y="726185"/>
                  </a:lnTo>
                  <a:lnTo>
                    <a:pt x="907841" y="554739"/>
                  </a:lnTo>
                </a:path>
                <a:path w="908050" h="915670">
                  <a:moveTo>
                    <a:pt x="0" y="735005"/>
                  </a:moveTo>
                  <a:lnTo>
                    <a:pt x="16721" y="772047"/>
                  </a:lnTo>
                  <a:lnTo>
                    <a:pt x="28419" y="779594"/>
                  </a:lnTo>
                  <a:lnTo>
                    <a:pt x="327296" y="915479"/>
                  </a:lnTo>
                </a:path>
                <a:path w="908050" h="915670">
                  <a:moveTo>
                    <a:pt x="653205" y="915479"/>
                  </a:moveTo>
                  <a:lnTo>
                    <a:pt x="860281" y="821353"/>
                  </a:lnTo>
                </a:path>
              </a:pathLst>
            </a:custGeom>
            <a:ln w="97998">
              <a:solidFill>
                <a:srgbClr val="4D8C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929639" y="492251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247842" y="304796"/>
                  </a:moveTo>
                  <a:lnTo>
                    <a:pt x="56957" y="304796"/>
                  </a:lnTo>
                  <a:lnTo>
                    <a:pt x="52993" y="304405"/>
                  </a:lnTo>
                  <a:lnTo>
                    <a:pt x="15024" y="284113"/>
                  </a:lnTo>
                  <a:lnTo>
                    <a:pt x="0" y="247839"/>
                  </a:lnTo>
                  <a:lnTo>
                    <a:pt x="0" y="243839"/>
                  </a:lnTo>
                  <a:lnTo>
                    <a:pt x="0" y="56956"/>
                  </a:lnTo>
                  <a:lnTo>
                    <a:pt x="15024" y="20683"/>
                  </a:lnTo>
                  <a:lnTo>
                    <a:pt x="52993" y="390"/>
                  </a:lnTo>
                  <a:lnTo>
                    <a:pt x="56957" y="0"/>
                  </a:lnTo>
                  <a:lnTo>
                    <a:pt x="247842" y="0"/>
                  </a:lnTo>
                  <a:lnTo>
                    <a:pt x="284114" y="15020"/>
                  </a:lnTo>
                  <a:lnTo>
                    <a:pt x="304409" y="52990"/>
                  </a:lnTo>
                  <a:lnTo>
                    <a:pt x="304800" y="56956"/>
                  </a:lnTo>
                  <a:lnTo>
                    <a:pt x="304800" y="247839"/>
                  </a:lnTo>
                  <a:lnTo>
                    <a:pt x="289775" y="284113"/>
                  </a:lnTo>
                  <a:lnTo>
                    <a:pt x="251806" y="304405"/>
                  </a:lnTo>
                  <a:lnTo>
                    <a:pt x="247842" y="304796"/>
                  </a:lnTo>
                  <a:close/>
                </a:path>
              </a:pathLst>
            </a:custGeom>
            <a:solidFill>
              <a:srgbClr val="1754B9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2183" y="5004610"/>
              <a:ext cx="139811" cy="140598"/>
            </a:xfrm>
            <a:prstGeom prst="rect">
              <a:avLst/>
            </a:prstGeom>
          </p:spPr>
        </p:pic>
      </p:grpSp>
      <p:sp>
        <p:nvSpPr>
          <p:cNvPr id="28" name="object 28"/>
          <p:cNvSpPr/>
          <p:nvPr/>
        </p:nvSpPr>
        <p:spPr>
          <a:xfrm>
            <a:off x="9380313" y="4175948"/>
            <a:ext cx="98425" cy="147320"/>
          </a:xfrm>
          <a:custGeom>
            <a:avLst/>
            <a:gdLst/>
            <a:ahLst/>
            <a:cxnLst/>
            <a:rect l="l" t="t" r="r" b="b"/>
            <a:pathLst>
              <a:path w="98425" h="147320">
                <a:moveTo>
                  <a:pt x="97998" y="146997"/>
                </a:moveTo>
                <a:lnTo>
                  <a:pt x="0" y="146997"/>
                </a:lnTo>
                <a:lnTo>
                  <a:pt x="0" y="0"/>
                </a:lnTo>
                <a:lnTo>
                  <a:pt x="97998" y="0"/>
                </a:lnTo>
                <a:lnTo>
                  <a:pt x="97998" y="146997"/>
                </a:lnTo>
                <a:close/>
              </a:path>
            </a:pathLst>
          </a:custGeom>
          <a:solidFill>
            <a:srgbClr val="998F3A">
              <a:alpha val="8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915154" y="3779264"/>
            <a:ext cx="1763395" cy="467359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z="1200" spc="-10" b="1">
                <a:solidFill>
                  <a:srgbClr val="FFFFFF"/>
                </a:solidFill>
                <a:latin typeface="Verdana"/>
                <a:cs typeface="Verdana"/>
              </a:rPr>
              <a:t>Acciones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750" spc="20">
                <a:solidFill>
                  <a:srgbClr val="9CA2AF"/>
                </a:solidFill>
                <a:latin typeface="Microsoft Sans Serif"/>
                <a:cs typeface="Microsoft Sans Serif"/>
              </a:rPr>
              <a:t>Participación en el</a:t>
            </a:r>
            <a:r>
              <a:rPr dirty="0" sz="750" spc="5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20">
                <a:solidFill>
                  <a:srgbClr val="9CA2AF"/>
                </a:solidFill>
                <a:latin typeface="Microsoft Sans Serif"/>
                <a:cs typeface="Microsoft Sans Serif"/>
              </a:rPr>
              <a:t>capital</a:t>
            </a:r>
            <a:r>
              <a:rPr dirty="0" sz="750" spc="5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20">
                <a:solidFill>
                  <a:srgbClr val="9CA2AF"/>
                </a:solidFill>
                <a:latin typeface="Microsoft Sans Serif"/>
                <a:cs typeface="Microsoft Sans Serif"/>
              </a:rPr>
              <a:t>del</a:t>
            </a:r>
            <a:r>
              <a:rPr dirty="0" sz="750" spc="5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9CA2AF"/>
                </a:solidFill>
                <a:latin typeface="Microsoft Sans Serif"/>
                <a:cs typeface="Microsoft Sans Serif"/>
              </a:rPr>
              <a:t>negocio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101981" y="3779264"/>
            <a:ext cx="1576705" cy="467359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z="1200" spc="-10" b="1">
                <a:solidFill>
                  <a:srgbClr val="FFFFFF"/>
                </a:solidFill>
                <a:latin typeface="Verdana"/>
                <a:cs typeface="Verdana"/>
              </a:rPr>
              <a:t>Deuda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750" spc="20">
                <a:solidFill>
                  <a:srgbClr val="9CA2AF"/>
                </a:solidFill>
                <a:latin typeface="Microsoft Sans Serif"/>
                <a:cs typeface="Microsoft Sans Serif"/>
              </a:rPr>
              <a:t>Interés</a:t>
            </a:r>
            <a:r>
              <a:rPr dirty="0" sz="750" spc="1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20">
                <a:solidFill>
                  <a:srgbClr val="9CA2AF"/>
                </a:solidFill>
                <a:latin typeface="Microsoft Sans Serif"/>
                <a:cs typeface="Microsoft Sans Serif"/>
              </a:rPr>
              <a:t>sobre</a:t>
            </a:r>
            <a:r>
              <a:rPr dirty="0" sz="750" spc="2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50">
                <a:solidFill>
                  <a:srgbClr val="9CA2AF"/>
                </a:solidFill>
                <a:latin typeface="Microsoft Sans Serif"/>
                <a:cs typeface="Microsoft Sans Serif"/>
              </a:rPr>
              <a:t>un</a:t>
            </a:r>
            <a:r>
              <a:rPr dirty="0" sz="750" spc="6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20">
                <a:solidFill>
                  <a:srgbClr val="9CA2AF"/>
                </a:solidFill>
                <a:latin typeface="Microsoft Sans Serif"/>
                <a:cs typeface="Microsoft Sans Serif"/>
              </a:rPr>
              <a:t>préstamo o</a:t>
            </a:r>
            <a:r>
              <a:rPr dirty="0" sz="750" spc="1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30">
                <a:solidFill>
                  <a:srgbClr val="9CA2AF"/>
                </a:solidFill>
                <a:latin typeface="Microsoft Sans Serif"/>
                <a:cs typeface="Microsoft Sans Serif"/>
              </a:rPr>
              <a:t>bono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288807" y="3779264"/>
            <a:ext cx="1448435" cy="467359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z="1200" spc="-20" b="1">
                <a:solidFill>
                  <a:srgbClr val="FFFFFF"/>
                </a:solidFill>
                <a:latin typeface="Verdana"/>
                <a:cs typeface="Verdana"/>
              </a:rPr>
              <a:t>Ganancias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750" spc="20">
                <a:solidFill>
                  <a:srgbClr val="9CA2AF"/>
                </a:solidFill>
                <a:latin typeface="Microsoft Sans Serif"/>
                <a:cs typeface="Microsoft Sans Serif"/>
              </a:rPr>
              <a:t>Participación</a:t>
            </a:r>
            <a:r>
              <a:rPr dirty="0" sz="750" spc="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20">
                <a:solidFill>
                  <a:srgbClr val="9CA2AF"/>
                </a:solidFill>
                <a:latin typeface="Microsoft Sans Serif"/>
                <a:cs typeface="Microsoft Sans Serif"/>
              </a:rPr>
              <a:t>en</a:t>
            </a:r>
            <a:r>
              <a:rPr dirty="0" sz="750" spc="4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20">
                <a:solidFill>
                  <a:srgbClr val="9CA2AF"/>
                </a:solidFill>
                <a:latin typeface="Microsoft Sans Serif"/>
                <a:cs typeface="Microsoft Sans Serif"/>
              </a:rPr>
              <a:t>la</a:t>
            </a:r>
            <a:r>
              <a:rPr dirty="0" sz="750" spc="5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9CA2AF"/>
                </a:solidFill>
                <a:latin typeface="Microsoft Sans Serif"/>
                <a:cs typeface="Microsoft Sans Serif"/>
              </a:rPr>
              <a:t>rentabilidad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15154" y="5249924"/>
            <a:ext cx="3159125" cy="467359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z="1200" spc="-10" b="1">
                <a:solidFill>
                  <a:srgbClr val="FFFFFF"/>
                </a:solidFill>
                <a:latin typeface="Verdana"/>
                <a:cs typeface="Verdana"/>
              </a:rPr>
              <a:t>Otros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750" spc="20">
                <a:solidFill>
                  <a:srgbClr val="9CA2AF"/>
                </a:solidFill>
                <a:latin typeface="Microsoft Sans Serif"/>
                <a:cs typeface="Microsoft Sans Serif"/>
              </a:rPr>
              <a:t>Productos</a:t>
            </a:r>
            <a:r>
              <a:rPr dirty="0" sz="750" spc="4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20">
                <a:solidFill>
                  <a:srgbClr val="9CA2AF"/>
                </a:solidFill>
                <a:latin typeface="Microsoft Sans Serif"/>
                <a:cs typeface="Microsoft Sans Serif"/>
              </a:rPr>
              <a:t>financieros</a:t>
            </a:r>
            <a:r>
              <a:rPr dirty="0" sz="750" spc="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20">
                <a:solidFill>
                  <a:srgbClr val="9CA2AF"/>
                </a:solidFill>
                <a:latin typeface="Microsoft Sans Serif"/>
                <a:cs typeface="Microsoft Sans Serif"/>
              </a:rPr>
              <a:t>más</a:t>
            </a:r>
            <a:r>
              <a:rPr dirty="0" sz="750" spc="4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20">
                <a:solidFill>
                  <a:srgbClr val="9CA2AF"/>
                </a:solidFill>
                <a:latin typeface="Microsoft Sans Serif"/>
                <a:cs typeface="Microsoft Sans Serif"/>
              </a:rPr>
              <a:t>complejos,</a:t>
            </a:r>
            <a:r>
              <a:rPr dirty="0" sz="750" spc="9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20">
                <a:solidFill>
                  <a:srgbClr val="9CA2AF"/>
                </a:solidFill>
                <a:latin typeface="Microsoft Sans Serif"/>
                <a:cs typeface="Microsoft Sans Serif"/>
              </a:rPr>
              <a:t>combinación</a:t>
            </a:r>
            <a:r>
              <a:rPr dirty="0" sz="750" spc="9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20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750" spc="4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20">
                <a:solidFill>
                  <a:srgbClr val="9CA2AF"/>
                </a:solidFill>
                <a:latin typeface="Microsoft Sans Serif"/>
                <a:cs typeface="Microsoft Sans Serif"/>
              </a:rPr>
              <a:t>los</a:t>
            </a:r>
            <a:r>
              <a:rPr dirty="0" sz="750" spc="4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9CA2AF"/>
                </a:solidFill>
                <a:latin typeface="Microsoft Sans Serif"/>
                <a:cs typeface="Microsoft Sans Serif"/>
              </a:rPr>
              <a:t>anteriores</a:t>
            </a:r>
            <a:endParaRPr sz="7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90306" y="1626817"/>
            <a:ext cx="697230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0" b="1">
                <a:solidFill>
                  <a:srgbClr val="1754B9"/>
                </a:solidFill>
                <a:latin typeface="Georgia"/>
                <a:cs typeface="Georgia"/>
              </a:rPr>
              <a:t>T</a:t>
            </a:r>
            <a:r>
              <a:rPr dirty="0" sz="750" spc="-7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229" b="1">
                <a:solidFill>
                  <a:srgbClr val="1754B9"/>
                </a:solidFill>
                <a:latin typeface="Georgia"/>
                <a:cs typeface="Georgia"/>
              </a:rPr>
              <a:t>O</a:t>
            </a:r>
            <a:r>
              <a:rPr dirty="0" sz="750" spc="-5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95" b="1">
                <a:solidFill>
                  <a:srgbClr val="1754B9"/>
                </a:solidFill>
                <a:latin typeface="Georgia"/>
                <a:cs typeface="Georgia"/>
              </a:rPr>
              <a:t>K</a:t>
            </a:r>
            <a:r>
              <a:rPr dirty="0" sz="750" spc="-8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50" b="1">
                <a:solidFill>
                  <a:srgbClr val="1754B9"/>
                </a:solidFill>
                <a:latin typeface="Georgia"/>
                <a:cs typeface="Georgia"/>
              </a:rPr>
              <a:t>E</a:t>
            </a:r>
            <a:r>
              <a:rPr dirty="0" sz="750" spc="-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0" b="1">
                <a:solidFill>
                  <a:srgbClr val="1754B9"/>
                </a:solidFill>
                <a:latin typeface="Georgia"/>
                <a:cs typeface="Georgia"/>
              </a:rPr>
              <a:t>N</a:t>
            </a:r>
            <a:r>
              <a:rPr dirty="0" sz="750" spc="3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40" b="1">
                <a:solidFill>
                  <a:srgbClr val="1754B9"/>
                </a:solidFill>
                <a:latin typeface="Georgia"/>
                <a:cs typeface="Georgia"/>
              </a:rPr>
              <a:t>C</a:t>
            </a:r>
            <a:r>
              <a:rPr dirty="0" sz="750" spc="-5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b="1">
                <a:solidFill>
                  <a:srgbClr val="1754B9"/>
                </a:solidFill>
                <a:latin typeface="Georgia"/>
                <a:cs typeface="Georgia"/>
              </a:rPr>
              <a:t>I</a:t>
            </a:r>
            <a:r>
              <a:rPr dirty="0" sz="750" spc="-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00" b="1">
                <a:solidFill>
                  <a:srgbClr val="1754B9"/>
                </a:solidFill>
                <a:latin typeface="Georgia"/>
                <a:cs typeface="Georgia"/>
              </a:rPr>
              <a:t>T</a:t>
            </a:r>
            <a:r>
              <a:rPr dirty="0" sz="750" spc="-7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50" b="1">
                <a:solidFill>
                  <a:srgbClr val="1754B9"/>
                </a:solidFill>
                <a:latin typeface="Georgia"/>
                <a:cs typeface="Georgia"/>
              </a:rPr>
              <a:t>Y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284843" y="1726859"/>
            <a:ext cx="8134984" cy="5899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20"/>
              <a:t>¿Cómo</a:t>
            </a:r>
            <a:r>
              <a:rPr dirty="0" spc="-320"/>
              <a:t> </a:t>
            </a:r>
            <a:r>
              <a:rPr dirty="0" spc="-125"/>
              <a:t>es</a:t>
            </a:r>
            <a:r>
              <a:rPr dirty="0" spc="-300"/>
              <a:t> </a:t>
            </a:r>
            <a:r>
              <a:rPr dirty="0" spc="-10"/>
              <a:t>el</a:t>
            </a:r>
            <a:r>
              <a:rPr dirty="0" spc="-65"/>
              <a:t> </a:t>
            </a:r>
            <a:r>
              <a:rPr dirty="0" spc="-135"/>
              <a:t>proceso</a:t>
            </a:r>
            <a:r>
              <a:rPr dirty="0" spc="-320"/>
              <a:t> </a:t>
            </a:r>
            <a:r>
              <a:rPr dirty="0"/>
              <a:t>de</a:t>
            </a:r>
            <a:r>
              <a:rPr dirty="0" spc="-310"/>
              <a:t> </a:t>
            </a:r>
            <a:r>
              <a:rPr dirty="0" spc="-85"/>
              <a:t>tokenización?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85799" y="2522218"/>
            <a:ext cx="2263140" cy="1645920"/>
            <a:chOff x="685799" y="2522218"/>
            <a:chExt cx="2263140" cy="1645920"/>
          </a:xfrm>
        </p:grpSpPr>
        <p:sp>
          <p:nvSpPr>
            <p:cNvPr id="5" name="object 5"/>
            <p:cNvSpPr/>
            <p:nvPr/>
          </p:nvSpPr>
          <p:spPr>
            <a:xfrm>
              <a:off x="685799" y="2522218"/>
              <a:ext cx="2263140" cy="1645920"/>
            </a:xfrm>
            <a:custGeom>
              <a:avLst/>
              <a:gdLst/>
              <a:ahLst/>
              <a:cxnLst/>
              <a:rect l="l" t="t" r="r" b="b"/>
              <a:pathLst>
                <a:path w="2263140" h="1645920">
                  <a:moveTo>
                    <a:pt x="2141219" y="1645919"/>
                  </a:moveTo>
                  <a:lnTo>
                    <a:pt x="121919" y="1645919"/>
                  </a:lnTo>
                  <a:lnTo>
                    <a:pt x="109909" y="1645339"/>
                  </a:lnTo>
                  <a:lnTo>
                    <a:pt x="64389" y="1631506"/>
                  </a:lnTo>
                  <a:lnTo>
                    <a:pt x="27627" y="1601307"/>
                  </a:lnTo>
                  <a:lnTo>
                    <a:pt x="5220" y="1559338"/>
                  </a:lnTo>
                  <a:lnTo>
                    <a:pt x="0" y="1523999"/>
                  </a:lnTo>
                  <a:lnTo>
                    <a:pt x="0" y="121919"/>
                  </a:lnTo>
                  <a:lnTo>
                    <a:pt x="9280" y="75263"/>
                  </a:lnTo>
                  <a:lnTo>
                    <a:pt x="35709" y="35709"/>
                  </a:lnTo>
                  <a:lnTo>
                    <a:pt x="75263" y="9280"/>
                  </a:lnTo>
                  <a:lnTo>
                    <a:pt x="121919" y="0"/>
                  </a:lnTo>
                  <a:lnTo>
                    <a:pt x="2141219" y="0"/>
                  </a:lnTo>
                  <a:lnTo>
                    <a:pt x="2187876" y="9280"/>
                  </a:lnTo>
                  <a:lnTo>
                    <a:pt x="2227430" y="35709"/>
                  </a:lnTo>
                  <a:lnTo>
                    <a:pt x="2253858" y="75263"/>
                  </a:lnTo>
                  <a:lnTo>
                    <a:pt x="2263139" y="121919"/>
                  </a:lnTo>
                  <a:lnTo>
                    <a:pt x="2263139" y="1523999"/>
                  </a:lnTo>
                  <a:lnTo>
                    <a:pt x="2253858" y="1570656"/>
                  </a:lnTo>
                  <a:lnTo>
                    <a:pt x="2227430" y="1610210"/>
                  </a:lnTo>
                  <a:lnTo>
                    <a:pt x="2187876" y="1636639"/>
                  </a:lnTo>
                  <a:lnTo>
                    <a:pt x="2141219" y="164591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85799" y="2522220"/>
              <a:ext cx="2263140" cy="1645920"/>
            </a:xfrm>
            <a:custGeom>
              <a:avLst/>
              <a:gdLst/>
              <a:ahLst/>
              <a:cxnLst/>
              <a:rect l="l" t="t" r="r" b="b"/>
              <a:pathLst>
                <a:path w="2263140" h="1645920">
                  <a:moveTo>
                    <a:pt x="2141219" y="1645919"/>
                  </a:moveTo>
                  <a:lnTo>
                    <a:pt x="121919" y="1645919"/>
                  </a:lnTo>
                  <a:lnTo>
                    <a:pt x="109909" y="1645339"/>
                  </a:lnTo>
                  <a:lnTo>
                    <a:pt x="64389" y="1631506"/>
                  </a:lnTo>
                  <a:lnTo>
                    <a:pt x="27627" y="1601307"/>
                  </a:lnTo>
                  <a:lnTo>
                    <a:pt x="5220" y="1559338"/>
                  </a:lnTo>
                  <a:lnTo>
                    <a:pt x="0" y="1523999"/>
                  </a:lnTo>
                  <a:lnTo>
                    <a:pt x="0" y="121919"/>
                  </a:lnTo>
                  <a:lnTo>
                    <a:pt x="9280" y="75263"/>
                  </a:lnTo>
                  <a:lnTo>
                    <a:pt x="35709" y="35709"/>
                  </a:lnTo>
                  <a:lnTo>
                    <a:pt x="75263" y="9280"/>
                  </a:lnTo>
                  <a:lnTo>
                    <a:pt x="121919" y="0"/>
                  </a:lnTo>
                  <a:lnTo>
                    <a:pt x="2141219" y="0"/>
                  </a:lnTo>
                  <a:lnTo>
                    <a:pt x="2153230" y="580"/>
                  </a:lnTo>
                  <a:lnTo>
                    <a:pt x="2165009" y="2320"/>
                  </a:lnTo>
                  <a:lnTo>
                    <a:pt x="2176558" y="5220"/>
                  </a:lnTo>
                  <a:lnTo>
                    <a:pt x="2183247" y="7619"/>
                  </a:lnTo>
                  <a:lnTo>
                    <a:pt x="114414" y="7619"/>
                  </a:lnTo>
                  <a:lnTo>
                    <a:pt x="106981" y="8352"/>
                  </a:lnTo>
                  <a:lnTo>
                    <a:pt x="64658" y="22713"/>
                  </a:lnTo>
                  <a:lnTo>
                    <a:pt x="31052" y="52178"/>
                  </a:lnTo>
                  <a:lnTo>
                    <a:pt x="11280" y="92260"/>
                  </a:lnTo>
                  <a:lnTo>
                    <a:pt x="7619" y="114414"/>
                  </a:lnTo>
                  <a:lnTo>
                    <a:pt x="7619" y="1531504"/>
                  </a:lnTo>
                  <a:lnTo>
                    <a:pt x="19192" y="1574674"/>
                  </a:lnTo>
                  <a:lnTo>
                    <a:pt x="46404" y="1610128"/>
                  </a:lnTo>
                  <a:lnTo>
                    <a:pt x="85113" y="1632471"/>
                  </a:lnTo>
                  <a:lnTo>
                    <a:pt x="114414" y="1638299"/>
                  </a:lnTo>
                  <a:lnTo>
                    <a:pt x="2183246" y="1638299"/>
                  </a:lnTo>
                  <a:lnTo>
                    <a:pt x="2176558" y="1640699"/>
                  </a:lnTo>
                  <a:lnTo>
                    <a:pt x="2165009" y="1643599"/>
                  </a:lnTo>
                  <a:lnTo>
                    <a:pt x="2153230" y="1645339"/>
                  </a:lnTo>
                  <a:lnTo>
                    <a:pt x="2141219" y="1645919"/>
                  </a:lnTo>
                  <a:close/>
                </a:path>
                <a:path w="2263140" h="1645920">
                  <a:moveTo>
                    <a:pt x="2183246" y="1638299"/>
                  </a:moveTo>
                  <a:lnTo>
                    <a:pt x="2148724" y="1638299"/>
                  </a:lnTo>
                  <a:lnTo>
                    <a:pt x="2156157" y="1637567"/>
                  </a:lnTo>
                  <a:lnTo>
                    <a:pt x="2170879" y="1634639"/>
                  </a:lnTo>
                  <a:lnTo>
                    <a:pt x="2210961" y="1614867"/>
                  </a:lnTo>
                  <a:lnTo>
                    <a:pt x="2240426" y="1581261"/>
                  </a:lnTo>
                  <a:lnTo>
                    <a:pt x="2254787" y="1538937"/>
                  </a:lnTo>
                  <a:lnTo>
                    <a:pt x="2255519" y="1531504"/>
                  </a:lnTo>
                  <a:lnTo>
                    <a:pt x="2255519" y="114414"/>
                  </a:lnTo>
                  <a:lnTo>
                    <a:pt x="2243947" y="71245"/>
                  </a:lnTo>
                  <a:lnTo>
                    <a:pt x="2216636" y="35709"/>
                  </a:lnTo>
                  <a:lnTo>
                    <a:pt x="2178026" y="13448"/>
                  </a:lnTo>
                  <a:lnTo>
                    <a:pt x="2148724" y="7619"/>
                  </a:lnTo>
                  <a:lnTo>
                    <a:pt x="2183247" y="7619"/>
                  </a:lnTo>
                  <a:lnTo>
                    <a:pt x="2218527" y="27627"/>
                  </a:lnTo>
                  <a:lnTo>
                    <a:pt x="2248726" y="64388"/>
                  </a:lnTo>
                  <a:lnTo>
                    <a:pt x="2262559" y="109909"/>
                  </a:lnTo>
                  <a:lnTo>
                    <a:pt x="2263139" y="1523999"/>
                  </a:lnTo>
                  <a:lnTo>
                    <a:pt x="2262559" y="1536010"/>
                  </a:lnTo>
                  <a:lnTo>
                    <a:pt x="2260819" y="1547789"/>
                  </a:lnTo>
                  <a:lnTo>
                    <a:pt x="2257919" y="1559338"/>
                  </a:lnTo>
                  <a:lnTo>
                    <a:pt x="2253858" y="1570656"/>
                  </a:lnTo>
                  <a:lnTo>
                    <a:pt x="2248853" y="1581261"/>
                  </a:lnTo>
                  <a:lnTo>
                    <a:pt x="2248726" y="1581530"/>
                  </a:lnTo>
                  <a:lnTo>
                    <a:pt x="2218527" y="1618292"/>
                  </a:lnTo>
                  <a:lnTo>
                    <a:pt x="2187876" y="1636639"/>
                  </a:lnTo>
                  <a:lnTo>
                    <a:pt x="2183246" y="1638299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569719" y="2682237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80" h="259080">
                  <a:moveTo>
                    <a:pt x="138045" y="259079"/>
                  </a:moveTo>
                  <a:lnTo>
                    <a:pt x="121034" y="259079"/>
                  </a:lnTo>
                  <a:lnTo>
                    <a:pt x="112610" y="258250"/>
                  </a:lnTo>
                  <a:lnTo>
                    <a:pt x="72108" y="245960"/>
                  </a:lnTo>
                  <a:lnTo>
                    <a:pt x="31926" y="215123"/>
                  </a:lnTo>
                  <a:lnTo>
                    <a:pt x="6605" y="171248"/>
                  </a:lnTo>
                  <a:lnTo>
                    <a:pt x="0" y="138041"/>
                  </a:lnTo>
                  <a:lnTo>
                    <a:pt x="0" y="129539"/>
                  </a:lnTo>
                  <a:lnTo>
                    <a:pt x="6605" y="87819"/>
                  </a:lnTo>
                  <a:lnTo>
                    <a:pt x="26556" y="50493"/>
                  </a:lnTo>
                  <a:lnTo>
                    <a:pt x="64643" y="17100"/>
                  </a:lnTo>
                  <a:lnTo>
                    <a:pt x="112610" y="829"/>
                  </a:lnTo>
                  <a:lnTo>
                    <a:pt x="121034" y="0"/>
                  </a:lnTo>
                  <a:lnTo>
                    <a:pt x="138045" y="0"/>
                  </a:lnTo>
                  <a:lnTo>
                    <a:pt x="186971" y="13111"/>
                  </a:lnTo>
                  <a:lnTo>
                    <a:pt x="227153" y="43952"/>
                  </a:lnTo>
                  <a:lnTo>
                    <a:pt x="252474" y="87819"/>
                  </a:lnTo>
                  <a:lnTo>
                    <a:pt x="259080" y="129539"/>
                  </a:lnTo>
                  <a:lnTo>
                    <a:pt x="259079" y="138041"/>
                  </a:lnTo>
                  <a:lnTo>
                    <a:pt x="245964" y="186968"/>
                  </a:lnTo>
                  <a:lnTo>
                    <a:pt x="215124" y="227152"/>
                  </a:lnTo>
                  <a:lnTo>
                    <a:pt x="171254" y="252471"/>
                  </a:lnTo>
                  <a:lnTo>
                    <a:pt x="138045" y="259079"/>
                  </a:lnTo>
                  <a:close/>
                </a:path>
              </a:pathLst>
            </a:custGeom>
            <a:solidFill>
              <a:srgbClr val="1754B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641435" y="2701153"/>
            <a:ext cx="111125" cy="1892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50" spc="-50">
                <a:solidFill>
                  <a:srgbClr val="FFFFFF"/>
                </a:solidFill>
                <a:latin typeface="Arial Black"/>
                <a:cs typeface="Arial Black"/>
              </a:rPr>
              <a:t>0</a:t>
            </a:r>
            <a:endParaRPr sz="1050">
              <a:latin typeface="Arial Black"/>
              <a:cs typeface="Arial Black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1989" y="2741931"/>
            <a:ext cx="88900" cy="1397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486415" y="3007716"/>
            <a:ext cx="66040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90">
                <a:solidFill>
                  <a:srgbClr val="FFFFFF"/>
                </a:solidFill>
                <a:latin typeface="Arial Black"/>
                <a:cs typeface="Arial Black"/>
              </a:rPr>
              <a:t>Fase</a:t>
            </a:r>
            <a:r>
              <a:rPr dirty="0" sz="900" spc="-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55">
                <a:solidFill>
                  <a:srgbClr val="FFFFFF"/>
                </a:solidFill>
                <a:latin typeface="Arial Black"/>
                <a:cs typeface="Arial Black"/>
              </a:rPr>
              <a:t>Previa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51969" y="3250226"/>
            <a:ext cx="1327150" cy="1428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50" spc="20">
                <a:solidFill>
                  <a:srgbClr val="9CA2AF"/>
                </a:solidFill>
                <a:latin typeface="Microsoft Sans Serif"/>
                <a:cs typeface="Microsoft Sans Serif"/>
              </a:rPr>
              <a:t>Estructuración</a:t>
            </a:r>
            <a:r>
              <a:rPr dirty="0" sz="750" spc="5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20">
                <a:solidFill>
                  <a:srgbClr val="9CA2AF"/>
                </a:solidFill>
                <a:latin typeface="Microsoft Sans Serif"/>
                <a:cs typeface="Microsoft Sans Serif"/>
              </a:rPr>
              <a:t>de la</a:t>
            </a:r>
            <a:r>
              <a:rPr dirty="0" sz="750" spc="6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9CA2AF"/>
                </a:solidFill>
                <a:latin typeface="Microsoft Sans Serif"/>
                <a:cs typeface="Microsoft Sans Serif"/>
              </a:rPr>
              <a:t>emisión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49669" y="3451038"/>
            <a:ext cx="1936114" cy="467359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algn="ctr" marL="12700" marR="5080">
              <a:lnSpc>
                <a:spcPct val="130000"/>
              </a:lnSpc>
              <a:spcBef>
                <a:spcPts val="65"/>
              </a:spcBef>
            </a:pP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Se</a:t>
            </a:r>
            <a:r>
              <a:rPr dirty="0" sz="750" spc="2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define</a:t>
            </a:r>
            <a:r>
              <a:rPr dirty="0" sz="750" spc="2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el</a:t>
            </a:r>
            <a:r>
              <a:rPr dirty="0" sz="750" spc="10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50">
                <a:solidFill>
                  <a:srgbClr val="9CA2AF"/>
                </a:solidFill>
                <a:latin typeface="Microsoft Sans Serif"/>
                <a:cs typeface="Microsoft Sans Serif"/>
              </a:rPr>
              <a:t>modelo</a:t>
            </a:r>
            <a:r>
              <a:rPr dirty="0" sz="750" spc="1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750" spc="2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negocio,</a:t>
            </a:r>
            <a:r>
              <a:rPr dirty="0" sz="750" spc="6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el</a:t>
            </a:r>
            <a:r>
              <a:rPr dirty="0" sz="750" spc="10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tipo</a:t>
            </a:r>
            <a:r>
              <a:rPr dirty="0" sz="750" spc="1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25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 activo</a:t>
            </a:r>
            <a:r>
              <a:rPr dirty="0" sz="750" spc="4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a</a:t>
            </a:r>
            <a:r>
              <a:rPr dirty="0" sz="750" spc="10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tokenizar</a:t>
            </a:r>
            <a:r>
              <a:rPr dirty="0" sz="750" spc="6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50">
                <a:solidFill>
                  <a:srgbClr val="9CA2AF"/>
                </a:solidFill>
                <a:latin typeface="Microsoft Sans Serif"/>
                <a:cs typeface="Microsoft Sans Serif"/>
              </a:rPr>
              <a:t>y</a:t>
            </a:r>
            <a:r>
              <a:rPr dirty="0" sz="750" spc="-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la</a:t>
            </a:r>
            <a:r>
              <a:rPr dirty="0" sz="750" spc="10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viabilidad</a:t>
            </a:r>
            <a:r>
              <a:rPr dirty="0" sz="750" spc="9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jurídica</a:t>
            </a:r>
            <a:r>
              <a:rPr dirty="0" sz="750" spc="10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y</a:t>
            </a:r>
            <a:r>
              <a:rPr dirty="0" sz="750" spc="50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9CA2AF"/>
                </a:solidFill>
                <a:latin typeface="Microsoft Sans Serif"/>
                <a:cs typeface="Microsoft Sans Serif"/>
              </a:rPr>
              <a:t>financiera.</a:t>
            </a:r>
            <a:endParaRPr sz="750">
              <a:latin typeface="Microsoft Sans Serif"/>
              <a:cs typeface="Microsoft Sans Serif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040379" y="2522218"/>
            <a:ext cx="2263140" cy="1645920"/>
            <a:chOff x="3040379" y="2522218"/>
            <a:chExt cx="2263140" cy="1645920"/>
          </a:xfrm>
        </p:grpSpPr>
        <p:sp>
          <p:nvSpPr>
            <p:cNvPr id="14" name="object 14"/>
            <p:cNvSpPr/>
            <p:nvPr/>
          </p:nvSpPr>
          <p:spPr>
            <a:xfrm>
              <a:off x="3040379" y="2522218"/>
              <a:ext cx="2263140" cy="1645920"/>
            </a:xfrm>
            <a:custGeom>
              <a:avLst/>
              <a:gdLst/>
              <a:ahLst/>
              <a:cxnLst/>
              <a:rect l="l" t="t" r="r" b="b"/>
              <a:pathLst>
                <a:path w="2263140" h="1645920">
                  <a:moveTo>
                    <a:pt x="2141219" y="1645919"/>
                  </a:moveTo>
                  <a:lnTo>
                    <a:pt x="121919" y="1645919"/>
                  </a:lnTo>
                  <a:lnTo>
                    <a:pt x="109909" y="1645339"/>
                  </a:lnTo>
                  <a:lnTo>
                    <a:pt x="64388" y="1631506"/>
                  </a:lnTo>
                  <a:lnTo>
                    <a:pt x="27626" y="1601307"/>
                  </a:lnTo>
                  <a:lnTo>
                    <a:pt x="5219" y="1559338"/>
                  </a:lnTo>
                  <a:lnTo>
                    <a:pt x="0" y="1523999"/>
                  </a:lnTo>
                  <a:lnTo>
                    <a:pt x="0" y="121919"/>
                  </a:lnTo>
                  <a:lnTo>
                    <a:pt x="9280" y="75263"/>
                  </a:lnTo>
                  <a:lnTo>
                    <a:pt x="35709" y="35709"/>
                  </a:lnTo>
                  <a:lnTo>
                    <a:pt x="75262" y="9280"/>
                  </a:lnTo>
                  <a:lnTo>
                    <a:pt x="121919" y="0"/>
                  </a:lnTo>
                  <a:lnTo>
                    <a:pt x="2141219" y="0"/>
                  </a:lnTo>
                  <a:lnTo>
                    <a:pt x="2187875" y="9280"/>
                  </a:lnTo>
                  <a:lnTo>
                    <a:pt x="2227430" y="35709"/>
                  </a:lnTo>
                  <a:lnTo>
                    <a:pt x="2253858" y="75263"/>
                  </a:lnTo>
                  <a:lnTo>
                    <a:pt x="2263139" y="121919"/>
                  </a:lnTo>
                  <a:lnTo>
                    <a:pt x="2263139" y="1523999"/>
                  </a:lnTo>
                  <a:lnTo>
                    <a:pt x="2253858" y="1570656"/>
                  </a:lnTo>
                  <a:lnTo>
                    <a:pt x="2227430" y="1610210"/>
                  </a:lnTo>
                  <a:lnTo>
                    <a:pt x="2187875" y="1636639"/>
                  </a:lnTo>
                  <a:lnTo>
                    <a:pt x="2141219" y="164591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040379" y="2522220"/>
              <a:ext cx="2263140" cy="1645920"/>
            </a:xfrm>
            <a:custGeom>
              <a:avLst/>
              <a:gdLst/>
              <a:ahLst/>
              <a:cxnLst/>
              <a:rect l="l" t="t" r="r" b="b"/>
              <a:pathLst>
                <a:path w="2263140" h="1645920">
                  <a:moveTo>
                    <a:pt x="2141219" y="1645919"/>
                  </a:moveTo>
                  <a:lnTo>
                    <a:pt x="121919" y="1645919"/>
                  </a:lnTo>
                  <a:lnTo>
                    <a:pt x="109909" y="1645339"/>
                  </a:lnTo>
                  <a:lnTo>
                    <a:pt x="64388" y="1631506"/>
                  </a:lnTo>
                  <a:lnTo>
                    <a:pt x="27626" y="1601307"/>
                  </a:lnTo>
                  <a:lnTo>
                    <a:pt x="5219" y="1559338"/>
                  </a:lnTo>
                  <a:lnTo>
                    <a:pt x="0" y="1523999"/>
                  </a:lnTo>
                  <a:lnTo>
                    <a:pt x="0" y="121919"/>
                  </a:lnTo>
                  <a:lnTo>
                    <a:pt x="9280" y="75263"/>
                  </a:lnTo>
                  <a:lnTo>
                    <a:pt x="35709" y="35709"/>
                  </a:lnTo>
                  <a:lnTo>
                    <a:pt x="75262" y="9280"/>
                  </a:lnTo>
                  <a:lnTo>
                    <a:pt x="121919" y="0"/>
                  </a:lnTo>
                  <a:lnTo>
                    <a:pt x="2141219" y="0"/>
                  </a:lnTo>
                  <a:lnTo>
                    <a:pt x="2153229" y="580"/>
                  </a:lnTo>
                  <a:lnTo>
                    <a:pt x="2165009" y="2320"/>
                  </a:lnTo>
                  <a:lnTo>
                    <a:pt x="2176557" y="5220"/>
                  </a:lnTo>
                  <a:lnTo>
                    <a:pt x="2183247" y="7619"/>
                  </a:lnTo>
                  <a:lnTo>
                    <a:pt x="114414" y="7619"/>
                  </a:lnTo>
                  <a:lnTo>
                    <a:pt x="106981" y="8352"/>
                  </a:lnTo>
                  <a:lnTo>
                    <a:pt x="64658" y="22713"/>
                  </a:lnTo>
                  <a:lnTo>
                    <a:pt x="31052" y="52178"/>
                  </a:lnTo>
                  <a:lnTo>
                    <a:pt x="11280" y="92260"/>
                  </a:lnTo>
                  <a:lnTo>
                    <a:pt x="7619" y="114414"/>
                  </a:lnTo>
                  <a:lnTo>
                    <a:pt x="7619" y="1531504"/>
                  </a:lnTo>
                  <a:lnTo>
                    <a:pt x="19192" y="1574674"/>
                  </a:lnTo>
                  <a:lnTo>
                    <a:pt x="46404" y="1610128"/>
                  </a:lnTo>
                  <a:lnTo>
                    <a:pt x="85112" y="1632471"/>
                  </a:lnTo>
                  <a:lnTo>
                    <a:pt x="114414" y="1638299"/>
                  </a:lnTo>
                  <a:lnTo>
                    <a:pt x="2183246" y="1638299"/>
                  </a:lnTo>
                  <a:lnTo>
                    <a:pt x="2176557" y="1640699"/>
                  </a:lnTo>
                  <a:lnTo>
                    <a:pt x="2165009" y="1643599"/>
                  </a:lnTo>
                  <a:lnTo>
                    <a:pt x="2153229" y="1645339"/>
                  </a:lnTo>
                  <a:lnTo>
                    <a:pt x="2141219" y="1645919"/>
                  </a:lnTo>
                  <a:close/>
                </a:path>
                <a:path w="2263140" h="1645920">
                  <a:moveTo>
                    <a:pt x="2183246" y="1638299"/>
                  </a:moveTo>
                  <a:lnTo>
                    <a:pt x="2148724" y="1638299"/>
                  </a:lnTo>
                  <a:lnTo>
                    <a:pt x="2156157" y="1637567"/>
                  </a:lnTo>
                  <a:lnTo>
                    <a:pt x="2170879" y="1634639"/>
                  </a:lnTo>
                  <a:lnTo>
                    <a:pt x="2210961" y="1614867"/>
                  </a:lnTo>
                  <a:lnTo>
                    <a:pt x="2240426" y="1581261"/>
                  </a:lnTo>
                  <a:lnTo>
                    <a:pt x="2254787" y="1538937"/>
                  </a:lnTo>
                  <a:lnTo>
                    <a:pt x="2255519" y="1531504"/>
                  </a:lnTo>
                  <a:lnTo>
                    <a:pt x="2255519" y="114414"/>
                  </a:lnTo>
                  <a:lnTo>
                    <a:pt x="2243946" y="71245"/>
                  </a:lnTo>
                  <a:lnTo>
                    <a:pt x="2216635" y="35709"/>
                  </a:lnTo>
                  <a:lnTo>
                    <a:pt x="2178026" y="13448"/>
                  </a:lnTo>
                  <a:lnTo>
                    <a:pt x="2148724" y="7619"/>
                  </a:lnTo>
                  <a:lnTo>
                    <a:pt x="2183247" y="7619"/>
                  </a:lnTo>
                  <a:lnTo>
                    <a:pt x="2218527" y="27627"/>
                  </a:lnTo>
                  <a:lnTo>
                    <a:pt x="2248726" y="64388"/>
                  </a:lnTo>
                  <a:lnTo>
                    <a:pt x="2262559" y="109909"/>
                  </a:lnTo>
                  <a:lnTo>
                    <a:pt x="2263139" y="1523999"/>
                  </a:lnTo>
                  <a:lnTo>
                    <a:pt x="2262559" y="1536010"/>
                  </a:lnTo>
                  <a:lnTo>
                    <a:pt x="2248853" y="1581261"/>
                  </a:lnTo>
                  <a:lnTo>
                    <a:pt x="2218527" y="1618292"/>
                  </a:lnTo>
                  <a:lnTo>
                    <a:pt x="2187875" y="1636639"/>
                  </a:lnTo>
                  <a:lnTo>
                    <a:pt x="2183246" y="1638299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916679" y="2682237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79" h="259080">
                  <a:moveTo>
                    <a:pt x="138045" y="259079"/>
                  </a:moveTo>
                  <a:lnTo>
                    <a:pt x="121034" y="259079"/>
                  </a:lnTo>
                  <a:lnTo>
                    <a:pt x="112609" y="258250"/>
                  </a:lnTo>
                  <a:lnTo>
                    <a:pt x="72107" y="245960"/>
                  </a:lnTo>
                  <a:lnTo>
                    <a:pt x="31926" y="215123"/>
                  </a:lnTo>
                  <a:lnTo>
                    <a:pt x="6605" y="171248"/>
                  </a:lnTo>
                  <a:lnTo>
                    <a:pt x="0" y="138041"/>
                  </a:lnTo>
                  <a:lnTo>
                    <a:pt x="0" y="129539"/>
                  </a:lnTo>
                  <a:lnTo>
                    <a:pt x="6604" y="87819"/>
                  </a:lnTo>
                  <a:lnTo>
                    <a:pt x="26556" y="50493"/>
                  </a:lnTo>
                  <a:lnTo>
                    <a:pt x="64643" y="17100"/>
                  </a:lnTo>
                  <a:lnTo>
                    <a:pt x="112609" y="829"/>
                  </a:lnTo>
                  <a:lnTo>
                    <a:pt x="121034" y="0"/>
                  </a:lnTo>
                  <a:lnTo>
                    <a:pt x="138045" y="0"/>
                  </a:lnTo>
                  <a:lnTo>
                    <a:pt x="186969" y="13111"/>
                  </a:lnTo>
                  <a:lnTo>
                    <a:pt x="227152" y="43952"/>
                  </a:lnTo>
                  <a:lnTo>
                    <a:pt x="252473" y="87819"/>
                  </a:lnTo>
                  <a:lnTo>
                    <a:pt x="259079" y="129539"/>
                  </a:lnTo>
                  <a:lnTo>
                    <a:pt x="259079" y="138041"/>
                  </a:lnTo>
                  <a:lnTo>
                    <a:pt x="245964" y="186968"/>
                  </a:lnTo>
                  <a:lnTo>
                    <a:pt x="215123" y="227152"/>
                  </a:lnTo>
                  <a:lnTo>
                    <a:pt x="171253" y="252471"/>
                  </a:lnTo>
                  <a:lnTo>
                    <a:pt x="138045" y="259079"/>
                  </a:lnTo>
                  <a:close/>
                </a:path>
              </a:pathLst>
            </a:custGeom>
            <a:solidFill>
              <a:srgbClr val="1754B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4010898" y="2701153"/>
            <a:ext cx="67310" cy="1892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50" spc="-430">
                <a:solidFill>
                  <a:srgbClr val="FFFFFF"/>
                </a:solidFill>
                <a:latin typeface="Arial Black"/>
                <a:cs typeface="Arial Black"/>
              </a:rPr>
              <a:t>1</a:t>
            </a:r>
            <a:endParaRPr sz="1050">
              <a:latin typeface="Arial Black"/>
              <a:cs typeface="Arial Black"/>
            </a:endParaRP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86250" y="2741924"/>
            <a:ext cx="114306" cy="139706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3332003" y="3007716"/>
            <a:ext cx="1677670" cy="31305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356870" marR="5080" indent="-344805">
              <a:lnSpc>
                <a:spcPct val="105600"/>
              </a:lnSpc>
              <a:spcBef>
                <a:spcPts val="75"/>
              </a:spcBef>
            </a:pPr>
            <a:r>
              <a:rPr dirty="0" sz="900" spc="-75">
                <a:solidFill>
                  <a:srgbClr val="FFFFFF"/>
                </a:solidFill>
                <a:latin typeface="Arial Black"/>
                <a:cs typeface="Arial Black"/>
              </a:rPr>
              <a:t>Validación</a:t>
            </a:r>
            <a:r>
              <a:rPr dirty="0" sz="900" spc="-1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70">
                <a:solidFill>
                  <a:srgbClr val="FFFFFF"/>
                </a:solidFill>
                <a:latin typeface="Arial Black"/>
                <a:cs typeface="Arial Black"/>
              </a:rPr>
              <a:t>del</a:t>
            </a:r>
            <a:r>
              <a:rPr dirty="0" sz="900" spc="3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55">
                <a:solidFill>
                  <a:srgbClr val="FFFFFF"/>
                </a:solidFill>
                <a:latin typeface="Arial Black"/>
                <a:cs typeface="Arial Black"/>
              </a:rPr>
              <a:t>Documento</a:t>
            </a:r>
            <a:r>
              <a:rPr dirty="0" sz="900" spc="-4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25">
                <a:solidFill>
                  <a:srgbClr val="FFFFFF"/>
                </a:solidFill>
                <a:latin typeface="Arial Black"/>
                <a:cs typeface="Arial Black"/>
              </a:rPr>
              <a:t>de </a:t>
            </a:r>
            <a:r>
              <a:rPr dirty="0" sz="900" spc="-65">
                <a:solidFill>
                  <a:srgbClr val="FFFFFF"/>
                </a:solidFill>
                <a:latin typeface="Arial Black"/>
                <a:cs typeface="Arial Black"/>
              </a:rPr>
              <a:t>Emisión</a:t>
            </a:r>
            <a:r>
              <a:rPr dirty="0" sz="900" spc="-3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45">
                <a:solidFill>
                  <a:srgbClr val="FFFFFF"/>
                </a:solidFill>
                <a:latin typeface="Arial Black"/>
                <a:cs typeface="Arial Black"/>
              </a:rPr>
              <a:t>o</a:t>
            </a:r>
            <a:r>
              <a:rPr dirty="0" sz="900" spc="-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Black"/>
                <a:cs typeface="Arial Black"/>
              </a:rPr>
              <a:t>Folleto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279497" y="3374838"/>
            <a:ext cx="1776095" cy="6273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 marL="12700" marR="5080" indent="5080">
              <a:lnSpc>
                <a:spcPct val="131100"/>
              </a:lnSpc>
              <a:spcBef>
                <a:spcPts val="114"/>
              </a:spcBef>
            </a:pP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Se</a:t>
            </a:r>
            <a:r>
              <a:rPr dirty="0" sz="750" spc="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elabora</a:t>
            </a:r>
            <a:r>
              <a:rPr dirty="0" sz="750" spc="5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el</a:t>
            </a:r>
            <a:r>
              <a:rPr dirty="0" sz="750" spc="8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55">
                <a:solidFill>
                  <a:srgbClr val="9CA2AF"/>
                </a:solidFill>
                <a:latin typeface="Microsoft Sans Serif"/>
                <a:cs typeface="Microsoft Sans Serif"/>
              </a:rPr>
              <a:t>documento</a:t>
            </a:r>
            <a:r>
              <a:rPr dirty="0" sz="750" spc="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con</a:t>
            </a:r>
            <a:r>
              <a:rPr dirty="0" sz="750" spc="4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25">
                <a:solidFill>
                  <a:srgbClr val="9CA2AF"/>
                </a:solidFill>
                <a:latin typeface="Microsoft Sans Serif"/>
                <a:cs typeface="Microsoft Sans Serif"/>
              </a:rPr>
              <a:t>las</a:t>
            </a: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 características</a:t>
            </a:r>
            <a:r>
              <a:rPr dirty="0" sz="750" spc="5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20">
                <a:solidFill>
                  <a:srgbClr val="9CA2AF"/>
                </a:solidFill>
                <a:latin typeface="Microsoft Sans Serif"/>
                <a:cs typeface="Microsoft Sans Serif"/>
              </a:rPr>
              <a:t>del</a:t>
            </a:r>
            <a:r>
              <a:rPr dirty="0" sz="750" spc="16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20">
                <a:solidFill>
                  <a:srgbClr val="9CA2AF"/>
                </a:solidFill>
                <a:latin typeface="Microsoft Sans Serif"/>
                <a:cs typeface="Microsoft Sans Serif"/>
              </a:rPr>
              <a:t>instrumento.</a:t>
            </a:r>
            <a:r>
              <a:rPr dirty="0" sz="750" spc="10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20">
                <a:solidFill>
                  <a:srgbClr val="9CA2AF"/>
                </a:solidFill>
                <a:latin typeface="Microsoft Sans Serif"/>
                <a:cs typeface="Microsoft Sans Serif"/>
              </a:rPr>
              <a:t>Según</a:t>
            </a:r>
            <a:r>
              <a:rPr dirty="0" sz="750" spc="20">
                <a:solidFill>
                  <a:srgbClr val="9CA2AF"/>
                </a:solidFill>
                <a:latin typeface="Microsoft Sans Serif"/>
                <a:cs typeface="Microsoft Sans Serif"/>
              </a:rPr>
              <a:t> volumen</a:t>
            </a:r>
            <a:r>
              <a:rPr dirty="0" sz="750" spc="3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50">
                <a:solidFill>
                  <a:srgbClr val="9CA2AF"/>
                </a:solidFill>
                <a:latin typeface="Microsoft Sans Serif"/>
                <a:cs typeface="Microsoft Sans Serif"/>
              </a:rPr>
              <a:t>y</a:t>
            </a:r>
            <a:r>
              <a:rPr dirty="0" sz="750" spc="-5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20">
                <a:solidFill>
                  <a:srgbClr val="9CA2AF"/>
                </a:solidFill>
                <a:latin typeface="Microsoft Sans Serif"/>
                <a:cs typeface="Microsoft Sans Serif"/>
              </a:rPr>
              <a:t>perfil</a:t>
            </a:r>
            <a:r>
              <a:rPr dirty="0" sz="750" spc="6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inversor,</a:t>
            </a:r>
            <a:r>
              <a:rPr dirty="0" sz="750" spc="3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se</a:t>
            </a:r>
            <a:r>
              <a:rPr dirty="0" sz="750" spc="-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20">
                <a:solidFill>
                  <a:srgbClr val="9CA2AF"/>
                </a:solidFill>
                <a:latin typeface="Microsoft Sans Serif"/>
                <a:cs typeface="Microsoft Sans Serif"/>
              </a:rPr>
              <a:t>valida</a:t>
            </a:r>
            <a:r>
              <a:rPr dirty="0" sz="750" spc="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25">
                <a:solidFill>
                  <a:srgbClr val="9CA2AF"/>
                </a:solidFill>
                <a:latin typeface="Microsoft Sans Serif"/>
                <a:cs typeface="Microsoft Sans Serif"/>
              </a:rPr>
              <a:t>por</a:t>
            </a:r>
            <a:r>
              <a:rPr dirty="0" sz="750" spc="50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una</a:t>
            </a:r>
            <a:r>
              <a:rPr dirty="0" sz="750" spc="4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25">
                <a:solidFill>
                  <a:srgbClr val="9CA2AF"/>
                </a:solidFill>
                <a:latin typeface="Microsoft Sans Serif"/>
                <a:cs typeface="Microsoft Sans Serif"/>
              </a:rPr>
              <a:t>ESI</a:t>
            </a:r>
            <a:r>
              <a:rPr dirty="0" sz="750" spc="9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o</a:t>
            </a:r>
            <a:r>
              <a:rPr dirty="0" sz="750" spc="-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9CA2AF"/>
                </a:solidFill>
                <a:latin typeface="Microsoft Sans Serif"/>
                <a:cs typeface="Microsoft Sans Serif"/>
              </a:rPr>
              <a:t>CNMV.</a:t>
            </a:r>
            <a:endParaRPr sz="750">
              <a:latin typeface="Microsoft Sans Serif"/>
              <a:cs typeface="Microsoft Sans Serif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394959" y="2522218"/>
            <a:ext cx="2255520" cy="1645920"/>
            <a:chOff x="5394959" y="2522218"/>
            <a:chExt cx="2255520" cy="1645920"/>
          </a:xfrm>
        </p:grpSpPr>
        <p:sp>
          <p:nvSpPr>
            <p:cNvPr id="22" name="object 22"/>
            <p:cNvSpPr/>
            <p:nvPr/>
          </p:nvSpPr>
          <p:spPr>
            <a:xfrm>
              <a:off x="5394959" y="2522218"/>
              <a:ext cx="2255520" cy="1645920"/>
            </a:xfrm>
            <a:custGeom>
              <a:avLst/>
              <a:gdLst/>
              <a:ahLst/>
              <a:cxnLst/>
              <a:rect l="l" t="t" r="r" b="b"/>
              <a:pathLst>
                <a:path w="2255520" h="1645920">
                  <a:moveTo>
                    <a:pt x="2133599" y="1645919"/>
                  </a:moveTo>
                  <a:lnTo>
                    <a:pt x="121919" y="1645919"/>
                  </a:lnTo>
                  <a:lnTo>
                    <a:pt x="109909" y="1645339"/>
                  </a:lnTo>
                  <a:lnTo>
                    <a:pt x="64388" y="1631506"/>
                  </a:lnTo>
                  <a:lnTo>
                    <a:pt x="27626" y="1601307"/>
                  </a:lnTo>
                  <a:lnTo>
                    <a:pt x="5219" y="1559338"/>
                  </a:lnTo>
                  <a:lnTo>
                    <a:pt x="0" y="1523999"/>
                  </a:lnTo>
                  <a:lnTo>
                    <a:pt x="0" y="121919"/>
                  </a:lnTo>
                  <a:lnTo>
                    <a:pt x="9280" y="75263"/>
                  </a:lnTo>
                  <a:lnTo>
                    <a:pt x="35709" y="35709"/>
                  </a:lnTo>
                  <a:lnTo>
                    <a:pt x="75262" y="9280"/>
                  </a:lnTo>
                  <a:lnTo>
                    <a:pt x="121919" y="0"/>
                  </a:lnTo>
                  <a:lnTo>
                    <a:pt x="2133599" y="0"/>
                  </a:lnTo>
                  <a:lnTo>
                    <a:pt x="2180255" y="9280"/>
                  </a:lnTo>
                  <a:lnTo>
                    <a:pt x="2219809" y="35709"/>
                  </a:lnTo>
                  <a:lnTo>
                    <a:pt x="2246238" y="75263"/>
                  </a:lnTo>
                  <a:lnTo>
                    <a:pt x="2255519" y="121919"/>
                  </a:lnTo>
                  <a:lnTo>
                    <a:pt x="2255519" y="1523999"/>
                  </a:lnTo>
                  <a:lnTo>
                    <a:pt x="2246238" y="1570656"/>
                  </a:lnTo>
                  <a:lnTo>
                    <a:pt x="2219809" y="1610210"/>
                  </a:lnTo>
                  <a:lnTo>
                    <a:pt x="2180255" y="1636639"/>
                  </a:lnTo>
                  <a:lnTo>
                    <a:pt x="2133599" y="164591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394959" y="2522220"/>
              <a:ext cx="2255520" cy="1645920"/>
            </a:xfrm>
            <a:custGeom>
              <a:avLst/>
              <a:gdLst/>
              <a:ahLst/>
              <a:cxnLst/>
              <a:rect l="l" t="t" r="r" b="b"/>
              <a:pathLst>
                <a:path w="2255520" h="1645920">
                  <a:moveTo>
                    <a:pt x="2133599" y="1645919"/>
                  </a:moveTo>
                  <a:lnTo>
                    <a:pt x="121919" y="1645919"/>
                  </a:lnTo>
                  <a:lnTo>
                    <a:pt x="109909" y="1645339"/>
                  </a:lnTo>
                  <a:lnTo>
                    <a:pt x="64388" y="1631506"/>
                  </a:lnTo>
                  <a:lnTo>
                    <a:pt x="27626" y="1601307"/>
                  </a:lnTo>
                  <a:lnTo>
                    <a:pt x="5219" y="1559338"/>
                  </a:lnTo>
                  <a:lnTo>
                    <a:pt x="0" y="1523999"/>
                  </a:lnTo>
                  <a:lnTo>
                    <a:pt x="0" y="121919"/>
                  </a:lnTo>
                  <a:lnTo>
                    <a:pt x="9280" y="75263"/>
                  </a:lnTo>
                  <a:lnTo>
                    <a:pt x="35709" y="35709"/>
                  </a:lnTo>
                  <a:lnTo>
                    <a:pt x="75262" y="9280"/>
                  </a:lnTo>
                  <a:lnTo>
                    <a:pt x="121919" y="0"/>
                  </a:lnTo>
                  <a:lnTo>
                    <a:pt x="2133599" y="0"/>
                  </a:lnTo>
                  <a:lnTo>
                    <a:pt x="2145609" y="580"/>
                  </a:lnTo>
                  <a:lnTo>
                    <a:pt x="2157389" y="2320"/>
                  </a:lnTo>
                  <a:lnTo>
                    <a:pt x="2168937" y="5220"/>
                  </a:lnTo>
                  <a:lnTo>
                    <a:pt x="2175626" y="7619"/>
                  </a:lnTo>
                  <a:lnTo>
                    <a:pt x="114414" y="7619"/>
                  </a:lnTo>
                  <a:lnTo>
                    <a:pt x="106981" y="8352"/>
                  </a:lnTo>
                  <a:lnTo>
                    <a:pt x="64658" y="22713"/>
                  </a:lnTo>
                  <a:lnTo>
                    <a:pt x="31052" y="52178"/>
                  </a:lnTo>
                  <a:lnTo>
                    <a:pt x="11280" y="92260"/>
                  </a:lnTo>
                  <a:lnTo>
                    <a:pt x="7619" y="114414"/>
                  </a:lnTo>
                  <a:lnTo>
                    <a:pt x="7619" y="1531504"/>
                  </a:lnTo>
                  <a:lnTo>
                    <a:pt x="19192" y="1574674"/>
                  </a:lnTo>
                  <a:lnTo>
                    <a:pt x="46404" y="1610128"/>
                  </a:lnTo>
                  <a:lnTo>
                    <a:pt x="85112" y="1632471"/>
                  </a:lnTo>
                  <a:lnTo>
                    <a:pt x="114414" y="1638299"/>
                  </a:lnTo>
                  <a:lnTo>
                    <a:pt x="2175625" y="1638299"/>
                  </a:lnTo>
                  <a:lnTo>
                    <a:pt x="2168937" y="1640699"/>
                  </a:lnTo>
                  <a:lnTo>
                    <a:pt x="2157389" y="1643599"/>
                  </a:lnTo>
                  <a:lnTo>
                    <a:pt x="2145609" y="1645339"/>
                  </a:lnTo>
                  <a:lnTo>
                    <a:pt x="2133599" y="1645919"/>
                  </a:lnTo>
                  <a:close/>
                </a:path>
                <a:path w="2255520" h="1645920">
                  <a:moveTo>
                    <a:pt x="2175625" y="1638299"/>
                  </a:moveTo>
                  <a:lnTo>
                    <a:pt x="2141104" y="1638299"/>
                  </a:lnTo>
                  <a:lnTo>
                    <a:pt x="2148537" y="1637567"/>
                  </a:lnTo>
                  <a:lnTo>
                    <a:pt x="2163259" y="1634639"/>
                  </a:lnTo>
                  <a:lnTo>
                    <a:pt x="2203341" y="1614867"/>
                  </a:lnTo>
                  <a:lnTo>
                    <a:pt x="2232806" y="1581261"/>
                  </a:lnTo>
                  <a:lnTo>
                    <a:pt x="2247167" y="1538937"/>
                  </a:lnTo>
                  <a:lnTo>
                    <a:pt x="2247899" y="1531504"/>
                  </a:lnTo>
                  <a:lnTo>
                    <a:pt x="2247899" y="114414"/>
                  </a:lnTo>
                  <a:lnTo>
                    <a:pt x="2236326" y="71245"/>
                  </a:lnTo>
                  <a:lnTo>
                    <a:pt x="2209015" y="35709"/>
                  </a:lnTo>
                  <a:lnTo>
                    <a:pt x="2170406" y="13448"/>
                  </a:lnTo>
                  <a:lnTo>
                    <a:pt x="2141104" y="7619"/>
                  </a:lnTo>
                  <a:lnTo>
                    <a:pt x="2175626" y="7619"/>
                  </a:lnTo>
                  <a:lnTo>
                    <a:pt x="2210906" y="27627"/>
                  </a:lnTo>
                  <a:lnTo>
                    <a:pt x="2241106" y="64388"/>
                  </a:lnTo>
                  <a:lnTo>
                    <a:pt x="2254939" y="109909"/>
                  </a:lnTo>
                  <a:lnTo>
                    <a:pt x="2255519" y="1523999"/>
                  </a:lnTo>
                  <a:lnTo>
                    <a:pt x="2254939" y="1536010"/>
                  </a:lnTo>
                  <a:lnTo>
                    <a:pt x="2241232" y="1581261"/>
                  </a:lnTo>
                  <a:lnTo>
                    <a:pt x="2210906" y="1618292"/>
                  </a:lnTo>
                  <a:lnTo>
                    <a:pt x="2180255" y="1636639"/>
                  </a:lnTo>
                  <a:lnTo>
                    <a:pt x="2175625" y="1638299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271259" y="2682237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79" h="259080">
                  <a:moveTo>
                    <a:pt x="138045" y="259079"/>
                  </a:moveTo>
                  <a:lnTo>
                    <a:pt x="121034" y="259079"/>
                  </a:lnTo>
                  <a:lnTo>
                    <a:pt x="112609" y="258250"/>
                  </a:lnTo>
                  <a:lnTo>
                    <a:pt x="72107" y="245960"/>
                  </a:lnTo>
                  <a:lnTo>
                    <a:pt x="31926" y="215123"/>
                  </a:lnTo>
                  <a:lnTo>
                    <a:pt x="6605" y="171248"/>
                  </a:lnTo>
                  <a:lnTo>
                    <a:pt x="0" y="138041"/>
                  </a:lnTo>
                  <a:lnTo>
                    <a:pt x="0" y="129539"/>
                  </a:lnTo>
                  <a:lnTo>
                    <a:pt x="6604" y="87819"/>
                  </a:lnTo>
                  <a:lnTo>
                    <a:pt x="26556" y="50493"/>
                  </a:lnTo>
                  <a:lnTo>
                    <a:pt x="64642" y="17100"/>
                  </a:lnTo>
                  <a:lnTo>
                    <a:pt x="112609" y="829"/>
                  </a:lnTo>
                  <a:lnTo>
                    <a:pt x="121034" y="0"/>
                  </a:lnTo>
                  <a:lnTo>
                    <a:pt x="138045" y="0"/>
                  </a:lnTo>
                  <a:lnTo>
                    <a:pt x="186970" y="13111"/>
                  </a:lnTo>
                  <a:lnTo>
                    <a:pt x="227152" y="43952"/>
                  </a:lnTo>
                  <a:lnTo>
                    <a:pt x="252473" y="87819"/>
                  </a:lnTo>
                  <a:lnTo>
                    <a:pt x="259079" y="129539"/>
                  </a:lnTo>
                  <a:lnTo>
                    <a:pt x="259079" y="138041"/>
                  </a:lnTo>
                  <a:lnTo>
                    <a:pt x="245963" y="186968"/>
                  </a:lnTo>
                  <a:lnTo>
                    <a:pt x="215123" y="227152"/>
                  </a:lnTo>
                  <a:lnTo>
                    <a:pt x="171253" y="252471"/>
                  </a:lnTo>
                  <a:lnTo>
                    <a:pt x="138045" y="259079"/>
                  </a:lnTo>
                  <a:close/>
                </a:path>
              </a:pathLst>
            </a:custGeom>
            <a:solidFill>
              <a:srgbClr val="1754B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6350713" y="2701153"/>
            <a:ext cx="100965" cy="1892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50" spc="-55">
                <a:solidFill>
                  <a:srgbClr val="FFFFFF"/>
                </a:solidFill>
                <a:latin typeface="Arial Black"/>
                <a:cs typeface="Arial Black"/>
              </a:rPr>
              <a:t>2</a:t>
            </a:r>
            <a:endParaRPr sz="1050">
              <a:latin typeface="Arial Black"/>
              <a:cs typeface="Arial Black"/>
            </a:endParaRPr>
          </a:p>
        </p:txBody>
      </p:sp>
      <p:pic>
        <p:nvPicPr>
          <p:cNvPr id="26" name="object 2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27815" y="2760700"/>
            <a:ext cx="140013" cy="101881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5582642" y="3007716"/>
            <a:ext cx="1885314" cy="31305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716915" marR="5080" indent="-704850">
              <a:lnSpc>
                <a:spcPct val="105600"/>
              </a:lnSpc>
              <a:spcBef>
                <a:spcPts val="75"/>
              </a:spcBef>
            </a:pPr>
            <a:r>
              <a:rPr dirty="0" sz="900" spc="-70">
                <a:solidFill>
                  <a:srgbClr val="FFFFFF"/>
                </a:solidFill>
                <a:latin typeface="Arial Black"/>
                <a:cs typeface="Arial Black"/>
              </a:rPr>
              <a:t>Infraestructura</a:t>
            </a:r>
            <a:r>
              <a:rPr dirty="0" sz="900" spc="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4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dirty="0" sz="900" spc="-3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65">
                <a:solidFill>
                  <a:srgbClr val="FFFFFF"/>
                </a:solidFill>
                <a:latin typeface="Arial Black"/>
                <a:cs typeface="Arial Black"/>
              </a:rPr>
              <a:t>tokenización</a:t>
            </a:r>
            <a:r>
              <a:rPr dirty="0" sz="90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50">
                <a:solidFill>
                  <a:srgbClr val="FFFFFF"/>
                </a:solidFill>
                <a:latin typeface="Arial Black"/>
                <a:cs typeface="Arial Black"/>
              </a:rPr>
              <a:t>y </a:t>
            </a:r>
            <a:r>
              <a:rPr dirty="0" sz="900" spc="-10">
                <a:solidFill>
                  <a:srgbClr val="FFFFFF"/>
                </a:solidFill>
                <a:latin typeface="Arial Black"/>
                <a:cs typeface="Arial Black"/>
              </a:rPr>
              <a:t>emisión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552400" y="3374838"/>
            <a:ext cx="1934210" cy="6273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 marL="12065" marR="5080" indent="-635">
              <a:lnSpc>
                <a:spcPct val="131100"/>
              </a:lnSpc>
              <a:spcBef>
                <a:spcPts val="114"/>
              </a:spcBef>
            </a:pP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Se</a:t>
            </a: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selecciona</a:t>
            </a:r>
            <a:r>
              <a:rPr dirty="0" sz="750" spc="6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la</a:t>
            </a:r>
            <a:r>
              <a:rPr dirty="0" sz="750" spc="6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9CA2AF"/>
                </a:solidFill>
                <a:latin typeface="Microsoft Sans Serif"/>
                <a:cs typeface="Microsoft Sans Serif"/>
              </a:rPr>
              <a:t>infraestructura</a:t>
            </a:r>
            <a:r>
              <a:rPr dirty="0" sz="750" spc="500">
                <a:solidFill>
                  <a:srgbClr val="9CA2AF"/>
                </a:solidFill>
                <a:latin typeface="Microsoft Sans Serif"/>
                <a:cs typeface="Microsoft Sans Serif"/>
              </a:rPr>
              <a:t>  </a:t>
            </a: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tecnológica</a:t>
            </a:r>
            <a:r>
              <a:rPr dirty="0" sz="750" spc="19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750" spc="12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soporte</a:t>
            </a:r>
            <a:r>
              <a:rPr dirty="0" sz="750" spc="12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9CA2AF"/>
                </a:solidFill>
                <a:latin typeface="Microsoft Sans Serif"/>
                <a:cs typeface="Microsoft Sans Serif"/>
              </a:rPr>
              <a:t>(plataforma</a:t>
            </a:r>
            <a:r>
              <a:rPr dirty="0" sz="750" spc="500">
                <a:solidFill>
                  <a:srgbClr val="9CA2AF"/>
                </a:solidFill>
                <a:latin typeface="Microsoft Sans Serif"/>
                <a:cs typeface="Microsoft Sans Serif"/>
              </a:rPr>
              <a:t> 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propia,</a:t>
            </a:r>
            <a:r>
              <a:rPr dirty="0" sz="750" spc="12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Token</a:t>
            </a:r>
            <a:r>
              <a:rPr dirty="0" sz="750" spc="12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City</a:t>
            </a:r>
            <a:r>
              <a:rPr dirty="0" sz="750" spc="1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Exchange,</a:t>
            </a:r>
            <a:r>
              <a:rPr dirty="0" sz="750" spc="12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Alius</a:t>
            </a:r>
            <a:r>
              <a:rPr dirty="0" sz="750" spc="6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9CA2AF"/>
                </a:solidFill>
                <a:latin typeface="Microsoft Sans Serif"/>
                <a:cs typeface="Microsoft Sans Serif"/>
              </a:rPr>
              <a:t>Capital,</a:t>
            </a:r>
            <a:r>
              <a:rPr dirty="0" sz="750" spc="50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9CA2AF"/>
                </a:solidFill>
                <a:latin typeface="Microsoft Sans Serif"/>
                <a:cs typeface="Microsoft Sans Serif"/>
              </a:rPr>
              <a:t>otras).</a:t>
            </a:r>
            <a:endParaRPr sz="750">
              <a:latin typeface="Microsoft Sans Serif"/>
              <a:cs typeface="Microsoft Sans Serif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741919" y="2522218"/>
            <a:ext cx="2263140" cy="1645920"/>
            <a:chOff x="7741919" y="2522218"/>
            <a:chExt cx="2263140" cy="1645920"/>
          </a:xfrm>
        </p:grpSpPr>
        <p:sp>
          <p:nvSpPr>
            <p:cNvPr id="30" name="object 30"/>
            <p:cNvSpPr/>
            <p:nvPr/>
          </p:nvSpPr>
          <p:spPr>
            <a:xfrm>
              <a:off x="7741919" y="2522218"/>
              <a:ext cx="2263140" cy="1645920"/>
            </a:xfrm>
            <a:custGeom>
              <a:avLst/>
              <a:gdLst/>
              <a:ahLst/>
              <a:cxnLst/>
              <a:rect l="l" t="t" r="r" b="b"/>
              <a:pathLst>
                <a:path w="2263140" h="1645920">
                  <a:moveTo>
                    <a:pt x="2141219" y="1645919"/>
                  </a:moveTo>
                  <a:lnTo>
                    <a:pt x="121919" y="1645919"/>
                  </a:lnTo>
                  <a:lnTo>
                    <a:pt x="109909" y="1645339"/>
                  </a:lnTo>
                  <a:lnTo>
                    <a:pt x="64388" y="1631506"/>
                  </a:lnTo>
                  <a:lnTo>
                    <a:pt x="27626" y="1601307"/>
                  </a:lnTo>
                  <a:lnTo>
                    <a:pt x="5219" y="1559338"/>
                  </a:lnTo>
                  <a:lnTo>
                    <a:pt x="0" y="1523999"/>
                  </a:lnTo>
                  <a:lnTo>
                    <a:pt x="0" y="121919"/>
                  </a:lnTo>
                  <a:lnTo>
                    <a:pt x="9279" y="75263"/>
                  </a:lnTo>
                  <a:lnTo>
                    <a:pt x="35709" y="35709"/>
                  </a:lnTo>
                  <a:lnTo>
                    <a:pt x="75262" y="9280"/>
                  </a:lnTo>
                  <a:lnTo>
                    <a:pt x="121919" y="0"/>
                  </a:lnTo>
                  <a:lnTo>
                    <a:pt x="2141219" y="0"/>
                  </a:lnTo>
                  <a:lnTo>
                    <a:pt x="2187875" y="9280"/>
                  </a:lnTo>
                  <a:lnTo>
                    <a:pt x="2227430" y="35709"/>
                  </a:lnTo>
                  <a:lnTo>
                    <a:pt x="2253858" y="75263"/>
                  </a:lnTo>
                  <a:lnTo>
                    <a:pt x="2263139" y="121919"/>
                  </a:lnTo>
                  <a:lnTo>
                    <a:pt x="2263139" y="1523999"/>
                  </a:lnTo>
                  <a:lnTo>
                    <a:pt x="2253859" y="1570656"/>
                  </a:lnTo>
                  <a:lnTo>
                    <a:pt x="2227430" y="1610210"/>
                  </a:lnTo>
                  <a:lnTo>
                    <a:pt x="2187875" y="1636639"/>
                  </a:lnTo>
                  <a:lnTo>
                    <a:pt x="2141219" y="164591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7741919" y="2522220"/>
              <a:ext cx="2263140" cy="1645920"/>
            </a:xfrm>
            <a:custGeom>
              <a:avLst/>
              <a:gdLst/>
              <a:ahLst/>
              <a:cxnLst/>
              <a:rect l="l" t="t" r="r" b="b"/>
              <a:pathLst>
                <a:path w="2263140" h="1645920">
                  <a:moveTo>
                    <a:pt x="2141219" y="1645919"/>
                  </a:moveTo>
                  <a:lnTo>
                    <a:pt x="121919" y="1645919"/>
                  </a:lnTo>
                  <a:lnTo>
                    <a:pt x="109909" y="1645339"/>
                  </a:lnTo>
                  <a:lnTo>
                    <a:pt x="64388" y="1631506"/>
                  </a:lnTo>
                  <a:lnTo>
                    <a:pt x="27626" y="1601307"/>
                  </a:lnTo>
                  <a:lnTo>
                    <a:pt x="5219" y="1559338"/>
                  </a:lnTo>
                  <a:lnTo>
                    <a:pt x="0" y="1523999"/>
                  </a:lnTo>
                  <a:lnTo>
                    <a:pt x="0" y="121919"/>
                  </a:lnTo>
                  <a:lnTo>
                    <a:pt x="9279" y="75263"/>
                  </a:lnTo>
                  <a:lnTo>
                    <a:pt x="35709" y="35709"/>
                  </a:lnTo>
                  <a:lnTo>
                    <a:pt x="75262" y="9280"/>
                  </a:lnTo>
                  <a:lnTo>
                    <a:pt x="121919" y="0"/>
                  </a:lnTo>
                  <a:lnTo>
                    <a:pt x="2141219" y="0"/>
                  </a:lnTo>
                  <a:lnTo>
                    <a:pt x="2153229" y="580"/>
                  </a:lnTo>
                  <a:lnTo>
                    <a:pt x="2165008" y="2320"/>
                  </a:lnTo>
                  <a:lnTo>
                    <a:pt x="2176557" y="5220"/>
                  </a:lnTo>
                  <a:lnTo>
                    <a:pt x="2183246" y="7619"/>
                  </a:lnTo>
                  <a:lnTo>
                    <a:pt x="114414" y="7619"/>
                  </a:lnTo>
                  <a:lnTo>
                    <a:pt x="106981" y="8352"/>
                  </a:lnTo>
                  <a:lnTo>
                    <a:pt x="64658" y="22713"/>
                  </a:lnTo>
                  <a:lnTo>
                    <a:pt x="31052" y="52178"/>
                  </a:lnTo>
                  <a:lnTo>
                    <a:pt x="11280" y="92260"/>
                  </a:lnTo>
                  <a:lnTo>
                    <a:pt x="7619" y="114414"/>
                  </a:lnTo>
                  <a:lnTo>
                    <a:pt x="7619" y="1531504"/>
                  </a:lnTo>
                  <a:lnTo>
                    <a:pt x="19192" y="1574674"/>
                  </a:lnTo>
                  <a:lnTo>
                    <a:pt x="46404" y="1610128"/>
                  </a:lnTo>
                  <a:lnTo>
                    <a:pt x="85112" y="1632471"/>
                  </a:lnTo>
                  <a:lnTo>
                    <a:pt x="114414" y="1638299"/>
                  </a:lnTo>
                  <a:lnTo>
                    <a:pt x="2183246" y="1638299"/>
                  </a:lnTo>
                  <a:lnTo>
                    <a:pt x="2176557" y="1640699"/>
                  </a:lnTo>
                  <a:lnTo>
                    <a:pt x="2165009" y="1643599"/>
                  </a:lnTo>
                  <a:lnTo>
                    <a:pt x="2153229" y="1645339"/>
                  </a:lnTo>
                  <a:lnTo>
                    <a:pt x="2141219" y="1645919"/>
                  </a:lnTo>
                  <a:close/>
                </a:path>
                <a:path w="2263140" h="1645920">
                  <a:moveTo>
                    <a:pt x="2183246" y="1638299"/>
                  </a:moveTo>
                  <a:lnTo>
                    <a:pt x="2148724" y="1638299"/>
                  </a:lnTo>
                  <a:lnTo>
                    <a:pt x="2156157" y="1637567"/>
                  </a:lnTo>
                  <a:lnTo>
                    <a:pt x="2170879" y="1634639"/>
                  </a:lnTo>
                  <a:lnTo>
                    <a:pt x="2210961" y="1614867"/>
                  </a:lnTo>
                  <a:lnTo>
                    <a:pt x="2240425" y="1581261"/>
                  </a:lnTo>
                  <a:lnTo>
                    <a:pt x="2254787" y="1538937"/>
                  </a:lnTo>
                  <a:lnTo>
                    <a:pt x="2255519" y="1531504"/>
                  </a:lnTo>
                  <a:lnTo>
                    <a:pt x="2255519" y="114414"/>
                  </a:lnTo>
                  <a:lnTo>
                    <a:pt x="2243946" y="71245"/>
                  </a:lnTo>
                  <a:lnTo>
                    <a:pt x="2216635" y="35709"/>
                  </a:lnTo>
                  <a:lnTo>
                    <a:pt x="2178026" y="13448"/>
                  </a:lnTo>
                  <a:lnTo>
                    <a:pt x="2148724" y="7619"/>
                  </a:lnTo>
                  <a:lnTo>
                    <a:pt x="2183246" y="7619"/>
                  </a:lnTo>
                  <a:lnTo>
                    <a:pt x="2218526" y="27627"/>
                  </a:lnTo>
                  <a:lnTo>
                    <a:pt x="2248726" y="64388"/>
                  </a:lnTo>
                  <a:lnTo>
                    <a:pt x="2262559" y="109909"/>
                  </a:lnTo>
                  <a:lnTo>
                    <a:pt x="2263139" y="1523999"/>
                  </a:lnTo>
                  <a:lnTo>
                    <a:pt x="2262559" y="1536010"/>
                  </a:lnTo>
                  <a:lnTo>
                    <a:pt x="2260819" y="1547789"/>
                  </a:lnTo>
                  <a:lnTo>
                    <a:pt x="2257919" y="1559338"/>
                  </a:lnTo>
                  <a:lnTo>
                    <a:pt x="2253859" y="1570656"/>
                  </a:lnTo>
                  <a:lnTo>
                    <a:pt x="2248853" y="1581261"/>
                  </a:lnTo>
                  <a:lnTo>
                    <a:pt x="2248726" y="1581530"/>
                  </a:lnTo>
                  <a:lnTo>
                    <a:pt x="2218526" y="1618292"/>
                  </a:lnTo>
                  <a:lnTo>
                    <a:pt x="2187875" y="1636639"/>
                  </a:lnTo>
                  <a:lnTo>
                    <a:pt x="2183246" y="1638299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8618218" y="2682237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79" h="259080">
                  <a:moveTo>
                    <a:pt x="138045" y="259079"/>
                  </a:moveTo>
                  <a:lnTo>
                    <a:pt x="121035" y="259079"/>
                  </a:lnTo>
                  <a:lnTo>
                    <a:pt x="112610" y="258250"/>
                  </a:lnTo>
                  <a:lnTo>
                    <a:pt x="72109" y="245960"/>
                  </a:lnTo>
                  <a:lnTo>
                    <a:pt x="31927" y="215123"/>
                  </a:lnTo>
                  <a:lnTo>
                    <a:pt x="6606" y="171248"/>
                  </a:lnTo>
                  <a:lnTo>
                    <a:pt x="0" y="138041"/>
                  </a:lnTo>
                  <a:lnTo>
                    <a:pt x="0" y="129539"/>
                  </a:lnTo>
                  <a:lnTo>
                    <a:pt x="6606" y="87819"/>
                  </a:lnTo>
                  <a:lnTo>
                    <a:pt x="26557" y="50493"/>
                  </a:lnTo>
                  <a:lnTo>
                    <a:pt x="64644" y="17100"/>
                  </a:lnTo>
                  <a:lnTo>
                    <a:pt x="112610" y="829"/>
                  </a:lnTo>
                  <a:lnTo>
                    <a:pt x="121035" y="0"/>
                  </a:lnTo>
                  <a:lnTo>
                    <a:pt x="138045" y="0"/>
                  </a:lnTo>
                  <a:lnTo>
                    <a:pt x="186970" y="13111"/>
                  </a:lnTo>
                  <a:lnTo>
                    <a:pt x="227153" y="43952"/>
                  </a:lnTo>
                  <a:lnTo>
                    <a:pt x="252472" y="87819"/>
                  </a:lnTo>
                  <a:lnTo>
                    <a:pt x="259080" y="129539"/>
                  </a:lnTo>
                  <a:lnTo>
                    <a:pt x="259079" y="138041"/>
                  </a:lnTo>
                  <a:lnTo>
                    <a:pt x="245963" y="186968"/>
                  </a:lnTo>
                  <a:lnTo>
                    <a:pt x="215123" y="227152"/>
                  </a:lnTo>
                  <a:lnTo>
                    <a:pt x="171254" y="252471"/>
                  </a:lnTo>
                  <a:lnTo>
                    <a:pt x="138045" y="259079"/>
                  </a:lnTo>
                  <a:close/>
                </a:path>
              </a:pathLst>
            </a:custGeom>
            <a:solidFill>
              <a:srgbClr val="1754B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8702674" y="2701153"/>
            <a:ext cx="100330" cy="1892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50" spc="-60">
                <a:solidFill>
                  <a:srgbClr val="FFFFFF"/>
                </a:solidFill>
                <a:latin typeface="Arial Black"/>
                <a:cs typeface="Arial Black"/>
              </a:rPr>
              <a:t>3</a:t>
            </a:r>
            <a:endParaRPr sz="1050">
              <a:latin typeface="Arial Black"/>
              <a:cs typeface="Arial Black"/>
            </a:endParaRPr>
          </a:p>
        </p:txBody>
      </p:sp>
      <p:pic>
        <p:nvPicPr>
          <p:cNvPr id="34" name="object 3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75412" y="2742318"/>
            <a:ext cx="139053" cy="138926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8069143" y="3007716"/>
            <a:ext cx="160337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90">
                <a:solidFill>
                  <a:srgbClr val="FFFFFF"/>
                </a:solidFill>
                <a:latin typeface="Arial Black"/>
                <a:cs typeface="Arial Black"/>
              </a:rPr>
              <a:t>ERIR</a:t>
            </a:r>
            <a:r>
              <a:rPr dirty="0" sz="900" spc="-5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70">
                <a:solidFill>
                  <a:srgbClr val="FFFFFF"/>
                </a:solidFill>
                <a:latin typeface="Arial Black"/>
                <a:cs typeface="Arial Black"/>
              </a:rPr>
              <a:t>(Inscripción</a:t>
            </a:r>
            <a:r>
              <a:rPr dirty="0" sz="900">
                <a:solidFill>
                  <a:srgbClr val="FFFFFF"/>
                </a:solidFill>
                <a:latin typeface="Arial Black"/>
                <a:cs typeface="Arial Black"/>
              </a:rPr>
              <a:t> y</a:t>
            </a:r>
            <a:r>
              <a:rPr dirty="0" sz="900" spc="-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50">
                <a:solidFill>
                  <a:srgbClr val="FFFFFF"/>
                </a:solidFill>
                <a:latin typeface="Arial Black"/>
                <a:cs typeface="Arial Black"/>
              </a:rPr>
              <a:t>Registro)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057355" y="3237678"/>
            <a:ext cx="1627505" cy="467359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algn="ctr" marL="12065" marR="5080">
              <a:lnSpc>
                <a:spcPct val="130000"/>
              </a:lnSpc>
              <a:spcBef>
                <a:spcPts val="65"/>
              </a:spcBef>
            </a:pP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Se</a:t>
            </a:r>
            <a:r>
              <a:rPr dirty="0" sz="750" spc="5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designa</a:t>
            </a:r>
            <a:r>
              <a:rPr dirty="0" sz="750" spc="11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la</a:t>
            </a:r>
            <a:r>
              <a:rPr dirty="0" sz="750" spc="11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9CA2AF"/>
                </a:solidFill>
                <a:latin typeface="Microsoft Sans Serif"/>
                <a:cs typeface="Microsoft Sans Serif"/>
              </a:rPr>
              <a:t>ERIR</a:t>
            </a:r>
            <a:r>
              <a:rPr dirty="0" sz="750" spc="5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encargada</a:t>
            </a:r>
            <a:r>
              <a:rPr dirty="0" sz="750" spc="11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750" spc="5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25">
                <a:solidFill>
                  <a:srgbClr val="9CA2AF"/>
                </a:solidFill>
                <a:latin typeface="Microsoft Sans Serif"/>
                <a:cs typeface="Microsoft Sans Serif"/>
              </a:rPr>
              <a:t>la</a:t>
            </a: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 inscripción</a:t>
            </a:r>
            <a:r>
              <a:rPr dirty="0" sz="750" spc="114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50">
                <a:solidFill>
                  <a:srgbClr val="9CA2AF"/>
                </a:solidFill>
                <a:latin typeface="Microsoft Sans Serif"/>
                <a:cs typeface="Microsoft Sans Serif"/>
              </a:rPr>
              <a:t>y</a:t>
            </a: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 registro</a:t>
            </a:r>
            <a:r>
              <a:rPr dirty="0" sz="750" spc="6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750" spc="7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los</a:t>
            </a:r>
            <a:r>
              <a:rPr dirty="0" sz="750" spc="6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9CA2AF"/>
                </a:solidFill>
                <a:latin typeface="Microsoft Sans Serif"/>
                <a:cs typeface="Microsoft Sans Serif"/>
              </a:rPr>
              <a:t>activos</a:t>
            </a:r>
            <a:r>
              <a:rPr dirty="0" sz="750" spc="50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9CA2AF"/>
                </a:solidFill>
                <a:latin typeface="Microsoft Sans Serif"/>
                <a:cs typeface="Microsoft Sans Serif"/>
              </a:rPr>
              <a:t>tokenizados.</a:t>
            </a:r>
            <a:endParaRPr sz="750">
              <a:latin typeface="Microsoft Sans Serif"/>
              <a:cs typeface="Microsoft Sans Serif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866899" y="4259578"/>
            <a:ext cx="2255520" cy="1501140"/>
            <a:chOff x="1866899" y="4259578"/>
            <a:chExt cx="2255520" cy="1501140"/>
          </a:xfrm>
        </p:grpSpPr>
        <p:sp>
          <p:nvSpPr>
            <p:cNvPr id="38" name="object 38"/>
            <p:cNvSpPr/>
            <p:nvPr/>
          </p:nvSpPr>
          <p:spPr>
            <a:xfrm>
              <a:off x="1866899" y="4259578"/>
              <a:ext cx="2255520" cy="1501140"/>
            </a:xfrm>
            <a:custGeom>
              <a:avLst/>
              <a:gdLst/>
              <a:ahLst/>
              <a:cxnLst/>
              <a:rect l="l" t="t" r="r" b="b"/>
              <a:pathLst>
                <a:path w="2255520" h="1501139">
                  <a:moveTo>
                    <a:pt x="2133599" y="1501139"/>
                  </a:moveTo>
                  <a:lnTo>
                    <a:pt x="121919" y="1501139"/>
                  </a:lnTo>
                  <a:lnTo>
                    <a:pt x="109909" y="1500559"/>
                  </a:lnTo>
                  <a:lnTo>
                    <a:pt x="64388" y="1486726"/>
                  </a:lnTo>
                  <a:lnTo>
                    <a:pt x="27626" y="1456527"/>
                  </a:lnTo>
                  <a:lnTo>
                    <a:pt x="5220" y="1414558"/>
                  </a:lnTo>
                  <a:lnTo>
                    <a:pt x="0" y="1379219"/>
                  </a:lnTo>
                  <a:lnTo>
                    <a:pt x="0" y="121919"/>
                  </a:lnTo>
                  <a:lnTo>
                    <a:pt x="9280" y="75262"/>
                  </a:lnTo>
                  <a:lnTo>
                    <a:pt x="35709" y="35709"/>
                  </a:lnTo>
                  <a:lnTo>
                    <a:pt x="75262" y="9280"/>
                  </a:lnTo>
                  <a:lnTo>
                    <a:pt x="121919" y="0"/>
                  </a:lnTo>
                  <a:lnTo>
                    <a:pt x="2133599" y="0"/>
                  </a:lnTo>
                  <a:lnTo>
                    <a:pt x="2180255" y="9280"/>
                  </a:lnTo>
                  <a:lnTo>
                    <a:pt x="2219810" y="35709"/>
                  </a:lnTo>
                  <a:lnTo>
                    <a:pt x="2246238" y="75262"/>
                  </a:lnTo>
                  <a:lnTo>
                    <a:pt x="2255519" y="121919"/>
                  </a:lnTo>
                  <a:lnTo>
                    <a:pt x="2255519" y="1379219"/>
                  </a:lnTo>
                  <a:lnTo>
                    <a:pt x="2246238" y="1425875"/>
                  </a:lnTo>
                  <a:lnTo>
                    <a:pt x="2219810" y="1465429"/>
                  </a:lnTo>
                  <a:lnTo>
                    <a:pt x="2180253" y="1491858"/>
                  </a:lnTo>
                  <a:lnTo>
                    <a:pt x="2133599" y="150113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1866899" y="4259579"/>
              <a:ext cx="2255520" cy="1501140"/>
            </a:xfrm>
            <a:custGeom>
              <a:avLst/>
              <a:gdLst/>
              <a:ahLst/>
              <a:cxnLst/>
              <a:rect l="l" t="t" r="r" b="b"/>
              <a:pathLst>
                <a:path w="2255520" h="1501139">
                  <a:moveTo>
                    <a:pt x="2133599" y="1501139"/>
                  </a:moveTo>
                  <a:lnTo>
                    <a:pt x="121919" y="1501139"/>
                  </a:lnTo>
                  <a:lnTo>
                    <a:pt x="109909" y="1500559"/>
                  </a:lnTo>
                  <a:lnTo>
                    <a:pt x="64388" y="1486726"/>
                  </a:lnTo>
                  <a:lnTo>
                    <a:pt x="27626" y="1456527"/>
                  </a:lnTo>
                  <a:lnTo>
                    <a:pt x="5220" y="1414558"/>
                  </a:lnTo>
                  <a:lnTo>
                    <a:pt x="0" y="1379219"/>
                  </a:lnTo>
                  <a:lnTo>
                    <a:pt x="0" y="121919"/>
                  </a:lnTo>
                  <a:lnTo>
                    <a:pt x="9280" y="75262"/>
                  </a:lnTo>
                  <a:lnTo>
                    <a:pt x="35709" y="35709"/>
                  </a:lnTo>
                  <a:lnTo>
                    <a:pt x="75262" y="9280"/>
                  </a:lnTo>
                  <a:lnTo>
                    <a:pt x="121919" y="0"/>
                  </a:lnTo>
                  <a:lnTo>
                    <a:pt x="2133599" y="0"/>
                  </a:lnTo>
                  <a:lnTo>
                    <a:pt x="2145609" y="580"/>
                  </a:lnTo>
                  <a:lnTo>
                    <a:pt x="2157389" y="2320"/>
                  </a:lnTo>
                  <a:lnTo>
                    <a:pt x="2168937" y="5220"/>
                  </a:lnTo>
                  <a:lnTo>
                    <a:pt x="2175627" y="7619"/>
                  </a:lnTo>
                  <a:lnTo>
                    <a:pt x="114414" y="7619"/>
                  </a:lnTo>
                  <a:lnTo>
                    <a:pt x="106981" y="8351"/>
                  </a:lnTo>
                  <a:lnTo>
                    <a:pt x="64658" y="22713"/>
                  </a:lnTo>
                  <a:lnTo>
                    <a:pt x="31052" y="52178"/>
                  </a:lnTo>
                  <a:lnTo>
                    <a:pt x="11280" y="92260"/>
                  </a:lnTo>
                  <a:lnTo>
                    <a:pt x="7619" y="114414"/>
                  </a:lnTo>
                  <a:lnTo>
                    <a:pt x="7619" y="1386724"/>
                  </a:lnTo>
                  <a:lnTo>
                    <a:pt x="19192" y="1429894"/>
                  </a:lnTo>
                  <a:lnTo>
                    <a:pt x="46404" y="1465348"/>
                  </a:lnTo>
                  <a:lnTo>
                    <a:pt x="85112" y="1487691"/>
                  </a:lnTo>
                  <a:lnTo>
                    <a:pt x="114414" y="1493519"/>
                  </a:lnTo>
                  <a:lnTo>
                    <a:pt x="2175624" y="1493519"/>
                  </a:lnTo>
                  <a:lnTo>
                    <a:pt x="2168936" y="1495919"/>
                  </a:lnTo>
                  <a:lnTo>
                    <a:pt x="2157388" y="1498819"/>
                  </a:lnTo>
                  <a:lnTo>
                    <a:pt x="2145609" y="1500559"/>
                  </a:lnTo>
                  <a:lnTo>
                    <a:pt x="2133599" y="1501139"/>
                  </a:lnTo>
                  <a:close/>
                </a:path>
                <a:path w="2255520" h="1501139">
                  <a:moveTo>
                    <a:pt x="2175624" y="1493519"/>
                  </a:moveTo>
                  <a:lnTo>
                    <a:pt x="2141104" y="1493519"/>
                  </a:lnTo>
                  <a:lnTo>
                    <a:pt x="2148537" y="1492787"/>
                  </a:lnTo>
                  <a:lnTo>
                    <a:pt x="2163259" y="1489859"/>
                  </a:lnTo>
                  <a:lnTo>
                    <a:pt x="2203341" y="1470087"/>
                  </a:lnTo>
                  <a:lnTo>
                    <a:pt x="2232806" y="1436481"/>
                  </a:lnTo>
                  <a:lnTo>
                    <a:pt x="2247167" y="1394157"/>
                  </a:lnTo>
                  <a:lnTo>
                    <a:pt x="2247899" y="1386724"/>
                  </a:lnTo>
                  <a:lnTo>
                    <a:pt x="2247899" y="114414"/>
                  </a:lnTo>
                  <a:lnTo>
                    <a:pt x="2236326" y="71245"/>
                  </a:lnTo>
                  <a:lnTo>
                    <a:pt x="2209015" y="35709"/>
                  </a:lnTo>
                  <a:lnTo>
                    <a:pt x="2170406" y="13448"/>
                  </a:lnTo>
                  <a:lnTo>
                    <a:pt x="2141104" y="7619"/>
                  </a:lnTo>
                  <a:lnTo>
                    <a:pt x="2175627" y="7619"/>
                  </a:lnTo>
                  <a:lnTo>
                    <a:pt x="2210907" y="27626"/>
                  </a:lnTo>
                  <a:lnTo>
                    <a:pt x="2241106" y="64388"/>
                  </a:lnTo>
                  <a:lnTo>
                    <a:pt x="2254939" y="109909"/>
                  </a:lnTo>
                  <a:lnTo>
                    <a:pt x="2255519" y="1379219"/>
                  </a:lnTo>
                  <a:lnTo>
                    <a:pt x="2254939" y="1391230"/>
                  </a:lnTo>
                  <a:lnTo>
                    <a:pt x="2253199" y="1403009"/>
                  </a:lnTo>
                  <a:lnTo>
                    <a:pt x="2250298" y="1414558"/>
                  </a:lnTo>
                  <a:lnTo>
                    <a:pt x="2246238" y="1425875"/>
                  </a:lnTo>
                  <a:lnTo>
                    <a:pt x="2241233" y="1436481"/>
                  </a:lnTo>
                  <a:lnTo>
                    <a:pt x="2241106" y="1436750"/>
                  </a:lnTo>
                  <a:lnTo>
                    <a:pt x="2210907" y="1473512"/>
                  </a:lnTo>
                  <a:lnTo>
                    <a:pt x="2180254" y="1491858"/>
                  </a:lnTo>
                  <a:lnTo>
                    <a:pt x="2175624" y="1493519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2743199" y="4419597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80" h="259079">
                  <a:moveTo>
                    <a:pt x="138045" y="259076"/>
                  </a:moveTo>
                  <a:lnTo>
                    <a:pt x="121034" y="259076"/>
                  </a:lnTo>
                  <a:lnTo>
                    <a:pt x="112610" y="258246"/>
                  </a:lnTo>
                  <a:lnTo>
                    <a:pt x="72108" y="245960"/>
                  </a:lnTo>
                  <a:lnTo>
                    <a:pt x="37941" y="221136"/>
                  </a:lnTo>
                  <a:lnTo>
                    <a:pt x="13115" y="186965"/>
                  </a:lnTo>
                  <a:lnTo>
                    <a:pt x="829" y="146469"/>
                  </a:lnTo>
                  <a:lnTo>
                    <a:pt x="0" y="138045"/>
                  </a:lnTo>
                  <a:lnTo>
                    <a:pt x="0" y="129539"/>
                  </a:lnTo>
                  <a:lnTo>
                    <a:pt x="6605" y="87819"/>
                  </a:lnTo>
                  <a:lnTo>
                    <a:pt x="26556" y="50493"/>
                  </a:lnTo>
                  <a:lnTo>
                    <a:pt x="64643" y="17100"/>
                  </a:lnTo>
                  <a:lnTo>
                    <a:pt x="112610" y="829"/>
                  </a:lnTo>
                  <a:lnTo>
                    <a:pt x="121034" y="0"/>
                  </a:lnTo>
                  <a:lnTo>
                    <a:pt x="138045" y="0"/>
                  </a:lnTo>
                  <a:lnTo>
                    <a:pt x="186970" y="13111"/>
                  </a:lnTo>
                  <a:lnTo>
                    <a:pt x="227153" y="43949"/>
                  </a:lnTo>
                  <a:lnTo>
                    <a:pt x="252473" y="87819"/>
                  </a:lnTo>
                  <a:lnTo>
                    <a:pt x="259079" y="129539"/>
                  </a:lnTo>
                  <a:lnTo>
                    <a:pt x="259079" y="138045"/>
                  </a:lnTo>
                  <a:lnTo>
                    <a:pt x="245964" y="186965"/>
                  </a:lnTo>
                  <a:lnTo>
                    <a:pt x="221138" y="221136"/>
                  </a:lnTo>
                  <a:lnTo>
                    <a:pt x="186970" y="245960"/>
                  </a:lnTo>
                  <a:lnTo>
                    <a:pt x="146469" y="258246"/>
                  </a:lnTo>
                  <a:lnTo>
                    <a:pt x="138045" y="259076"/>
                  </a:lnTo>
                  <a:close/>
                </a:path>
              </a:pathLst>
            </a:custGeom>
            <a:solidFill>
              <a:srgbClr val="1754B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2816820" y="4438513"/>
            <a:ext cx="116839" cy="1892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50" spc="-50">
                <a:solidFill>
                  <a:srgbClr val="FFFFFF"/>
                </a:solidFill>
                <a:latin typeface="Arial Black"/>
                <a:cs typeface="Arial Black"/>
              </a:rPr>
              <a:t>4</a:t>
            </a:r>
            <a:endParaRPr sz="1050">
              <a:latin typeface="Arial Black"/>
              <a:cs typeface="Arial Black"/>
            </a:endParaRPr>
          </a:p>
        </p:txBody>
      </p:sp>
      <p:pic>
        <p:nvPicPr>
          <p:cNvPr id="42" name="object 4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12770" y="4479290"/>
            <a:ext cx="114300" cy="139700"/>
          </a:xfrm>
          <a:prstGeom prst="rect">
            <a:avLst/>
          </a:prstGeom>
        </p:spPr>
      </p:pic>
      <p:sp>
        <p:nvSpPr>
          <p:cNvPr id="43" name="object 43"/>
          <p:cNvSpPr txBox="1"/>
          <p:nvPr/>
        </p:nvSpPr>
        <p:spPr>
          <a:xfrm>
            <a:off x="2303303" y="4745077"/>
            <a:ext cx="137414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70">
                <a:solidFill>
                  <a:srgbClr val="FFFFFF"/>
                </a:solidFill>
                <a:latin typeface="Arial Black"/>
                <a:cs typeface="Arial Black"/>
              </a:rPr>
              <a:t>Formalización</a:t>
            </a:r>
            <a:r>
              <a:rPr dirty="0" sz="900" spc="4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50">
                <a:solidFill>
                  <a:srgbClr val="FFFFFF"/>
                </a:solidFill>
                <a:latin typeface="Arial Black"/>
                <a:cs typeface="Arial Black"/>
              </a:rPr>
              <a:t>mercantil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103873" y="4967418"/>
            <a:ext cx="1774825" cy="4749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L="12700" marR="5080">
              <a:lnSpc>
                <a:spcPct val="130000"/>
              </a:lnSpc>
              <a:spcBef>
                <a:spcPts val="125"/>
              </a:spcBef>
            </a:pP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Cuando la</a:t>
            </a:r>
            <a:r>
              <a:rPr dirty="0" sz="750" spc="6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Ley</a:t>
            </a:r>
            <a:r>
              <a:rPr dirty="0" sz="750" spc="-3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lo exige,</a:t>
            </a:r>
            <a:r>
              <a:rPr dirty="0" sz="750" spc="6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se</a:t>
            </a:r>
            <a:r>
              <a:rPr dirty="0" sz="750" spc="1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formaliza</a:t>
            </a:r>
            <a:r>
              <a:rPr dirty="0" sz="750" spc="6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25">
                <a:solidFill>
                  <a:srgbClr val="9CA2AF"/>
                </a:solidFill>
                <a:latin typeface="Microsoft Sans Serif"/>
                <a:cs typeface="Microsoft Sans Serif"/>
              </a:rPr>
              <a:t>la</a:t>
            </a: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 emisión</a:t>
            </a:r>
            <a:r>
              <a:rPr dirty="0" sz="750" spc="11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ante</a:t>
            </a:r>
            <a:r>
              <a:rPr dirty="0" sz="750" spc="6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notario</a:t>
            </a:r>
            <a:r>
              <a:rPr dirty="0" sz="750" spc="5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50">
                <a:solidFill>
                  <a:srgbClr val="9CA2AF"/>
                </a:solidFill>
                <a:latin typeface="Microsoft Sans Serif"/>
                <a:cs typeface="Microsoft Sans Serif"/>
              </a:rPr>
              <a:t>y</a:t>
            </a:r>
            <a:r>
              <a:rPr dirty="0" sz="750" spc="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se</a:t>
            </a:r>
            <a:r>
              <a:rPr dirty="0" sz="750" spc="6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procede</a:t>
            </a:r>
            <a:r>
              <a:rPr dirty="0" sz="750" spc="6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a</a:t>
            </a:r>
            <a:r>
              <a:rPr dirty="0" sz="750" spc="114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25">
                <a:solidFill>
                  <a:srgbClr val="9CA2AF"/>
                </a:solidFill>
                <a:latin typeface="Microsoft Sans Serif"/>
                <a:cs typeface="Microsoft Sans Serif"/>
              </a:rPr>
              <a:t>su</a:t>
            </a: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 registro</a:t>
            </a:r>
            <a:r>
              <a:rPr dirty="0" sz="750" spc="1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9CA2AF"/>
                </a:solidFill>
                <a:latin typeface="Microsoft Sans Serif"/>
                <a:cs typeface="Microsoft Sans Serif"/>
              </a:rPr>
              <a:t>público.</a:t>
            </a:r>
            <a:endParaRPr sz="750">
              <a:latin typeface="Microsoft Sans Serif"/>
              <a:cs typeface="Microsoft Sans Serif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4213859" y="4259578"/>
            <a:ext cx="2263140" cy="1501140"/>
            <a:chOff x="4213859" y="4259578"/>
            <a:chExt cx="2263140" cy="1501140"/>
          </a:xfrm>
        </p:grpSpPr>
        <p:sp>
          <p:nvSpPr>
            <p:cNvPr id="46" name="object 46"/>
            <p:cNvSpPr/>
            <p:nvPr/>
          </p:nvSpPr>
          <p:spPr>
            <a:xfrm>
              <a:off x="4213859" y="4259578"/>
              <a:ext cx="2263140" cy="1501140"/>
            </a:xfrm>
            <a:custGeom>
              <a:avLst/>
              <a:gdLst/>
              <a:ahLst/>
              <a:cxnLst/>
              <a:rect l="l" t="t" r="r" b="b"/>
              <a:pathLst>
                <a:path w="2263140" h="1501139">
                  <a:moveTo>
                    <a:pt x="2141219" y="1501139"/>
                  </a:moveTo>
                  <a:lnTo>
                    <a:pt x="121919" y="1501139"/>
                  </a:lnTo>
                  <a:lnTo>
                    <a:pt x="109909" y="1500559"/>
                  </a:lnTo>
                  <a:lnTo>
                    <a:pt x="64388" y="1486726"/>
                  </a:lnTo>
                  <a:lnTo>
                    <a:pt x="27626" y="1456527"/>
                  </a:lnTo>
                  <a:lnTo>
                    <a:pt x="5220" y="1414558"/>
                  </a:lnTo>
                  <a:lnTo>
                    <a:pt x="0" y="1379219"/>
                  </a:lnTo>
                  <a:lnTo>
                    <a:pt x="0" y="121919"/>
                  </a:lnTo>
                  <a:lnTo>
                    <a:pt x="9280" y="75262"/>
                  </a:lnTo>
                  <a:lnTo>
                    <a:pt x="35709" y="35709"/>
                  </a:lnTo>
                  <a:lnTo>
                    <a:pt x="75262" y="9280"/>
                  </a:lnTo>
                  <a:lnTo>
                    <a:pt x="121919" y="0"/>
                  </a:lnTo>
                  <a:lnTo>
                    <a:pt x="2141219" y="0"/>
                  </a:lnTo>
                  <a:lnTo>
                    <a:pt x="2187875" y="9280"/>
                  </a:lnTo>
                  <a:lnTo>
                    <a:pt x="2227430" y="35709"/>
                  </a:lnTo>
                  <a:lnTo>
                    <a:pt x="2253859" y="75262"/>
                  </a:lnTo>
                  <a:lnTo>
                    <a:pt x="2263139" y="121919"/>
                  </a:lnTo>
                  <a:lnTo>
                    <a:pt x="2263139" y="1379219"/>
                  </a:lnTo>
                  <a:lnTo>
                    <a:pt x="2253859" y="1425875"/>
                  </a:lnTo>
                  <a:lnTo>
                    <a:pt x="2227430" y="1465429"/>
                  </a:lnTo>
                  <a:lnTo>
                    <a:pt x="2187874" y="1491858"/>
                  </a:lnTo>
                  <a:lnTo>
                    <a:pt x="2141219" y="150113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4213859" y="4259579"/>
              <a:ext cx="2263140" cy="1501140"/>
            </a:xfrm>
            <a:custGeom>
              <a:avLst/>
              <a:gdLst/>
              <a:ahLst/>
              <a:cxnLst/>
              <a:rect l="l" t="t" r="r" b="b"/>
              <a:pathLst>
                <a:path w="2263140" h="1501139">
                  <a:moveTo>
                    <a:pt x="2141219" y="1501139"/>
                  </a:moveTo>
                  <a:lnTo>
                    <a:pt x="121919" y="1501139"/>
                  </a:lnTo>
                  <a:lnTo>
                    <a:pt x="109909" y="1500559"/>
                  </a:lnTo>
                  <a:lnTo>
                    <a:pt x="64388" y="1486726"/>
                  </a:lnTo>
                  <a:lnTo>
                    <a:pt x="27626" y="1456527"/>
                  </a:lnTo>
                  <a:lnTo>
                    <a:pt x="5220" y="1414558"/>
                  </a:lnTo>
                  <a:lnTo>
                    <a:pt x="0" y="1379219"/>
                  </a:lnTo>
                  <a:lnTo>
                    <a:pt x="0" y="121919"/>
                  </a:lnTo>
                  <a:lnTo>
                    <a:pt x="9280" y="75262"/>
                  </a:lnTo>
                  <a:lnTo>
                    <a:pt x="35709" y="35709"/>
                  </a:lnTo>
                  <a:lnTo>
                    <a:pt x="75262" y="9280"/>
                  </a:lnTo>
                  <a:lnTo>
                    <a:pt x="121919" y="0"/>
                  </a:lnTo>
                  <a:lnTo>
                    <a:pt x="2141219" y="0"/>
                  </a:lnTo>
                  <a:lnTo>
                    <a:pt x="2153229" y="580"/>
                  </a:lnTo>
                  <a:lnTo>
                    <a:pt x="2165009" y="2320"/>
                  </a:lnTo>
                  <a:lnTo>
                    <a:pt x="2176557" y="5220"/>
                  </a:lnTo>
                  <a:lnTo>
                    <a:pt x="2183247" y="7619"/>
                  </a:lnTo>
                  <a:lnTo>
                    <a:pt x="114414" y="7619"/>
                  </a:lnTo>
                  <a:lnTo>
                    <a:pt x="106981" y="8351"/>
                  </a:lnTo>
                  <a:lnTo>
                    <a:pt x="64658" y="22713"/>
                  </a:lnTo>
                  <a:lnTo>
                    <a:pt x="31052" y="52178"/>
                  </a:lnTo>
                  <a:lnTo>
                    <a:pt x="11280" y="92260"/>
                  </a:lnTo>
                  <a:lnTo>
                    <a:pt x="7619" y="114414"/>
                  </a:lnTo>
                  <a:lnTo>
                    <a:pt x="7619" y="1386724"/>
                  </a:lnTo>
                  <a:lnTo>
                    <a:pt x="19192" y="1429894"/>
                  </a:lnTo>
                  <a:lnTo>
                    <a:pt x="46404" y="1465348"/>
                  </a:lnTo>
                  <a:lnTo>
                    <a:pt x="85112" y="1487691"/>
                  </a:lnTo>
                  <a:lnTo>
                    <a:pt x="114414" y="1493519"/>
                  </a:lnTo>
                  <a:lnTo>
                    <a:pt x="2183244" y="1493519"/>
                  </a:lnTo>
                  <a:lnTo>
                    <a:pt x="2176556" y="1495919"/>
                  </a:lnTo>
                  <a:lnTo>
                    <a:pt x="2165008" y="1498819"/>
                  </a:lnTo>
                  <a:lnTo>
                    <a:pt x="2153229" y="1500559"/>
                  </a:lnTo>
                  <a:lnTo>
                    <a:pt x="2141219" y="1501139"/>
                  </a:lnTo>
                  <a:close/>
                </a:path>
                <a:path w="2263140" h="1501139">
                  <a:moveTo>
                    <a:pt x="2183244" y="1493519"/>
                  </a:moveTo>
                  <a:lnTo>
                    <a:pt x="2148724" y="1493519"/>
                  </a:lnTo>
                  <a:lnTo>
                    <a:pt x="2156157" y="1492787"/>
                  </a:lnTo>
                  <a:lnTo>
                    <a:pt x="2170879" y="1489859"/>
                  </a:lnTo>
                  <a:lnTo>
                    <a:pt x="2210961" y="1470087"/>
                  </a:lnTo>
                  <a:lnTo>
                    <a:pt x="2240426" y="1436481"/>
                  </a:lnTo>
                  <a:lnTo>
                    <a:pt x="2254787" y="1394157"/>
                  </a:lnTo>
                  <a:lnTo>
                    <a:pt x="2255519" y="1386724"/>
                  </a:lnTo>
                  <a:lnTo>
                    <a:pt x="2255519" y="114414"/>
                  </a:lnTo>
                  <a:lnTo>
                    <a:pt x="2243946" y="71245"/>
                  </a:lnTo>
                  <a:lnTo>
                    <a:pt x="2216635" y="35709"/>
                  </a:lnTo>
                  <a:lnTo>
                    <a:pt x="2178026" y="13448"/>
                  </a:lnTo>
                  <a:lnTo>
                    <a:pt x="2148724" y="7619"/>
                  </a:lnTo>
                  <a:lnTo>
                    <a:pt x="2183247" y="7619"/>
                  </a:lnTo>
                  <a:lnTo>
                    <a:pt x="2218527" y="27626"/>
                  </a:lnTo>
                  <a:lnTo>
                    <a:pt x="2248726" y="64388"/>
                  </a:lnTo>
                  <a:lnTo>
                    <a:pt x="2262559" y="109909"/>
                  </a:lnTo>
                  <a:lnTo>
                    <a:pt x="2263139" y="1379219"/>
                  </a:lnTo>
                  <a:lnTo>
                    <a:pt x="2262559" y="1391230"/>
                  </a:lnTo>
                  <a:lnTo>
                    <a:pt x="2260819" y="1403009"/>
                  </a:lnTo>
                  <a:lnTo>
                    <a:pt x="2257919" y="1414558"/>
                  </a:lnTo>
                  <a:lnTo>
                    <a:pt x="2253859" y="1425875"/>
                  </a:lnTo>
                  <a:lnTo>
                    <a:pt x="2248853" y="1436481"/>
                  </a:lnTo>
                  <a:lnTo>
                    <a:pt x="2248726" y="1436750"/>
                  </a:lnTo>
                  <a:lnTo>
                    <a:pt x="2218527" y="1473512"/>
                  </a:lnTo>
                  <a:lnTo>
                    <a:pt x="2187874" y="1491858"/>
                  </a:lnTo>
                  <a:lnTo>
                    <a:pt x="2183244" y="1493519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5097779" y="4419597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138045" y="259076"/>
                  </a:moveTo>
                  <a:lnTo>
                    <a:pt x="121034" y="259076"/>
                  </a:lnTo>
                  <a:lnTo>
                    <a:pt x="112610" y="258246"/>
                  </a:lnTo>
                  <a:lnTo>
                    <a:pt x="72108" y="245960"/>
                  </a:lnTo>
                  <a:lnTo>
                    <a:pt x="37941" y="221136"/>
                  </a:lnTo>
                  <a:lnTo>
                    <a:pt x="13115" y="186965"/>
                  </a:lnTo>
                  <a:lnTo>
                    <a:pt x="829" y="146469"/>
                  </a:lnTo>
                  <a:lnTo>
                    <a:pt x="0" y="138045"/>
                  </a:lnTo>
                  <a:lnTo>
                    <a:pt x="0" y="129539"/>
                  </a:lnTo>
                  <a:lnTo>
                    <a:pt x="6605" y="87819"/>
                  </a:lnTo>
                  <a:lnTo>
                    <a:pt x="26556" y="50493"/>
                  </a:lnTo>
                  <a:lnTo>
                    <a:pt x="64643" y="17100"/>
                  </a:lnTo>
                  <a:lnTo>
                    <a:pt x="112610" y="829"/>
                  </a:lnTo>
                  <a:lnTo>
                    <a:pt x="121034" y="0"/>
                  </a:lnTo>
                  <a:lnTo>
                    <a:pt x="138045" y="0"/>
                  </a:lnTo>
                  <a:lnTo>
                    <a:pt x="186970" y="13111"/>
                  </a:lnTo>
                  <a:lnTo>
                    <a:pt x="227152" y="43949"/>
                  </a:lnTo>
                  <a:lnTo>
                    <a:pt x="252474" y="87819"/>
                  </a:lnTo>
                  <a:lnTo>
                    <a:pt x="259080" y="129539"/>
                  </a:lnTo>
                  <a:lnTo>
                    <a:pt x="259079" y="138045"/>
                  </a:lnTo>
                  <a:lnTo>
                    <a:pt x="245964" y="186965"/>
                  </a:lnTo>
                  <a:lnTo>
                    <a:pt x="215123" y="227149"/>
                  </a:lnTo>
                  <a:lnTo>
                    <a:pt x="171254" y="252471"/>
                  </a:lnTo>
                  <a:lnTo>
                    <a:pt x="138045" y="259076"/>
                  </a:lnTo>
                  <a:close/>
                </a:path>
              </a:pathLst>
            </a:custGeom>
            <a:solidFill>
              <a:srgbClr val="1754B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5174495" y="4438513"/>
            <a:ext cx="101600" cy="1892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50" spc="-50">
                <a:solidFill>
                  <a:srgbClr val="FFFFFF"/>
                </a:solidFill>
                <a:latin typeface="Arial Black"/>
                <a:cs typeface="Arial Black"/>
              </a:rPr>
              <a:t>5</a:t>
            </a:r>
            <a:endParaRPr sz="1050">
              <a:latin typeface="Arial Black"/>
              <a:cs typeface="Arial Black"/>
            </a:endParaRPr>
          </a:p>
        </p:txBody>
      </p:sp>
      <p:pic>
        <p:nvPicPr>
          <p:cNvPr id="50" name="object 5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460701" y="4478762"/>
            <a:ext cx="127603" cy="140228"/>
          </a:xfrm>
          <a:prstGeom prst="rect">
            <a:avLst/>
          </a:prstGeom>
        </p:spPr>
      </p:pic>
      <p:sp>
        <p:nvSpPr>
          <p:cNvPr id="51" name="object 51"/>
          <p:cNvSpPr txBox="1"/>
          <p:nvPr/>
        </p:nvSpPr>
        <p:spPr>
          <a:xfrm>
            <a:off x="4557395" y="4745077"/>
            <a:ext cx="1583690" cy="31305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335280" marR="5080" indent="-323215">
              <a:lnSpc>
                <a:spcPct val="105600"/>
              </a:lnSpc>
              <a:spcBef>
                <a:spcPts val="75"/>
              </a:spcBef>
            </a:pPr>
            <a:r>
              <a:rPr dirty="0" sz="900" spc="-70">
                <a:solidFill>
                  <a:srgbClr val="FFFFFF"/>
                </a:solidFill>
                <a:latin typeface="Arial Black"/>
                <a:cs typeface="Arial Black"/>
              </a:rPr>
              <a:t>Inscripción</a:t>
            </a:r>
            <a:r>
              <a:rPr dirty="0" sz="900" spc="-1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90">
                <a:solidFill>
                  <a:srgbClr val="FFFFFF"/>
                </a:solidFill>
                <a:latin typeface="Arial Black"/>
                <a:cs typeface="Arial Black"/>
              </a:rPr>
              <a:t>ERIR</a:t>
            </a:r>
            <a:r>
              <a:rPr dirty="0" sz="900" spc="-5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65">
                <a:solidFill>
                  <a:srgbClr val="FFFFFF"/>
                </a:solidFill>
                <a:latin typeface="Arial Black"/>
                <a:cs typeface="Arial Black"/>
              </a:rPr>
              <a:t>en</a:t>
            </a:r>
            <a:r>
              <a:rPr dirty="0" sz="900" spc="-1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70">
                <a:solidFill>
                  <a:srgbClr val="FFFFFF"/>
                </a:solidFill>
                <a:latin typeface="Arial Black"/>
                <a:cs typeface="Arial Black"/>
              </a:rPr>
              <a:t>CNMV</a:t>
            </a:r>
            <a:r>
              <a:rPr dirty="0" sz="900" spc="-10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50">
                <a:solidFill>
                  <a:srgbClr val="FFFFFF"/>
                </a:solidFill>
                <a:latin typeface="Arial Black"/>
                <a:cs typeface="Arial Black"/>
              </a:rPr>
              <a:t>y </a:t>
            </a:r>
            <a:r>
              <a:rPr dirty="0" sz="900" spc="-65">
                <a:solidFill>
                  <a:srgbClr val="FFFFFF"/>
                </a:solidFill>
                <a:latin typeface="Arial Black"/>
                <a:cs typeface="Arial Black"/>
              </a:rPr>
              <a:t>solicitud</a:t>
            </a:r>
            <a:r>
              <a:rPr dirty="0" sz="900" spc="-3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4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dirty="0" sz="900" spc="-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20">
                <a:solidFill>
                  <a:srgbClr val="FFFFFF"/>
                </a:solidFill>
                <a:latin typeface="Arial Black"/>
                <a:cs typeface="Arial Black"/>
              </a:rPr>
              <a:t>ISIN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390826" y="5127438"/>
            <a:ext cx="1908175" cy="467359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algn="ctr" marL="12700" marR="5080" indent="-3810">
              <a:lnSpc>
                <a:spcPct val="130000"/>
              </a:lnSpc>
              <a:spcBef>
                <a:spcPts val="65"/>
              </a:spcBef>
            </a:pP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Se</a:t>
            </a:r>
            <a:r>
              <a:rPr dirty="0" sz="750" spc="5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tramita</a:t>
            </a:r>
            <a:r>
              <a:rPr dirty="0" sz="750" spc="11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la</a:t>
            </a:r>
            <a:r>
              <a:rPr dirty="0" sz="750" spc="11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inscripción</a:t>
            </a:r>
            <a:r>
              <a:rPr dirty="0" sz="750" spc="10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750" spc="6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la</a:t>
            </a:r>
            <a:r>
              <a:rPr dirty="0" sz="750" spc="11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9CA2AF"/>
                </a:solidFill>
                <a:latin typeface="Microsoft Sans Serif"/>
                <a:cs typeface="Microsoft Sans Serif"/>
              </a:rPr>
              <a:t>ERIR</a:t>
            </a:r>
            <a:r>
              <a:rPr dirty="0" sz="750" spc="5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25">
                <a:solidFill>
                  <a:srgbClr val="9CA2AF"/>
                </a:solidFill>
                <a:latin typeface="Microsoft Sans Serif"/>
                <a:cs typeface="Microsoft Sans Serif"/>
              </a:rPr>
              <a:t>en</a:t>
            </a:r>
            <a:r>
              <a:rPr dirty="0" sz="750" spc="50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CNMV.</a:t>
            </a:r>
            <a:r>
              <a:rPr dirty="0" sz="750" spc="16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Posteriormente,</a:t>
            </a:r>
            <a:r>
              <a:rPr dirty="0" sz="750" spc="17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se</a:t>
            </a:r>
            <a:r>
              <a:rPr dirty="0" sz="750" spc="11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puede</a:t>
            </a:r>
            <a:r>
              <a:rPr dirty="0" sz="750" spc="114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9CA2AF"/>
                </a:solidFill>
                <a:latin typeface="Microsoft Sans Serif"/>
                <a:cs typeface="Microsoft Sans Serif"/>
              </a:rPr>
              <a:t>solicitar</a:t>
            </a:r>
            <a:r>
              <a:rPr dirty="0" sz="750" spc="50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el</a:t>
            </a:r>
            <a:r>
              <a:rPr dirty="0" sz="750" spc="2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9CA2AF"/>
                </a:solidFill>
                <a:latin typeface="Microsoft Sans Serif"/>
                <a:cs typeface="Microsoft Sans Serif"/>
              </a:rPr>
              <a:t>ISIN.</a:t>
            </a:r>
            <a:endParaRPr sz="750">
              <a:latin typeface="Microsoft Sans Serif"/>
              <a:cs typeface="Microsoft Sans Serif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6568440" y="4259578"/>
            <a:ext cx="2255520" cy="1501140"/>
            <a:chOff x="6568440" y="4259578"/>
            <a:chExt cx="2255520" cy="1501140"/>
          </a:xfrm>
        </p:grpSpPr>
        <p:sp>
          <p:nvSpPr>
            <p:cNvPr id="54" name="object 54"/>
            <p:cNvSpPr/>
            <p:nvPr/>
          </p:nvSpPr>
          <p:spPr>
            <a:xfrm>
              <a:off x="6568440" y="4259578"/>
              <a:ext cx="2255520" cy="1501140"/>
            </a:xfrm>
            <a:custGeom>
              <a:avLst/>
              <a:gdLst/>
              <a:ahLst/>
              <a:cxnLst/>
              <a:rect l="l" t="t" r="r" b="b"/>
              <a:pathLst>
                <a:path w="2255520" h="1501139">
                  <a:moveTo>
                    <a:pt x="2133599" y="1501139"/>
                  </a:moveTo>
                  <a:lnTo>
                    <a:pt x="121919" y="1501139"/>
                  </a:lnTo>
                  <a:lnTo>
                    <a:pt x="109909" y="1500559"/>
                  </a:lnTo>
                  <a:lnTo>
                    <a:pt x="64388" y="1486726"/>
                  </a:lnTo>
                  <a:lnTo>
                    <a:pt x="27626" y="1456527"/>
                  </a:lnTo>
                  <a:lnTo>
                    <a:pt x="5219" y="1414558"/>
                  </a:lnTo>
                  <a:lnTo>
                    <a:pt x="0" y="1379219"/>
                  </a:lnTo>
                  <a:lnTo>
                    <a:pt x="0" y="121919"/>
                  </a:lnTo>
                  <a:lnTo>
                    <a:pt x="9279" y="75262"/>
                  </a:lnTo>
                  <a:lnTo>
                    <a:pt x="35709" y="35709"/>
                  </a:lnTo>
                  <a:lnTo>
                    <a:pt x="75262" y="9280"/>
                  </a:lnTo>
                  <a:lnTo>
                    <a:pt x="121919" y="0"/>
                  </a:lnTo>
                  <a:lnTo>
                    <a:pt x="2133599" y="0"/>
                  </a:lnTo>
                  <a:lnTo>
                    <a:pt x="2180255" y="9280"/>
                  </a:lnTo>
                  <a:lnTo>
                    <a:pt x="2219810" y="35709"/>
                  </a:lnTo>
                  <a:lnTo>
                    <a:pt x="2246239" y="75262"/>
                  </a:lnTo>
                  <a:lnTo>
                    <a:pt x="2255519" y="121919"/>
                  </a:lnTo>
                  <a:lnTo>
                    <a:pt x="2255519" y="1379219"/>
                  </a:lnTo>
                  <a:lnTo>
                    <a:pt x="2246237" y="1425875"/>
                  </a:lnTo>
                  <a:lnTo>
                    <a:pt x="2219810" y="1465429"/>
                  </a:lnTo>
                  <a:lnTo>
                    <a:pt x="2180254" y="1491858"/>
                  </a:lnTo>
                  <a:lnTo>
                    <a:pt x="2133599" y="150113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6568440" y="4259579"/>
              <a:ext cx="2255520" cy="1501140"/>
            </a:xfrm>
            <a:custGeom>
              <a:avLst/>
              <a:gdLst/>
              <a:ahLst/>
              <a:cxnLst/>
              <a:rect l="l" t="t" r="r" b="b"/>
              <a:pathLst>
                <a:path w="2255520" h="1501139">
                  <a:moveTo>
                    <a:pt x="2133599" y="1501139"/>
                  </a:moveTo>
                  <a:lnTo>
                    <a:pt x="121919" y="1501139"/>
                  </a:lnTo>
                  <a:lnTo>
                    <a:pt x="109909" y="1500559"/>
                  </a:lnTo>
                  <a:lnTo>
                    <a:pt x="64388" y="1486726"/>
                  </a:lnTo>
                  <a:lnTo>
                    <a:pt x="27626" y="1456527"/>
                  </a:lnTo>
                  <a:lnTo>
                    <a:pt x="5219" y="1414558"/>
                  </a:lnTo>
                  <a:lnTo>
                    <a:pt x="0" y="1379219"/>
                  </a:lnTo>
                  <a:lnTo>
                    <a:pt x="0" y="121919"/>
                  </a:lnTo>
                  <a:lnTo>
                    <a:pt x="9279" y="75262"/>
                  </a:lnTo>
                  <a:lnTo>
                    <a:pt x="35709" y="35709"/>
                  </a:lnTo>
                  <a:lnTo>
                    <a:pt x="75262" y="9280"/>
                  </a:lnTo>
                  <a:lnTo>
                    <a:pt x="121919" y="0"/>
                  </a:lnTo>
                  <a:lnTo>
                    <a:pt x="2133599" y="0"/>
                  </a:lnTo>
                  <a:lnTo>
                    <a:pt x="2145609" y="580"/>
                  </a:lnTo>
                  <a:lnTo>
                    <a:pt x="2157389" y="2320"/>
                  </a:lnTo>
                  <a:lnTo>
                    <a:pt x="2168937" y="5220"/>
                  </a:lnTo>
                  <a:lnTo>
                    <a:pt x="2175627" y="7619"/>
                  </a:lnTo>
                  <a:lnTo>
                    <a:pt x="114414" y="7619"/>
                  </a:lnTo>
                  <a:lnTo>
                    <a:pt x="106981" y="8351"/>
                  </a:lnTo>
                  <a:lnTo>
                    <a:pt x="64658" y="22713"/>
                  </a:lnTo>
                  <a:lnTo>
                    <a:pt x="31052" y="52178"/>
                  </a:lnTo>
                  <a:lnTo>
                    <a:pt x="11280" y="92260"/>
                  </a:lnTo>
                  <a:lnTo>
                    <a:pt x="7619" y="114414"/>
                  </a:lnTo>
                  <a:lnTo>
                    <a:pt x="7619" y="1386724"/>
                  </a:lnTo>
                  <a:lnTo>
                    <a:pt x="19192" y="1429894"/>
                  </a:lnTo>
                  <a:lnTo>
                    <a:pt x="46404" y="1465348"/>
                  </a:lnTo>
                  <a:lnTo>
                    <a:pt x="85112" y="1487691"/>
                  </a:lnTo>
                  <a:lnTo>
                    <a:pt x="114414" y="1493519"/>
                  </a:lnTo>
                  <a:lnTo>
                    <a:pt x="2175624" y="1493519"/>
                  </a:lnTo>
                  <a:lnTo>
                    <a:pt x="2168936" y="1495919"/>
                  </a:lnTo>
                  <a:lnTo>
                    <a:pt x="2157388" y="1498819"/>
                  </a:lnTo>
                  <a:lnTo>
                    <a:pt x="2145609" y="1500559"/>
                  </a:lnTo>
                  <a:lnTo>
                    <a:pt x="2133599" y="1501139"/>
                  </a:lnTo>
                  <a:close/>
                </a:path>
                <a:path w="2255520" h="1501139">
                  <a:moveTo>
                    <a:pt x="2175624" y="1493519"/>
                  </a:moveTo>
                  <a:lnTo>
                    <a:pt x="2141104" y="1493519"/>
                  </a:lnTo>
                  <a:lnTo>
                    <a:pt x="2148537" y="1492787"/>
                  </a:lnTo>
                  <a:lnTo>
                    <a:pt x="2163259" y="1489859"/>
                  </a:lnTo>
                  <a:lnTo>
                    <a:pt x="2203341" y="1470087"/>
                  </a:lnTo>
                  <a:lnTo>
                    <a:pt x="2232806" y="1436481"/>
                  </a:lnTo>
                  <a:lnTo>
                    <a:pt x="2247167" y="1394157"/>
                  </a:lnTo>
                  <a:lnTo>
                    <a:pt x="2247899" y="1386724"/>
                  </a:lnTo>
                  <a:lnTo>
                    <a:pt x="2247899" y="114414"/>
                  </a:lnTo>
                  <a:lnTo>
                    <a:pt x="2236326" y="71245"/>
                  </a:lnTo>
                  <a:lnTo>
                    <a:pt x="2209015" y="35709"/>
                  </a:lnTo>
                  <a:lnTo>
                    <a:pt x="2170406" y="13448"/>
                  </a:lnTo>
                  <a:lnTo>
                    <a:pt x="2141104" y="7619"/>
                  </a:lnTo>
                  <a:lnTo>
                    <a:pt x="2175627" y="7619"/>
                  </a:lnTo>
                  <a:lnTo>
                    <a:pt x="2210907" y="27626"/>
                  </a:lnTo>
                  <a:lnTo>
                    <a:pt x="2241106" y="64388"/>
                  </a:lnTo>
                  <a:lnTo>
                    <a:pt x="2254939" y="109909"/>
                  </a:lnTo>
                  <a:lnTo>
                    <a:pt x="2255519" y="1379219"/>
                  </a:lnTo>
                  <a:lnTo>
                    <a:pt x="2254939" y="1391230"/>
                  </a:lnTo>
                  <a:lnTo>
                    <a:pt x="2241232" y="1436481"/>
                  </a:lnTo>
                  <a:lnTo>
                    <a:pt x="2210907" y="1473512"/>
                  </a:lnTo>
                  <a:lnTo>
                    <a:pt x="2180254" y="1491858"/>
                  </a:lnTo>
                  <a:lnTo>
                    <a:pt x="2175624" y="1493519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7444739" y="4419597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138045" y="259076"/>
                  </a:moveTo>
                  <a:lnTo>
                    <a:pt x="121034" y="259076"/>
                  </a:lnTo>
                  <a:lnTo>
                    <a:pt x="112610" y="258246"/>
                  </a:lnTo>
                  <a:lnTo>
                    <a:pt x="72108" y="245960"/>
                  </a:lnTo>
                  <a:lnTo>
                    <a:pt x="37940" y="221136"/>
                  </a:lnTo>
                  <a:lnTo>
                    <a:pt x="13115" y="186965"/>
                  </a:lnTo>
                  <a:lnTo>
                    <a:pt x="829" y="146469"/>
                  </a:lnTo>
                  <a:lnTo>
                    <a:pt x="0" y="138045"/>
                  </a:lnTo>
                  <a:lnTo>
                    <a:pt x="0" y="129539"/>
                  </a:lnTo>
                  <a:lnTo>
                    <a:pt x="6604" y="87819"/>
                  </a:lnTo>
                  <a:lnTo>
                    <a:pt x="26556" y="50493"/>
                  </a:lnTo>
                  <a:lnTo>
                    <a:pt x="64643" y="17100"/>
                  </a:lnTo>
                  <a:lnTo>
                    <a:pt x="112610" y="829"/>
                  </a:lnTo>
                  <a:lnTo>
                    <a:pt x="121034" y="0"/>
                  </a:lnTo>
                  <a:lnTo>
                    <a:pt x="138045" y="0"/>
                  </a:lnTo>
                  <a:lnTo>
                    <a:pt x="186971" y="13111"/>
                  </a:lnTo>
                  <a:lnTo>
                    <a:pt x="227153" y="43949"/>
                  </a:lnTo>
                  <a:lnTo>
                    <a:pt x="252474" y="87819"/>
                  </a:lnTo>
                  <a:lnTo>
                    <a:pt x="259080" y="129539"/>
                  </a:lnTo>
                  <a:lnTo>
                    <a:pt x="259080" y="138045"/>
                  </a:lnTo>
                  <a:lnTo>
                    <a:pt x="245964" y="186965"/>
                  </a:lnTo>
                  <a:lnTo>
                    <a:pt x="215124" y="227149"/>
                  </a:lnTo>
                  <a:lnTo>
                    <a:pt x="171254" y="252471"/>
                  </a:lnTo>
                  <a:lnTo>
                    <a:pt x="138045" y="259076"/>
                  </a:lnTo>
                  <a:close/>
                </a:path>
              </a:pathLst>
            </a:custGeom>
            <a:solidFill>
              <a:srgbClr val="1754B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/>
          <p:cNvSpPr txBox="1"/>
          <p:nvPr/>
        </p:nvSpPr>
        <p:spPr>
          <a:xfrm>
            <a:off x="7523836" y="4438513"/>
            <a:ext cx="107950" cy="1892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50" spc="-50">
                <a:solidFill>
                  <a:srgbClr val="FFFFFF"/>
                </a:solidFill>
                <a:latin typeface="Arial Black"/>
                <a:cs typeface="Arial Black"/>
              </a:rPr>
              <a:t>6</a:t>
            </a:r>
            <a:endParaRPr sz="1050">
              <a:latin typeface="Arial Black"/>
              <a:cs typeface="Arial Black"/>
            </a:endParaRPr>
          </a:p>
        </p:txBody>
      </p:sp>
      <p:pic>
        <p:nvPicPr>
          <p:cNvPr id="58" name="object 5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804784" y="4479290"/>
            <a:ext cx="136525" cy="136525"/>
          </a:xfrm>
          <a:prstGeom prst="rect">
            <a:avLst/>
          </a:prstGeom>
        </p:spPr>
      </p:pic>
      <p:sp>
        <p:nvSpPr>
          <p:cNvPr id="59" name="object 59"/>
          <p:cNvSpPr txBox="1"/>
          <p:nvPr/>
        </p:nvSpPr>
        <p:spPr>
          <a:xfrm>
            <a:off x="6721117" y="4745077"/>
            <a:ext cx="1951355" cy="31305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667385" marR="5080" indent="-655320">
              <a:lnSpc>
                <a:spcPct val="105600"/>
              </a:lnSpc>
              <a:spcBef>
                <a:spcPts val="75"/>
              </a:spcBef>
            </a:pPr>
            <a:r>
              <a:rPr dirty="0" sz="900" spc="-80">
                <a:solidFill>
                  <a:srgbClr val="FFFFFF"/>
                </a:solidFill>
                <a:latin typeface="Arial Black"/>
                <a:cs typeface="Arial Black"/>
              </a:rPr>
              <a:t>Colocación</a:t>
            </a:r>
            <a:r>
              <a:rPr dirty="0" sz="900" spc="-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60">
                <a:solidFill>
                  <a:srgbClr val="FFFFFF"/>
                </a:solidFill>
                <a:latin typeface="Arial Black"/>
                <a:cs typeface="Arial Black"/>
              </a:rPr>
              <a:t>primaria</a:t>
            </a:r>
            <a:r>
              <a:rPr dirty="0" sz="900" spc="-1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>
                <a:solidFill>
                  <a:srgbClr val="FFFFFF"/>
                </a:solidFill>
                <a:latin typeface="Arial Black"/>
                <a:cs typeface="Arial Black"/>
              </a:rPr>
              <a:t>y</a:t>
            </a:r>
            <a:r>
              <a:rPr dirty="0" sz="900" spc="-9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55">
                <a:solidFill>
                  <a:srgbClr val="FFFFFF"/>
                </a:solidFill>
                <a:latin typeface="Arial Black"/>
                <a:cs typeface="Arial Black"/>
              </a:rPr>
              <a:t>negociación </a:t>
            </a:r>
            <a:r>
              <a:rPr dirty="0" sz="900" spc="-10">
                <a:solidFill>
                  <a:srgbClr val="FFFFFF"/>
                </a:solidFill>
                <a:latin typeface="Arial Black"/>
                <a:cs typeface="Arial Black"/>
              </a:rPr>
              <a:t>secundaria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744216" y="5127438"/>
            <a:ext cx="1907539" cy="467359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algn="ctr" marL="12700" marR="5080">
              <a:lnSpc>
                <a:spcPct val="130000"/>
              </a:lnSpc>
              <a:spcBef>
                <a:spcPts val="65"/>
              </a:spcBef>
            </a:pP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Se</a:t>
            </a:r>
            <a:r>
              <a:rPr dirty="0" sz="750" spc="4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colocan</a:t>
            </a:r>
            <a:r>
              <a:rPr dirty="0" sz="750" spc="8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los</a:t>
            </a:r>
            <a:r>
              <a:rPr dirty="0" sz="750" spc="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tokens</a:t>
            </a:r>
            <a:r>
              <a:rPr dirty="0" sz="750" spc="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entre</a:t>
            </a:r>
            <a:r>
              <a:rPr dirty="0" sz="750" spc="4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los</a:t>
            </a:r>
            <a:r>
              <a:rPr dirty="0" sz="750" spc="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9CA2AF"/>
                </a:solidFill>
                <a:latin typeface="Microsoft Sans Serif"/>
                <a:cs typeface="Microsoft Sans Serif"/>
              </a:rPr>
              <a:t>inversores</a:t>
            </a:r>
            <a:r>
              <a:rPr dirty="0" sz="750" spc="50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suscriptores</a:t>
            </a:r>
            <a:r>
              <a:rPr dirty="0" sz="750" spc="2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35">
                <a:solidFill>
                  <a:srgbClr val="9CA2AF"/>
                </a:solidFill>
                <a:latin typeface="Microsoft Sans Serif"/>
                <a:cs typeface="Microsoft Sans Serif"/>
              </a:rPr>
              <a:t>y,</a:t>
            </a:r>
            <a:r>
              <a:rPr dirty="0" sz="750" spc="8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en</a:t>
            </a:r>
            <a:r>
              <a:rPr dirty="0" sz="750" spc="8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su</a:t>
            </a:r>
            <a:r>
              <a:rPr dirty="0" sz="750" spc="9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caso,</a:t>
            </a:r>
            <a:r>
              <a:rPr dirty="0" sz="750" spc="8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se</a:t>
            </a:r>
            <a:r>
              <a:rPr dirty="0" sz="750" spc="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habilita</a:t>
            </a:r>
            <a:r>
              <a:rPr dirty="0" sz="750" spc="8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25">
                <a:solidFill>
                  <a:srgbClr val="9CA2AF"/>
                </a:solidFill>
                <a:latin typeface="Microsoft Sans Serif"/>
                <a:cs typeface="Microsoft Sans Serif"/>
              </a:rPr>
              <a:t>la</a:t>
            </a:r>
            <a:r>
              <a:rPr dirty="0" sz="750" spc="50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compra-venta</a:t>
            </a:r>
            <a:r>
              <a:rPr dirty="0" sz="750" spc="40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9CA2AF"/>
                </a:solidFill>
                <a:latin typeface="Microsoft Sans Serif"/>
                <a:cs typeface="Microsoft Sans Serif"/>
              </a:rPr>
              <a:t>secundaria.</a:t>
            </a:r>
            <a:endParaRPr sz="7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90306" y="2274517"/>
            <a:ext cx="697230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0" b="1">
                <a:solidFill>
                  <a:srgbClr val="1754B9"/>
                </a:solidFill>
                <a:latin typeface="Georgia"/>
                <a:cs typeface="Georgia"/>
              </a:rPr>
              <a:t>T</a:t>
            </a:r>
            <a:r>
              <a:rPr dirty="0" sz="750" spc="-7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229" b="1">
                <a:solidFill>
                  <a:srgbClr val="1754B9"/>
                </a:solidFill>
                <a:latin typeface="Georgia"/>
                <a:cs typeface="Georgia"/>
              </a:rPr>
              <a:t>O</a:t>
            </a:r>
            <a:r>
              <a:rPr dirty="0" sz="750" spc="-5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95" b="1">
                <a:solidFill>
                  <a:srgbClr val="1754B9"/>
                </a:solidFill>
                <a:latin typeface="Georgia"/>
                <a:cs typeface="Georgia"/>
              </a:rPr>
              <a:t>K</a:t>
            </a:r>
            <a:r>
              <a:rPr dirty="0" sz="750" spc="-8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50" b="1">
                <a:solidFill>
                  <a:srgbClr val="1754B9"/>
                </a:solidFill>
                <a:latin typeface="Georgia"/>
                <a:cs typeface="Georgia"/>
              </a:rPr>
              <a:t>E</a:t>
            </a:r>
            <a:r>
              <a:rPr dirty="0" sz="750" spc="-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0" b="1">
                <a:solidFill>
                  <a:srgbClr val="1754B9"/>
                </a:solidFill>
                <a:latin typeface="Georgia"/>
                <a:cs typeface="Georgia"/>
              </a:rPr>
              <a:t>N</a:t>
            </a:r>
            <a:r>
              <a:rPr dirty="0" sz="750" spc="3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40" b="1">
                <a:solidFill>
                  <a:srgbClr val="1754B9"/>
                </a:solidFill>
                <a:latin typeface="Georgia"/>
                <a:cs typeface="Georgia"/>
              </a:rPr>
              <a:t>C</a:t>
            </a:r>
            <a:r>
              <a:rPr dirty="0" sz="750" spc="-5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b="1">
                <a:solidFill>
                  <a:srgbClr val="1754B9"/>
                </a:solidFill>
                <a:latin typeface="Georgia"/>
                <a:cs typeface="Georgia"/>
              </a:rPr>
              <a:t>I</a:t>
            </a:r>
            <a:r>
              <a:rPr dirty="0" sz="750" spc="-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00" b="1">
                <a:solidFill>
                  <a:srgbClr val="1754B9"/>
                </a:solidFill>
                <a:latin typeface="Georgia"/>
                <a:cs typeface="Georgia"/>
              </a:rPr>
              <a:t>T</a:t>
            </a:r>
            <a:r>
              <a:rPr dirty="0" sz="750" spc="-7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50" b="1">
                <a:solidFill>
                  <a:srgbClr val="1754B9"/>
                </a:solidFill>
                <a:latin typeface="Georgia"/>
                <a:cs typeface="Georgia"/>
              </a:rPr>
              <a:t>Y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988740" y="2374559"/>
            <a:ext cx="6727190" cy="5899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70"/>
              <a:t>¿Por</a:t>
            </a:r>
            <a:r>
              <a:rPr dirty="0" spc="-229"/>
              <a:t> </a:t>
            </a:r>
            <a:r>
              <a:rPr dirty="0" spc="-10"/>
              <a:t>qué</a:t>
            </a:r>
            <a:r>
              <a:rPr dirty="0" spc="-280"/>
              <a:t> </a:t>
            </a:r>
            <a:r>
              <a:rPr dirty="0" spc="-55"/>
              <a:t>tokenizar</a:t>
            </a:r>
            <a:r>
              <a:rPr dirty="0" spc="-225"/>
              <a:t> </a:t>
            </a:r>
            <a:r>
              <a:rPr dirty="0" spc="-45"/>
              <a:t>tus</a:t>
            </a:r>
            <a:r>
              <a:rPr dirty="0" spc="-270"/>
              <a:t> </a:t>
            </a:r>
            <a:r>
              <a:rPr dirty="0" spc="-110"/>
              <a:t>activos?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173479" y="3223259"/>
            <a:ext cx="4091940" cy="868680"/>
            <a:chOff x="1173479" y="3223259"/>
            <a:chExt cx="4091940" cy="868680"/>
          </a:xfrm>
        </p:grpSpPr>
        <p:sp>
          <p:nvSpPr>
            <p:cNvPr id="5" name="object 5"/>
            <p:cNvSpPr/>
            <p:nvPr/>
          </p:nvSpPr>
          <p:spPr>
            <a:xfrm>
              <a:off x="1173479" y="3223259"/>
              <a:ext cx="4091940" cy="868680"/>
            </a:xfrm>
            <a:custGeom>
              <a:avLst/>
              <a:gdLst/>
              <a:ahLst/>
              <a:cxnLst/>
              <a:rect l="l" t="t" r="r" b="b"/>
              <a:pathLst>
                <a:path w="4091940" h="868679">
                  <a:moveTo>
                    <a:pt x="3848099" y="868679"/>
                  </a:moveTo>
                  <a:lnTo>
                    <a:pt x="243839" y="868679"/>
                  </a:lnTo>
                  <a:lnTo>
                    <a:pt x="231860" y="868387"/>
                  </a:lnTo>
                  <a:lnTo>
                    <a:pt x="184577" y="861370"/>
                  </a:lnTo>
                  <a:lnTo>
                    <a:pt x="139571" y="845263"/>
                  </a:lnTo>
                  <a:lnTo>
                    <a:pt x="98572" y="820686"/>
                  </a:lnTo>
                  <a:lnTo>
                    <a:pt x="63155" y="788583"/>
                  </a:lnTo>
                  <a:lnTo>
                    <a:pt x="34682" y="750187"/>
                  </a:lnTo>
                  <a:lnTo>
                    <a:pt x="14247" y="706974"/>
                  </a:lnTo>
                  <a:lnTo>
                    <a:pt x="2635" y="660604"/>
                  </a:lnTo>
                  <a:lnTo>
                    <a:pt x="0" y="624839"/>
                  </a:lnTo>
                  <a:lnTo>
                    <a:pt x="0" y="243839"/>
                  </a:lnTo>
                  <a:lnTo>
                    <a:pt x="4685" y="196269"/>
                  </a:lnTo>
                  <a:lnTo>
                    <a:pt x="18561" y="150526"/>
                  </a:lnTo>
                  <a:lnTo>
                    <a:pt x="41094" y="108369"/>
                  </a:lnTo>
                  <a:lnTo>
                    <a:pt x="71419" y="71419"/>
                  </a:lnTo>
                  <a:lnTo>
                    <a:pt x="108369" y="41094"/>
                  </a:lnTo>
                  <a:lnTo>
                    <a:pt x="150526" y="18561"/>
                  </a:lnTo>
                  <a:lnTo>
                    <a:pt x="196269" y="4685"/>
                  </a:lnTo>
                  <a:lnTo>
                    <a:pt x="243839" y="0"/>
                  </a:lnTo>
                  <a:lnTo>
                    <a:pt x="3848099" y="0"/>
                  </a:lnTo>
                  <a:lnTo>
                    <a:pt x="3895670" y="4685"/>
                  </a:lnTo>
                  <a:lnTo>
                    <a:pt x="3941412" y="18561"/>
                  </a:lnTo>
                  <a:lnTo>
                    <a:pt x="3983569" y="41094"/>
                  </a:lnTo>
                  <a:lnTo>
                    <a:pt x="4020520" y="71419"/>
                  </a:lnTo>
                  <a:lnTo>
                    <a:pt x="4050844" y="108369"/>
                  </a:lnTo>
                  <a:lnTo>
                    <a:pt x="4073378" y="150526"/>
                  </a:lnTo>
                  <a:lnTo>
                    <a:pt x="4087254" y="196269"/>
                  </a:lnTo>
                  <a:lnTo>
                    <a:pt x="4091939" y="243839"/>
                  </a:lnTo>
                  <a:lnTo>
                    <a:pt x="4091939" y="624839"/>
                  </a:lnTo>
                  <a:lnTo>
                    <a:pt x="4087254" y="672410"/>
                  </a:lnTo>
                  <a:lnTo>
                    <a:pt x="4073378" y="718153"/>
                  </a:lnTo>
                  <a:lnTo>
                    <a:pt x="4050844" y="760310"/>
                  </a:lnTo>
                  <a:lnTo>
                    <a:pt x="4020520" y="797260"/>
                  </a:lnTo>
                  <a:lnTo>
                    <a:pt x="3983569" y="827585"/>
                  </a:lnTo>
                  <a:lnTo>
                    <a:pt x="3941412" y="850118"/>
                  </a:lnTo>
                  <a:lnTo>
                    <a:pt x="3895670" y="863994"/>
                  </a:lnTo>
                  <a:lnTo>
                    <a:pt x="3848099" y="86867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173479" y="3223259"/>
              <a:ext cx="4091940" cy="867410"/>
            </a:xfrm>
            <a:custGeom>
              <a:avLst/>
              <a:gdLst/>
              <a:ahLst/>
              <a:cxnLst/>
              <a:rect l="l" t="t" r="r" b="b"/>
              <a:pathLst>
                <a:path w="4091940" h="867410">
                  <a:moveTo>
                    <a:pt x="3872000" y="867410"/>
                  </a:moveTo>
                  <a:lnTo>
                    <a:pt x="219939" y="867410"/>
                  </a:lnTo>
                  <a:lnTo>
                    <a:pt x="208075" y="864870"/>
                  </a:lnTo>
                  <a:lnTo>
                    <a:pt x="196269" y="863600"/>
                  </a:lnTo>
                  <a:lnTo>
                    <a:pt x="150526" y="849630"/>
                  </a:lnTo>
                  <a:lnTo>
                    <a:pt x="108369" y="826770"/>
                  </a:lnTo>
                  <a:lnTo>
                    <a:pt x="71419" y="796290"/>
                  </a:lnTo>
                  <a:lnTo>
                    <a:pt x="41094" y="759460"/>
                  </a:lnTo>
                  <a:lnTo>
                    <a:pt x="18561" y="717550"/>
                  </a:lnTo>
                  <a:lnTo>
                    <a:pt x="4685" y="671830"/>
                  </a:lnTo>
                  <a:lnTo>
                    <a:pt x="0" y="623570"/>
                  </a:lnTo>
                  <a:lnTo>
                    <a:pt x="0" y="242570"/>
                  </a:lnTo>
                  <a:lnTo>
                    <a:pt x="195" y="234950"/>
                  </a:lnTo>
                  <a:lnTo>
                    <a:pt x="292" y="231140"/>
                  </a:lnTo>
                  <a:lnTo>
                    <a:pt x="7309" y="184150"/>
                  </a:lnTo>
                  <a:lnTo>
                    <a:pt x="23416" y="138430"/>
                  </a:lnTo>
                  <a:lnTo>
                    <a:pt x="47993" y="97790"/>
                  </a:lnTo>
                  <a:lnTo>
                    <a:pt x="80096" y="62230"/>
                  </a:lnTo>
                  <a:lnTo>
                    <a:pt x="118492" y="34290"/>
                  </a:lnTo>
                  <a:lnTo>
                    <a:pt x="184577" y="6350"/>
                  </a:lnTo>
                  <a:lnTo>
                    <a:pt x="208075" y="2540"/>
                  </a:lnTo>
                  <a:lnTo>
                    <a:pt x="219939" y="0"/>
                  </a:lnTo>
                  <a:lnTo>
                    <a:pt x="3872000" y="0"/>
                  </a:lnTo>
                  <a:lnTo>
                    <a:pt x="3883864" y="2540"/>
                  </a:lnTo>
                  <a:lnTo>
                    <a:pt x="3895670" y="3810"/>
                  </a:lnTo>
                  <a:lnTo>
                    <a:pt x="3907361" y="6350"/>
                  </a:lnTo>
                  <a:lnTo>
                    <a:pt x="3911202" y="7620"/>
                  </a:lnTo>
                  <a:lnTo>
                    <a:pt x="228385" y="7620"/>
                  </a:lnTo>
                  <a:lnTo>
                    <a:pt x="212987" y="8890"/>
                  </a:lnTo>
                  <a:lnTo>
                    <a:pt x="190167" y="12700"/>
                  </a:lnTo>
                  <a:lnTo>
                    <a:pt x="182672" y="15240"/>
                  </a:lnTo>
                  <a:lnTo>
                    <a:pt x="167865" y="19050"/>
                  </a:lnTo>
                  <a:lnTo>
                    <a:pt x="160590" y="21590"/>
                  </a:lnTo>
                  <a:lnTo>
                    <a:pt x="146294" y="27940"/>
                  </a:lnTo>
                  <a:lnTo>
                    <a:pt x="139309" y="31750"/>
                  </a:lnTo>
                  <a:lnTo>
                    <a:pt x="125663" y="38100"/>
                  </a:lnTo>
                  <a:lnTo>
                    <a:pt x="88003" y="66040"/>
                  </a:lnTo>
                  <a:lnTo>
                    <a:pt x="66147" y="87630"/>
                  </a:lnTo>
                  <a:lnTo>
                    <a:pt x="56331" y="99060"/>
                  </a:lnTo>
                  <a:lnTo>
                    <a:pt x="31865" y="138430"/>
                  </a:lnTo>
                  <a:lnTo>
                    <a:pt x="15545" y="181610"/>
                  </a:lnTo>
                  <a:lnTo>
                    <a:pt x="7999" y="227330"/>
                  </a:lnTo>
                  <a:lnTo>
                    <a:pt x="7620" y="234950"/>
                  </a:lnTo>
                  <a:lnTo>
                    <a:pt x="7620" y="632460"/>
                  </a:lnTo>
                  <a:lnTo>
                    <a:pt x="13668" y="678180"/>
                  </a:lnTo>
                  <a:lnTo>
                    <a:pt x="28561" y="721360"/>
                  </a:lnTo>
                  <a:lnTo>
                    <a:pt x="51728" y="762000"/>
                  </a:lnTo>
                  <a:lnTo>
                    <a:pt x="66147" y="779780"/>
                  </a:lnTo>
                  <a:lnTo>
                    <a:pt x="71336" y="786130"/>
                  </a:lnTo>
                  <a:lnTo>
                    <a:pt x="99964" y="811530"/>
                  </a:lnTo>
                  <a:lnTo>
                    <a:pt x="139309" y="835660"/>
                  </a:lnTo>
                  <a:lnTo>
                    <a:pt x="146294" y="839470"/>
                  </a:lnTo>
                  <a:lnTo>
                    <a:pt x="160590" y="845820"/>
                  </a:lnTo>
                  <a:lnTo>
                    <a:pt x="167865" y="848360"/>
                  </a:lnTo>
                  <a:lnTo>
                    <a:pt x="182672" y="852170"/>
                  </a:lnTo>
                  <a:lnTo>
                    <a:pt x="190167" y="854710"/>
                  </a:lnTo>
                  <a:lnTo>
                    <a:pt x="212987" y="858520"/>
                  </a:lnTo>
                  <a:lnTo>
                    <a:pt x="228385" y="859790"/>
                  </a:lnTo>
                  <a:lnTo>
                    <a:pt x="3911202" y="859790"/>
                  </a:lnTo>
                  <a:lnTo>
                    <a:pt x="3907361" y="861060"/>
                  </a:lnTo>
                  <a:lnTo>
                    <a:pt x="3895670" y="863600"/>
                  </a:lnTo>
                  <a:lnTo>
                    <a:pt x="3883864" y="864870"/>
                  </a:lnTo>
                  <a:lnTo>
                    <a:pt x="3872000" y="867410"/>
                  </a:lnTo>
                  <a:close/>
                </a:path>
                <a:path w="4091940" h="867410">
                  <a:moveTo>
                    <a:pt x="3911202" y="859790"/>
                  </a:moveTo>
                  <a:lnTo>
                    <a:pt x="3863554" y="859790"/>
                  </a:lnTo>
                  <a:lnTo>
                    <a:pt x="3878952" y="858520"/>
                  </a:lnTo>
                  <a:lnTo>
                    <a:pt x="3901771" y="854710"/>
                  </a:lnTo>
                  <a:lnTo>
                    <a:pt x="3909267" y="852170"/>
                  </a:lnTo>
                  <a:lnTo>
                    <a:pt x="3924073" y="848360"/>
                  </a:lnTo>
                  <a:lnTo>
                    <a:pt x="3931349" y="845820"/>
                  </a:lnTo>
                  <a:lnTo>
                    <a:pt x="3945644" y="839470"/>
                  </a:lnTo>
                  <a:lnTo>
                    <a:pt x="3952629" y="835660"/>
                  </a:lnTo>
                  <a:lnTo>
                    <a:pt x="3966275" y="829310"/>
                  </a:lnTo>
                  <a:lnTo>
                    <a:pt x="4003936" y="801370"/>
                  </a:lnTo>
                  <a:lnTo>
                    <a:pt x="4025792" y="779780"/>
                  </a:lnTo>
                  <a:lnTo>
                    <a:pt x="4035608" y="768350"/>
                  </a:lnTo>
                  <a:lnTo>
                    <a:pt x="4060074" y="728980"/>
                  </a:lnTo>
                  <a:lnTo>
                    <a:pt x="4076394" y="685800"/>
                  </a:lnTo>
                  <a:lnTo>
                    <a:pt x="4083940" y="640080"/>
                  </a:lnTo>
                  <a:lnTo>
                    <a:pt x="4084319" y="632460"/>
                  </a:lnTo>
                  <a:lnTo>
                    <a:pt x="4084319" y="234950"/>
                  </a:lnTo>
                  <a:lnTo>
                    <a:pt x="4078271" y="189230"/>
                  </a:lnTo>
                  <a:lnTo>
                    <a:pt x="4063377" y="146050"/>
                  </a:lnTo>
                  <a:lnTo>
                    <a:pt x="4040211" y="105410"/>
                  </a:lnTo>
                  <a:lnTo>
                    <a:pt x="4025792" y="87630"/>
                  </a:lnTo>
                  <a:lnTo>
                    <a:pt x="4020602" y="81280"/>
                  </a:lnTo>
                  <a:lnTo>
                    <a:pt x="3991975" y="55880"/>
                  </a:lnTo>
                  <a:lnTo>
                    <a:pt x="3952629" y="31750"/>
                  </a:lnTo>
                  <a:lnTo>
                    <a:pt x="3945644" y="27940"/>
                  </a:lnTo>
                  <a:lnTo>
                    <a:pt x="3931349" y="21590"/>
                  </a:lnTo>
                  <a:lnTo>
                    <a:pt x="3924073" y="19050"/>
                  </a:lnTo>
                  <a:lnTo>
                    <a:pt x="3909267" y="15240"/>
                  </a:lnTo>
                  <a:lnTo>
                    <a:pt x="3901771" y="12700"/>
                  </a:lnTo>
                  <a:lnTo>
                    <a:pt x="3878952" y="8890"/>
                  </a:lnTo>
                  <a:lnTo>
                    <a:pt x="3863554" y="7620"/>
                  </a:lnTo>
                  <a:lnTo>
                    <a:pt x="3911202" y="7620"/>
                  </a:lnTo>
                  <a:lnTo>
                    <a:pt x="3952368" y="22860"/>
                  </a:lnTo>
                  <a:lnTo>
                    <a:pt x="3993367" y="46990"/>
                  </a:lnTo>
                  <a:lnTo>
                    <a:pt x="4028783" y="80010"/>
                  </a:lnTo>
                  <a:lnTo>
                    <a:pt x="4057256" y="118110"/>
                  </a:lnTo>
                  <a:lnTo>
                    <a:pt x="4077691" y="161290"/>
                  </a:lnTo>
                  <a:lnTo>
                    <a:pt x="4089303" y="207010"/>
                  </a:lnTo>
                  <a:lnTo>
                    <a:pt x="4091939" y="242570"/>
                  </a:lnTo>
                  <a:lnTo>
                    <a:pt x="4091939" y="623570"/>
                  </a:lnTo>
                  <a:lnTo>
                    <a:pt x="4087254" y="671830"/>
                  </a:lnTo>
                  <a:lnTo>
                    <a:pt x="4073378" y="717550"/>
                  </a:lnTo>
                  <a:lnTo>
                    <a:pt x="4050844" y="759460"/>
                  </a:lnTo>
                  <a:lnTo>
                    <a:pt x="4020520" y="796290"/>
                  </a:lnTo>
                  <a:lnTo>
                    <a:pt x="3983569" y="826770"/>
                  </a:lnTo>
                  <a:lnTo>
                    <a:pt x="3941412" y="849630"/>
                  </a:lnTo>
                  <a:lnTo>
                    <a:pt x="3911202" y="85979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19604" y="3474083"/>
              <a:ext cx="153670" cy="15367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422241" y="3334598"/>
            <a:ext cx="3596004" cy="536575"/>
          </a:xfrm>
          <a:prstGeom prst="rect">
            <a:avLst/>
          </a:prstGeom>
        </p:spPr>
        <p:txBody>
          <a:bodyPr wrap="square" lIns="0" tIns="109220" rIns="0" bIns="0" rtlCol="0" vert="horz">
            <a:spAutoFit/>
          </a:bodyPr>
          <a:lstStyle/>
          <a:p>
            <a:pPr marL="748030">
              <a:lnSpc>
                <a:spcPct val="100000"/>
              </a:lnSpc>
              <a:spcBef>
                <a:spcPts val="860"/>
              </a:spcBef>
            </a:pPr>
            <a:r>
              <a:rPr dirty="0" sz="1200" spc="-140" b="1">
                <a:solidFill>
                  <a:srgbClr val="FFFFFF"/>
                </a:solidFill>
                <a:latin typeface="Verdana"/>
                <a:cs typeface="Verdana"/>
              </a:rPr>
              <a:t>Canal</a:t>
            </a:r>
            <a:r>
              <a:rPr dirty="0" sz="1200" spc="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125" b="1">
                <a:solidFill>
                  <a:srgbClr val="FFFFFF"/>
                </a:solidFill>
                <a:latin typeface="Verdana"/>
                <a:cs typeface="Verdana"/>
              </a:rPr>
              <a:t>alternativo</a:t>
            </a:r>
            <a:r>
              <a:rPr dirty="0" sz="1200" spc="-9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110" b="1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dirty="0" sz="1200" spc="-9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25" b="1">
                <a:solidFill>
                  <a:srgbClr val="FFFFFF"/>
                </a:solidFill>
                <a:latin typeface="Verdana"/>
                <a:cs typeface="Verdana"/>
              </a:rPr>
              <a:t>financiación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000" spc="-45">
                <a:solidFill>
                  <a:srgbClr val="9CA2AF"/>
                </a:solidFill>
                <a:latin typeface="Microsoft Sans Serif"/>
                <a:cs typeface="Microsoft Sans Serif"/>
              </a:rPr>
              <a:t>Cualquiera</a:t>
            </a:r>
            <a:r>
              <a:rPr dirty="0" sz="1000" spc="1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40">
                <a:solidFill>
                  <a:srgbClr val="9CA2AF"/>
                </a:solidFill>
                <a:latin typeface="Microsoft Sans Serif"/>
                <a:cs typeface="Microsoft Sans Serif"/>
              </a:rPr>
              <a:t>con</a:t>
            </a:r>
            <a:r>
              <a:rPr dirty="0" sz="1000" spc="1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40">
                <a:solidFill>
                  <a:srgbClr val="9CA2AF"/>
                </a:solidFill>
                <a:latin typeface="Microsoft Sans Serif"/>
                <a:cs typeface="Microsoft Sans Serif"/>
              </a:rPr>
              <a:t>conexión</a:t>
            </a:r>
            <a:r>
              <a:rPr dirty="0" sz="1000" spc="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10">
                <a:solidFill>
                  <a:srgbClr val="9CA2AF"/>
                </a:solidFill>
                <a:latin typeface="Microsoft Sans Serif"/>
                <a:cs typeface="Microsoft Sans Serif"/>
              </a:rPr>
              <a:t>a</a:t>
            </a:r>
            <a:r>
              <a:rPr dirty="0" sz="1000" spc="1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9CA2AF"/>
                </a:solidFill>
                <a:latin typeface="Microsoft Sans Serif"/>
                <a:cs typeface="Microsoft Sans Serif"/>
              </a:rPr>
              <a:t>internet</a:t>
            </a:r>
            <a:r>
              <a:rPr dirty="0" sz="1000" spc="-4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30">
                <a:solidFill>
                  <a:srgbClr val="9CA2AF"/>
                </a:solidFill>
                <a:latin typeface="Microsoft Sans Serif"/>
                <a:cs typeface="Microsoft Sans Serif"/>
              </a:rPr>
              <a:t>puede</a:t>
            </a:r>
            <a:r>
              <a:rPr dirty="0" sz="1000" spc="-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9CA2AF"/>
                </a:solidFill>
                <a:latin typeface="Microsoft Sans Serif"/>
                <a:cs typeface="Microsoft Sans Serif"/>
              </a:rPr>
              <a:t>invertir</a:t>
            </a:r>
            <a:r>
              <a:rPr dirty="0" sz="1000" spc="-2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45">
                <a:solidFill>
                  <a:srgbClr val="9CA2AF"/>
                </a:solidFill>
                <a:latin typeface="Microsoft Sans Serif"/>
                <a:cs typeface="Microsoft Sans Serif"/>
              </a:rPr>
              <a:t>en</a:t>
            </a:r>
            <a:r>
              <a:rPr dirty="0" sz="1000" spc="1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0">
                <a:solidFill>
                  <a:srgbClr val="9CA2AF"/>
                </a:solidFill>
                <a:latin typeface="Microsoft Sans Serif"/>
                <a:cs typeface="Microsoft Sans Serif"/>
              </a:rPr>
              <a:t>tus</a:t>
            </a:r>
            <a:r>
              <a:rPr dirty="0" sz="1000" spc="-4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9CA2AF"/>
                </a:solidFill>
                <a:latin typeface="Microsoft Sans Serif"/>
                <a:cs typeface="Microsoft Sans Serif"/>
              </a:rPr>
              <a:t>proyectos.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417819" y="3223259"/>
            <a:ext cx="4099560" cy="868680"/>
            <a:chOff x="5417819" y="3223259"/>
            <a:chExt cx="4099560" cy="868680"/>
          </a:xfrm>
        </p:grpSpPr>
        <p:sp>
          <p:nvSpPr>
            <p:cNvPr id="10" name="object 10"/>
            <p:cNvSpPr/>
            <p:nvPr/>
          </p:nvSpPr>
          <p:spPr>
            <a:xfrm>
              <a:off x="5417819" y="3223259"/>
              <a:ext cx="4099560" cy="868680"/>
            </a:xfrm>
            <a:custGeom>
              <a:avLst/>
              <a:gdLst/>
              <a:ahLst/>
              <a:cxnLst/>
              <a:rect l="l" t="t" r="r" b="b"/>
              <a:pathLst>
                <a:path w="4099559" h="868679">
                  <a:moveTo>
                    <a:pt x="3855719" y="868679"/>
                  </a:moveTo>
                  <a:lnTo>
                    <a:pt x="243839" y="868679"/>
                  </a:lnTo>
                  <a:lnTo>
                    <a:pt x="231860" y="868387"/>
                  </a:lnTo>
                  <a:lnTo>
                    <a:pt x="184577" y="861370"/>
                  </a:lnTo>
                  <a:lnTo>
                    <a:pt x="139571" y="845263"/>
                  </a:lnTo>
                  <a:lnTo>
                    <a:pt x="98572" y="820686"/>
                  </a:lnTo>
                  <a:lnTo>
                    <a:pt x="63155" y="788583"/>
                  </a:lnTo>
                  <a:lnTo>
                    <a:pt x="34682" y="750187"/>
                  </a:lnTo>
                  <a:lnTo>
                    <a:pt x="14247" y="706974"/>
                  </a:lnTo>
                  <a:lnTo>
                    <a:pt x="2635" y="660604"/>
                  </a:lnTo>
                  <a:lnTo>
                    <a:pt x="0" y="624839"/>
                  </a:lnTo>
                  <a:lnTo>
                    <a:pt x="0" y="243839"/>
                  </a:lnTo>
                  <a:lnTo>
                    <a:pt x="4685" y="196269"/>
                  </a:lnTo>
                  <a:lnTo>
                    <a:pt x="18561" y="150526"/>
                  </a:lnTo>
                  <a:lnTo>
                    <a:pt x="41094" y="108369"/>
                  </a:lnTo>
                  <a:lnTo>
                    <a:pt x="71419" y="71419"/>
                  </a:lnTo>
                  <a:lnTo>
                    <a:pt x="108369" y="41094"/>
                  </a:lnTo>
                  <a:lnTo>
                    <a:pt x="150526" y="18561"/>
                  </a:lnTo>
                  <a:lnTo>
                    <a:pt x="196269" y="4685"/>
                  </a:lnTo>
                  <a:lnTo>
                    <a:pt x="243839" y="0"/>
                  </a:lnTo>
                  <a:lnTo>
                    <a:pt x="3855719" y="0"/>
                  </a:lnTo>
                  <a:lnTo>
                    <a:pt x="3903290" y="4685"/>
                  </a:lnTo>
                  <a:lnTo>
                    <a:pt x="3949032" y="18561"/>
                  </a:lnTo>
                  <a:lnTo>
                    <a:pt x="3991189" y="41094"/>
                  </a:lnTo>
                  <a:lnTo>
                    <a:pt x="4028140" y="71419"/>
                  </a:lnTo>
                  <a:lnTo>
                    <a:pt x="4058464" y="108369"/>
                  </a:lnTo>
                  <a:lnTo>
                    <a:pt x="4080998" y="150526"/>
                  </a:lnTo>
                  <a:lnTo>
                    <a:pt x="4094874" y="196269"/>
                  </a:lnTo>
                  <a:lnTo>
                    <a:pt x="4099559" y="243839"/>
                  </a:lnTo>
                  <a:lnTo>
                    <a:pt x="4099559" y="624839"/>
                  </a:lnTo>
                  <a:lnTo>
                    <a:pt x="4094874" y="672410"/>
                  </a:lnTo>
                  <a:lnTo>
                    <a:pt x="4080998" y="718153"/>
                  </a:lnTo>
                  <a:lnTo>
                    <a:pt x="4058464" y="760310"/>
                  </a:lnTo>
                  <a:lnTo>
                    <a:pt x="4028140" y="797260"/>
                  </a:lnTo>
                  <a:lnTo>
                    <a:pt x="3991189" y="827585"/>
                  </a:lnTo>
                  <a:lnTo>
                    <a:pt x="3949032" y="850118"/>
                  </a:lnTo>
                  <a:lnTo>
                    <a:pt x="3903290" y="863994"/>
                  </a:lnTo>
                  <a:lnTo>
                    <a:pt x="3855719" y="86867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417819" y="3223259"/>
              <a:ext cx="4099560" cy="867410"/>
            </a:xfrm>
            <a:custGeom>
              <a:avLst/>
              <a:gdLst/>
              <a:ahLst/>
              <a:cxnLst/>
              <a:rect l="l" t="t" r="r" b="b"/>
              <a:pathLst>
                <a:path w="4099559" h="867410">
                  <a:moveTo>
                    <a:pt x="3879620" y="867410"/>
                  </a:moveTo>
                  <a:lnTo>
                    <a:pt x="219939" y="867410"/>
                  </a:lnTo>
                  <a:lnTo>
                    <a:pt x="208075" y="864870"/>
                  </a:lnTo>
                  <a:lnTo>
                    <a:pt x="196269" y="863600"/>
                  </a:lnTo>
                  <a:lnTo>
                    <a:pt x="150526" y="849630"/>
                  </a:lnTo>
                  <a:lnTo>
                    <a:pt x="108369" y="826770"/>
                  </a:lnTo>
                  <a:lnTo>
                    <a:pt x="71419" y="796290"/>
                  </a:lnTo>
                  <a:lnTo>
                    <a:pt x="41094" y="759460"/>
                  </a:lnTo>
                  <a:lnTo>
                    <a:pt x="18561" y="717550"/>
                  </a:lnTo>
                  <a:lnTo>
                    <a:pt x="4685" y="671830"/>
                  </a:lnTo>
                  <a:lnTo>
                    <a:pt x="0" y="623570"/>
                  </a:lnTo>
                  <a:lnTo>
                    <a:pt x="0" y="242570"/>
                  </a:lnTo>
                  <a:lnTo>
                    <a:pt x="195" y="234950"/>
                  </a:lnTo>
                  <a:lnTo>
                    <a:pt x="292" y="231140"/>
                  </a:lnTo>
                  <a:lnTo>
                    <a:pt x="7309" y="184150"/>
                  </a:lnTo>
                  <a:lnTo>
                    <a:pt x="23416" y="138430"/>
                  </a:lnTo>
                  <a:lnTo>
                    <a:pt x="47993" y="97790"/>
                  </a:lnTo>
                  <a:lnTo>
                    <a:pt x="80096" y="62230"/>
                  </a:lnTo>
                  <a:lnTo>
                    <a:pt x="118492" y="34290"/>
                  </a:lnTo>
                  <a:lnTo>
                    <a:pt x="184577" y="6350"/>
                  </a:lnTo>
                  <a:lnTo>
                    <a:pt x="208075" y="2540"/>
                  </a:lnTo>
                  <a:lnTo>
                    <a:pt x="219939" y="0"/>
                  </a:lnTo>
                  <a:lnTo>
                    <a:pt x="3879620" y="0"/>
                  </a:lnTo>
                  <a:lnTo>
                    <a:pt x="3891484" y="2540"/>
                  </a:lnTo>
                  <a:lnTo>
                    <a:pt x="3903290" y="3810"/>
                  </a:lnTo>
                  <a:lnTo>
                    <a:pt x="3914982" y="6350"/>
                  </a:lnTo>
                  <a:lnTo>
                    <a:pt x="3918822" y="7620"/>
                  </a:lnTo>
                  <a:lnTo>
                    <a:pt x="228385" y="7620"/>
                  </a:lnTo>
                  <a:lnTo>
                    <a:pt x="212987" y="8890"/>
                  </a:lnTo>
                  <a:lnTo>
                    <a:pt x="190167" y="12700"/>
                  </a:lnTo>
                  <a:lnTo>
                    <a:pt x="182672" y="15240"/>
                  </a:lnTo>
                  <a:lnTo>
                    <a:pt x="167865" y="19050"/>
                  </a:lnTo>
                  <a:lnTo>
                    <a:pt x="160590" y="21590"/>
                  </a:lnTo>
                  <a:lnTo>
                    <a:pt x="146294" y="27940"/>
                  </a:lnTo>
                  <a:lnTo>
                    <a:pt x="139309" y="31750"/>
                  </a:lnTo>
                  <a:lnTo>
                    <a:pt x="125663" y="38100"/>
                  </a:lnTo>
                  <a:lnTo>
                    <a:pt x="88003" y="66040"/>
                  </a:lnTo>
                  <a:lnTo>
                    <a:pt x="66147" y="87630"/>
                  </a:lnTo>
                  <a:lnTo>
                    <a:pt x="56331" y="99060"/>
                  </a:lnTo>
                  <a:lnTo>
                    <a:pt x="31865" y="138430"/>
                  </a:lnTo>
                  <a:lnTo>
                    <a:pt x="15545" y="181610"/>
                  </a:lnTo>
                  <a:lnTo>
                    <a:pt x="7999" y="227330"/>
                  </a:lnTo>
                  <a:lnTo>
                    <a:pt x="7619" y="234950"/>
                  </a:lnTo>
                  <a:lnTo>
                    <a:pt x="7619" y="632460"/>
                  </a:lnTo>
                  <a:lnTo>
                    <a:pt x="13668" y="678180"/>
                  </a:lnTo>
                  <a:lnTo>
                    <a:pt x="28561" y="721360"/>
                  </a:lnTo>
                  <a:lnTo>
                    <a:pt x="51728" y="762000"/>
                  </a:lnTo>
                  <a:lnTo>
                    <a:pt x="66147" y="779780"/>
                  </a:lnTo>
                  <a:lnTo>
                    <a:pt x="71336" y="786130"/>
                  </a:lnTo>
                  <a:lnTo>
                    <a:pt x="99964" y="811530"/>
                  </a:lnTo>
                  <a:lnTo>
                    <a:pt x="139309" y="835660"/>
                  </a:lnTo>
                  <a:lnTo>
                    <a:pt x="146294" y="839470"/>
                  </a:lnTo>
                  <a:lnTo>
                    <a:pt x="160590" y="845820"/>
                  </a:lnTo>
                  <a:lnTo>
                    <a:pt x="167865" y="848360"/>
                  </a:lnTo>
                  <a:lnTo>
                    <a:pt x="182672" y="852170"/>
                  </a:lnTo>
                  <a:lnTo>
                    <a:pt x="190167" y="854710"/>
                  </a:lnTo>
                  <a:lnTo>
                    <a:pt x="212987" y="858520"/>
                  </a:lnTo>
                  <a:lnTo>
                    <a:pt x="228385" y="859790"/>
                  </a:lnTo>
                  <a:lnTo>
                    <a:pt x="3918822" y="859790"/>
                  </a:lnTo>
                  <a:lnTo>
                    <a:pt x="3914982" y="861060"/>
                  </a:lnTo>
                  <a:lnTo>
                    <a:pt x="3903290" y="863600"/>
                  </a:lnTo>
                  <a:lnTo>
                    <a:pt x="3891484" y="864870"/>
                  </a:lnTo>
                  <a:lnTo>
                    <a:pt x="3879620" y="867410"/>
                  </a:lnTo>
                  <a:close/>
                </a:path>
                <a:path w="4099559" h="867410">
                  <a:moveTo>
                    <a:pt x="3918822" y="859790"/>
                  </a:moveTo>
                  <a:lnTo>
                    <a:pt x="3871174" y="859790"/>
                  </a:lnTo>
                  <a:lnTo>
                    <a:pt x="3886572" y="858520"/>
                  </a:lnTo>
                  <a:lnTo>
                    <a:pt x="3909391" y="854710"/>
                  </a:lnTo>
                  <a:lnTo>
                    <a:pt x="3916887" y="852170"/>
                  </a:lnTo>
                  <a:lnTo>
                    <a:pt x="3931694" y="848360"/>
                  </a:lnTo>
                  <a:lnTo>
                    <a:pt x="3938969" y="845820"/>
                  </a:lnTo>
                  <a:lnTo>
                    <a:pt x="3953265" y="839470"/>
                  </a:lnTo>
                  <a:lnTo>
                    <a:pt x="3960250" y="835660"/>
                  </a:lnTo>
                  <a:lnTo>
                    <a:pt x="3973896" y="829310"/>
                  </a:lnTo>
                  <a:lnTo>
                    <a:pt x="4011556" y="801370"/>
                  </a:lnTo>
                  <a:lnTo>
                    <a:pt x="4033412" y="779780"/>
                  </a:lnTo>
                  <a:lnTo>
                    <a:pt x="4043228" y="768350"/>
                  </a:lnTo>
                  <a:lnTo>
                    <a:pt x="4067693" y="728980"/>
                  </a:lnTo>
                  <a:lnTo>
                    <a:pt x="4084013" y="685800"/>
                  </a:lnTo>
                  <a:lnTo>
                    <a:pt x="4091561" y="640080"/>
                  </a:lnTo>
                  <a:lnTo>
                    <a:pt x="4091940" y="632460"/>
                  </a:lnTo>
                  <a:lnTo>
                    <a:pt x="4091940" y="234950"/>
                  </a:lnTo>
                  <a:lnTo>
                    <a:pt x="4085891" y="189230"/>
                  </a:lnTo>
                  <a:lnTo>
                    <a:pt x="4070997" y="146050"/>
                  </a:lnTo>
                  <a:lnTo>
                    <a:pt x="4047831" y="105410"/>
                  </a:lnTo>
                  <a:lnTo>
                    <a:pt x="4033412" y="87630"/>
                  </a:lnTo>
                  <a:lnTo>
                    <a:pt x="4028223" y="81280"/>
                  </a:lnTo>
                  <a:lnTo>
                    <a:pt x="3999596" y="55880"/>
                  </a:lnTo>
                  <a:lnTo>
                    <a:pt x="3960250" y="31750"/>
                  </a:lnTo>
                  <a:lnTo>
                    <a:pt x="3953265" y="27940"/>
                  </a:lnTo>
                  <a:lnTo>
                    <a:pt x="3938969" y="21590"/>
                  </a:lnTo>
                  <a:lnTo>
                    <a:pt x="3931694" y="19050"/>
                  </a:lnTo>
                  <a:lnTo>
                    <a:pt x="3916887" y="15240"/>
                  </a:lnTo>
                  <a:lnTo>
                    <a:pt x="3909391" y="12700"/>
                  </a:lnTo>
                  <a:lnTo>
                    <a:pt x="3886572" y="8890"/>
                  </a:lnTo>
                  <a:lnTo>
                    <a:pt x="3871174" y="7620"/>
                  </a:lnTo>
                  <a:lnTo>
                    <a:pt x="3918822" y="7620"/>
                  </a:lnTo>
                  <a:lnTo>
                    <a:pt x="3959988" y="22860"/>
                  </a:lnTo>
                  <a:lnTo>
                    <a:pt x="4000987" y="46990"/>
                  </a:lnTo>
                  <a:lnTo>
                    <a:pt x="4036403" y="80010"/>
                  </a:lnTo>
                  <a:lnTo>
                    <a:pt x="4064876" y="118110"/>
                  </a:lnTo>
                  <a:lnTo>
                    <a:pt x="4085311" y="161290"/>
                  </a:lnTo>
                  <a:lnTo>
                    <a:pt x="4096923" y="207010"/>
                  </a:lnTo>
                  <a:lnTo>
                    <a:pt x="4099559" y="242570"/>
                  </a:lnTo>
                  <a:lnTo>
                    <a:pt x="4099559" y="623570"/>
                  </a:lnTo>
                  <a:lnTo>
                    <a:pt x="4094874" y="671830"/>
                  </a:lnTo>
                  <a:lnTo>
                    <a:pt x="4080998" y="717550"/>
                  </a:lnTo>
                  <a:lnTo>
                    <a:pt x="4058464" y="759460"/>
                  </a:lnTo>
                  <a:lnTo>
                    <a:pt x="4028140" y="796290"/>
                  </a:lnTo>
                  <a:lnTo>
                    <a:pt x="3991189" y="826770"/>
                  </a:lnTo>
                  <a:lnTo>
                    <a:pt x="3949032" y="849630"/>
                  </a:lnTo>
                  <a:lnTo>
                    <a:pt x="3918822" y="85979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68744" y="3474083"/>
              <a:ext cx="153670" cy="15367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5956022" y="3334598"/>
            <a:ext cx="3020060" cy="536575"/>
          </a:xfrm>
          <a:prstGeom prst="rect">
            <a:avLst/>
          </a:prstGeom>
        </p:spPr>
        <p:txBody>
          <a:bodyPr wrap="square" lIns="0" tIns="109220" rIns="0" bIns="0" rtlCol="0" vert="horz">
            <a:spAutoFit/>
          </a:bodyPr>
          <a:lstStyle/>
          <a:p>
            <a:pPr marL="766445">
              <a:lnSpc>
                <a:spcPct val="100000"/>
              </a:lnSpc>
              <a:spcBef>
                <a:spcPts val="860"/>
              </a:spcBef>
            </a:pPr>
            <a:r>
              <a:rPr dirty="0" sz="1200" spc="-125" b="1">
                <a:solidFill>
                  <a:srgbClr val="FFFFFF"/>
                </a:solidFill>
                <a:latin typeface="Verdana"/>
                <a:cs typeface="Verdana"/>
              </a:rPr>
              <a:t>Flexible,</a:t>
            </a:r>
            <a:r>
              <a:rPr dirty="0" sz="1200" spc="-5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110" b="1">
                <a:solidFill>
                  <a:srgbClr val="FFFFFF"/>
                </a:solidFill>
                <a:latin typeface="Verdana"/>
                <a:cs typeface="Verdana"/>
              </a:rPr>
              <a:t>directo</a:t>
            </a:r>
            <a:r>
              <a:rPr dirty="0" sz="1200" spc="-10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75" b="1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dirty="0" sz="1200" spc="-150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Verdana"/>
                <a:cs typeface="Verdana"/>
              </a:rPr>
              <a:t>global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000" spc="-100">
                <a:solidFill>
                  <a:srgbClr val="9CA2AF"/>
                </a:solidFill>
                <a:latin typeface="Microsoft Sans Serif"/>
                <a:cs typeface="Microsoft Sans Serif"/>
              </a:rPr>
              <a:t>Tú</a:t>
            </a:r>
            <a:r>
              <a:rPr dirty="0" sz="1000" spc="1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35">
                <a:solidFill>
                  <a:srgbClr val="9CA2AF"/>
                </a:solidFill>
                <a:latin typeface="Microsoft Sans Serif"/>
                <a:cs typeface="Microsoft Sans Serif"/>
              </a:rPr>
              <a:t>defines</a:t>
            </a:r>
            <a:r>
              <a:rPr dirty="0" sz="1000" spc="-4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60">
                <a:solidFill>
                  <a:srgbClr val="9CA2AF"/>
                </a:solidFill>
                <a:latin typeface="Microsoft Sans Serif"/>
                <a:cs typeface="Microsoft Sans Serif"/>
              </a:rPr>
              <a:t>las</a:t>
            </a:r>
            <a:r>
              <a:rPr dirty="0" sz="1000" spc="-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40">
                <a:solidFill>
                  <a:srgbClr val="9CA2AF"/>
                </a:solidFill>
                <a:latin typeface="Microsoft Sans Serif"/>
                <a:cs typeface="Microsoft Sans Serif"/>
              </a:rPr>
              <a:t>condiciones.</a:t>
            </a:r>
            <a:r>
              <a:rPr dirty="0" sz="1000" spc="1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5">
                <a:solidFill>
                  <a:srgbClr val="9CA2AF"/>
                </a:solidFill>
                <a:latin typeface="Microsoft Sans Serif"/>
                <a:cs typeface="Microsoft Sans Serif"/>
              </a:rPr>
              <a:t>El</a:t>
            </a:r>
            <a:r>
              <a:rPr dirty="0" sz="1000" spc="5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45">
                <a:solidFill>
                  <a:srgbClr val="9CA2AF"/>
                </a:solidFill>
                <a:latin typeface="Microsoft Sans Serif"/>
                <a:cs typeface="Microsoft Sans Serif"/>
              </a:rPr>
              <a:t>alcance</a:t>
            </a:r>
            <a:r>
              <a:rPr dirty="0" sz="1000" spc="-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75">
                <a:solidFill>
                  <a:srgbClr val="9CA2AF"/>
                </a:solidFill>
                <a:latin typeface="Microsoft Sans Serif"/>
                <a:cs typeface="Microsoft Sans Serif"/>
              </a:rPr>
              <a:t>es</a:t>
            </a:r>
            <a:r>
              <a:rPr dirty="0" sz="1000" spc="-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0">
                <a:solidFill>
                  <a:srgbClr val="9CA2AF"/>
                </a:solidFill>
                <a:latin typeface="Microsoft Sans Serif"/>
                <a:cs typeface="Microsoft Sans Serif"/>
              </a:rPr>
              <a:t>directo</a:t>
            </a:r>
            <a:r>
              <a:rPr dirty="0" sz="1000" spc="-4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9CA2AF"/>
                </a:solidFill>
                <a:latin typeface="Microsoft Sans Serif"/>
                <a:cs typeface="Microsoft Sans Serif"/>
              </a:rPr>
              <a:t>y</a:t>
            </a:r>
            <a:r>
              <a:rPr dirty="0" sz="1000" spc="-8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9CA2AF"/>
                </a:solidFill>
                <a:latin typeface="Microsoft Sans Serif"/>
                <a:cs typeface="Microsoft Sans Serif"/>
              </a:rPr>
              <a:t>global.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173479" y="4244340"/>
            <a:ext cx="4091940" cy="868680"/>
            <a:chOff x="1173479" y="4244340"/>
            <a:chExt cx="4091940" cy="868680"/>
          </a:xfrm>
        </p:grpSpPr>
        <p:sp>
          <p:nvSpPr>
            <p:cNvPr id="15" name="object 15"/>
            <p:cNvSpPr/>
            <p:nvPr/>
          </p:nvSpPr>
          <p:spPr>
            <a:xfrm>
              <a:off x="1173479" y="4244340"/>
              <a:ext cx="4091940" cy="868680"/>
            </a:xfrm>
            <a:custGeom>
              <a:avLst/>
              <a:gdLst/>
              <a:ahLst/>
              <a:cxnLst/>
              <a:rect l="l" t="t" r="r" b="b"/>
              <a:pathLst>
                <a:path w="4091940" h="868679">
                  <a:moveTo>
                    <a:pt x="3848099" y="868679"/>
                  </a:moveTo>
                  <a:lnTo>
                    <a:pt x="243839" y="868679"/>
                  </a:lnTo>
                  <a:lnTo>
                    <a:pt x="231860" y="868387"/>
                  </a:lnTo>
                  <a:lnTo>
                    <a:pt x="184577" y="861370"/>
                  </a:lnTo>
                  <a:lnTo>
                    <a:pt x="139571" y="845263"/>
                  </a:lnTo>
                  <a:lnTo>
                    <a:pt x="98572" y="820686"/>
                  </a:lnTo>
                  <a:lnTo>
                    <a:pt x="63155" y="788583"/>
                  </a:lnTo>
                  <a:lnTo>
                    <a:pt x="34682" y="750187"/>
                  </a:lnTo>
                  <a:lnTo>
                    <a:pt x="14247" y="706974"/>
                  </a:lnTo>
                  <a:lnTo>
                    <a:pt x="2635" y="660604"/>
                  </a:lnTo>
                  <a:lnTo>
                    <a:pt x="0" y="624839"/>
                  </a:lnTo>
                  <a:lnTo>
                    <a:pt x="0" y="243839"/>
                  </a:lnTo>
                  <a:lnTo>
                    <a:pt x="4685" y="196269"/>
                  </a:lnTo>
                  <a:lnTo>
                    <a:pt x="18561" y="150526"/>
                  </a:lnTo>
                  <a:lnTo>
                    <a:pt x="41094" y="108369"/>
                  </a:lnTo>
                  <a:lnTo>
                    <a:pt x="71419" y="71419"/>
                  </a:lnTo>
                  <a:lnTo>
                    <a:pt x="108369" y="41094"/>
                  </a:lnTo>
                  <a:lnTo>
                    <a:pt x="150526" y="18561"/>
                  </a:lnTo>
                  <a:lnTo>
                    <a:pt x="196269" y="4685"/>
                  </a:lnTo>
                  <a:lnTo>
                    <a:pt x="243839" y="0"/>
                  </a:lnTo>
                  <a:lnTo>
                    <a:pt x="3848099" y="0"/>
                  </a:lnTo>
                  <a:lnTo>
                    <a:pt x="3895670" y="4685"/>
                  </a:lnTo>
                  <a:lnTo>
                    <a:pt x="3941412" y="18561"/>
                  </a:lnTo>
                  <a:lnTo>
                    <a:pt x="3983569" y="41094"/>
                  </a:lnTo>
                  <a:lnTo>
                    <a:pt x="4020520" y="71419"/>
                  </a:lnTo>
                  <a:lnTo>
                    <a:pt x="4050844" y="108369"/>
                  </a:lnTo>
                  <a:lnTo>
                    <a:pt x="4073378" y="150526"/>
                  </a:lnTo>
                  <a:lnTo>
                    <a:pt x="4087254" y="196269"/>
                  </a:lnTo>
                  <a:lnTo>
                    <a:pt x="4091939" y="243839"/>
                  </a:lnTo>
                  <a:lnTo>
                    <a:pt x="4091939" y="624839"/>
                  </a:lnTo>
                  <a:lnTo>
                    <a:pt x="4087254" y="672410"/>
                  </a:lnTo>
                  <a:lnTo>
                    <a:pt x="4073378" y="718153"/>
                  </a:lnTo>
                  <a:lnTo>
                    <a:pt x="4050844" y="760310"/>
                  </a:lnTo>
                  <a:lnTo>
                    <a:pt x="4020520" y="797260"/>
                  </a:lnTo>
                  <a:lnTo>
                    <a:pt x="3983569" y="827585"/>
                  </a:lnTo>
                  <a:lnTo>
                    <a:pt x="3941412" y="850118"/>
                  </a:lnTo>
                  <a:lnTo>
                    <a:pt x="3895670" y="863994"/>
                  </a:lnTo>
                  <a:lnTo>
                    <a:pt x="3848099" y="86867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173479" y="4244340"/>
              <a:ext cx="4091940" cy="867410"/>
            </a:xfrm>
            <a:custGeom>
              <a:avLst/>
              <a:gdLst/>
              <a:ahLst/>
              <a:cxnLst/>
              <a:rect l="l" t="t" r="r" b="b"/>
              <a:pathLst>
                <a:path w="4091940" h="867410">
                  <a:moveTo>
                    <a:pt x="3872000" y="867410"/>
                  </a:moveTo>
                  <a:lnTo>
                    <a:pt x="219939" y="867410"/>
                  </a:lnTo>
                  <a:lnTo>
                    <a:pt x="208075" y="864870"/>
                  </a:lnTo>
                  <a:lnTo>
                    <a:pt x="196269" y="863600"/>
                  </a:lnTo>
                  <a:lnTo>
                    <a:pt x="150526" y="849630"/>
                  </a:lnTo>
                  <a:lnTo>
                    <a:pt x="108369" y="826770"/>
                  </a:lnTo>
                  <a:lnTo>
                    <a:pt x="71419" y="796290"/>
                  </a:lnTo>
                  <a:lnTo>
                    <a:pt x="41094" y="759460"/>
                  </a:lnTo>
                  <a:lnTo>
                    <a:pt x="18561" y="717550"/>
                  </a:lnTo>
                  <a:lnTo>
                    <a:pt x="4685" y="671830"/>
                  </a:lnTo>
                  <a:lnTo>
                    <a:pt x="0" y="623570"/>
                  </a:lnTo>
                  <a:lnTo>
                    <a:pt x="0" y="242570"/>
                  </a:lnTo>
                  <a:lnTo>
                    <a:pt x="195" y="234950"/>
                  </a:lnTo>
                  <a:lnTo>
                    <a:pt x="292" y="231140"/>
                  </a:lnTo>
                  <a:lnTo>
                    <a:pt x="7309" y="184150"/>
                  </a:lnTo>
                  <a:lnTo>
                    <a:pt x="23416" y="138430"/>
                  </a:lnTo>
                  <a:lnTo>
                    <a:pt x="47993" y="97790"/>
                  </a:lnTo>
                  <a:lnTo>
                    <a:pt x="80096" y="62230"/>
                  </a:lnTo>
                  <a:lnTo>
                    <a:pt x="118492" y="34290"/>
                  </a:lnTo>
                  <a:lnTo>
                    <a:pt x="184577" y="6350"/>
                  </a:lnTo>
                  <a:lnTo>
                    <a:pt x="208075" y="2540"/>
                  </a:lnTo>
                  <a:lnTo>
                    <a:pt x="219939" y="0"/>
                  </a:lnTo>
                  <a:lnTo>
                    <a:pt x="3872000" y="0"/>
                  </a:lnTo>
                  <a:lnTo>
                    <a:pt x="3883864" y="2540"/>
                  </a:lnTo>
                  <a:lnTo>
                    <a:pt x="3895670" y="3810"/>
                  </a:lnTo>
                  <a:lnTo>
                    <a:pt x="3907361" y="6350"/>
                  </a:lnTo>
                  <a:lnTo>
                    <a:pt x="236103" y="6350"/>
                  </a:lnTo>
                  <a:lnTo>
                    <a:pt x="228385" y="7620"/>
                  </a:lnTo>
                  <a:lnTo>
                    <a:pt x="212987" y="8890"/>
                  </a:lnTo>
                  <a:lnTo>
                    <a:pt x="190167" y="12700"/>
                  </a:lnTo>
                  <a:lnTo>
                    <a:pt x="182672" y="15240"/>
                  </a:lnTo>
                  <a:lnTo>
                    <a:pt x="167865" y="19050"/>
                  </a:lnTo>
                  <a:lnTo>
                    <a:pt x="160590" y="21590"/>
                  </a:lnTo>
                  <a:lnTo>
                    <a:pt x="146294" y="27940"/>
                  </a:lnTo>
                  <a:lnTo>
                    <a:pt x="139309" y="31750"/>
                  </a:lnTo>
                  <a:lnTo>
                    <a:pt x="125663" y="38100"/>
                  </a:lnTo>
                  <a:lnTo>
                    <a:pt x="88003" y="66040"/>
                  </a:lnTo>
                  <a:lnTo>
                    <a:pt x="66147" y="87630"/>
                  </a:lnTo>
                  <a:lnTo>
                    <a:pt x="56331" y="99060"/>
                  </a:lnTo>
                  <a:lnTo>
                    <a:pt x="31865" y="138430"/>
                  </a:lnTo>
                  <a:lnTo>
                    <a:pt x="15545" y="181610"/>
                  </a:lnTo>
                  <a:lnTo>
                    <a:pt x="7999" y="227330"/>
                  </a:lnTo>
                  <a:lnTo>
                    <a:pt x="7620" y="234950"/>
                  </a:lnTo>
                  <a:lnTo>
                    <a:pt x="7620" y="632460"/>
                  </a:lnTo>
                  <a:lnTo>
                    <a:pt x="13668" y="678180"/>
                  </a:lnTo>
                  <a:lnTo>
                    <a:pt x="28561" y="721360"/>
                  </a:lnTo>
                  <a:lnTo>
                    <a:pt x="51728" y="762000"/>
                  </a:lnTo>
                  <a:lnTo>
                    <a:pt x="66147" y="779780"/>
                  </a:lnTo>
                  <a:lnTo>
                    <a:pt x="71336" y="786130"/>
                  </a:lnTo>
                  <a:lnTo>
                    <a:pt x="99964" y="811530"/>
                  </a:lnTo>
                  <a:lnTo>
                    <a:pt x="139309" y="835660"/>
                  </a:lnTo>
                  <a:lnTo>
                    <a:pt x="146294" y="839470"/>
                  </a:lnTo>
                  <a:lnTo>
                    <a:pt x="160590" y="845820"/>
                  </a:lnTo>
                  <a:lnTo>
                    <a:pt x="167865" y="848360"/>
                  </a:lnTo>
                  <a:lnTo>
                    <a:pt x="182672" y="852170"/>
                  </a:lnTo>
                  <a:lnTo>
                    <a:pt x="190167" y="854710"/>
                  </a:lnTo>
                  <a:lnTo>
                    <a:pt x="212987" y="858520"/>
                  </a:lnTo>
                  <a:lnTo>
                    <a:pt x="228385" y="859790"/>
                  </a:lnTo>
                  <a:lnTo>
                    <a:pt x="3911202" y="859790"/>
                  </a:lnTo>
                  <a:lnTo>
                    <a:pt x="3907361" y="861060"/>
                  </a:lnTo>
                  <a:lnTo>
                    <a:pt x="3895670" y="863600"/>
                  </a:lnTo>
                  <a:lnTo>
                    <a:pt x="3883864" y="864870"/>
                  </a:lnTo>
                  <a:lnTo>
                    <a:pt x="3872000" y="867410"/>
                  </a:lnTo>
                  <a:close/>
                </a:path>
                <a:path w="4091940" h="867410">
                  <a:moveTo>
                    <a:pt x="3911202" y="859790"/>
                  </a:moveTo>
                  <a:lnTo>
                    <a:pt x="3863554" y="859790"/>
                  </a:lnTo>
                  <a:lnTo>
                    <a:pt x="3878952" y="858520"/>
                  </a:lnTo>
                  <a:lnTo>
                    <a:pt x="3901771" y="854710"/>
                  </a:lnTo>
                  <a:lnTo>
                    <a:pt x="3909267" y="852170"/>
                  </a:lnTo>
                  <a:lnTo>
                    <a:pt x="3924073" y="848360"/>
                  </a:lnTo>
                  <a:lnTo>
                    <a:pt x="3931349" y="845820"/>
                  </a:lnTo>
                  <a:lnTo>
                    <a:pt x="3945644" y="839470"/>
                  </a:lnTo>
                  <a:lnTo>
                    <a:pt x="3952629" y="835660"/>
                  </a:lnTo>
                  <a:lnTo>
                    <a:pt x="3966275" y="829310"/>
                  </a:lnTo>
                  <a:lnTo>
                    <a:pt x="4003936" y="801370"/>
                  </a:lnTo>
                  <a:lnTo>
                    <a:pt x="4025792" y="779780"/>
                  </a:lnTo>
                  <a:lnTo>
                    <a:pt x="4035608" y="768350"/>
                  </a:lnTo>
                  <a:lnTo>
                    <a:pt x="4060074" y="728980"/>
                  </a:lnTo>
                  <a:lnTo>
                    <a:pt x="4076394" y="685800"/>
                  </a:lnTo>
                  <a:lnTo>
                    <a:pt x="4083940" y="640080"/>
                  </a:lnTo>
                  <a:lnTo>
                    <a:pt x="4084319" y="632460"/>
                  </a:lnTo>
                  <a:lnTo>
                    <a:pt x="4084319" y="234950"/>
                  </a:lnTo>
                  <a:lnTo>
                    <a:pt x="4078271" y="189230"/>
                  </a:lnTo>
                  <a:lnTo>
                    <a:pt x="4063377" y="146050"/>
                  </a:lnTo>
                  <a:lnTo>
                    <a:pt x="4040211" y="105410"/>
                  </a:lnTo>
                  <a:lnTo>
                    <a:pt x="4025792" y="87630"/>
                  </a:lnTo>
                  <a:lnTo>
                    <a:pt x="4020602" y="81280"/>
                  </a:lnTo>
                  <a:lnTo>
                    <a:pt x="3991975" y="55880"/>
                  </a:lnTo>
                  <a:lnTo>
                    <a:pt x="3952629" y="31750"/>
                  </a:lnTo>
                  <a:lnTo>
                    <a:pt x="3945644" y="27940"/>
                  </a:lnTo>
                  <a:lnTo>
                    <a:pt x="3931349" y="21590"/>
                  </a:lnTo>
                  <a:lnTo>
                    <a:pt x="3924073" y="19050"/>
                  </a:lnTo>
                  <a:lnTo>
                    <a:pt x="3909267" y="15240"/>
                  </a:lnTo>
                  <a:lnTo>
                    <a:pt x="3901771" y="12700"/>
                  </a:lnTo>
                  <a:lnTo>
                    <a:pt x="3878952" y="8890"/>
                  </a:lnTo>
                  <a:lnTo>
                    <a:pt x="3863554" y="7620"/>
                  </a:lnTo>
                  <a:lnTo>
                    <a:pt x="3855836" y="6350"/>
                  </a:lnTo>
                  <a:lnTo>
                    <a:pt x="3907361" y="6350"/>
                  </a:lnTo>
                  <a:lnTo>
                    <a:pt x="3941412" y="17780"/>
                  </a:lnTo>
                  <a:lnTo>
                    <a:pt x="3983569" y="40640"/>
                  </a:lnTo>
                  <a:lnTo>
                    <a:pt x="4020520" y="71120"/>
                  </a:lnTo>
                  <a:lnTo>
                    <a:pt x="4050844" y="107950"/>
                  </a:lnTo>
                  <a:lnTo>
                    <a:pt x="4073378" y="149860"/>
                  </a:lnTo>
                  <a:lnTo>
                    <a:pt x="4087254" y="195580"/>
                  </a:lnTo>
                  <a:lnTo>
                    <a:pt x="4091939" y="242570"/>
                  </a:lnTo>
                  <a:lnTo>
                    <a:pt x="4091939" y="623570"/>
                  </a:lnTo>
                  <a:lnTo>
                    <a:pt x="4087254" y="671830"/>
                  </a:lnTo>
                  <a:lnTo>
                    <a:pt x="4073378" y="717550"/>
                  </a:lnTo>
                  <a:lnTo>
                    <a:pt x="4050844" y="759460"/>
                  </a:lnTo>
                  <a:lnTo>
                    <a:pt x="4020520" y="796290"/>
                  </a:lnTo>
                  <a:lnTo>
                    <a:pt x="3983569" y="826770"/>
                  </a:lnTo>
                  <a:lnTo>
                    <a:pt x="3941412" y="849630"/>
                  </a:lnTo>
                  <a:lnTo>
                    <a:pt x="3911202" y="85979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55824" y="4495166"/>
              <a:ext cx="153670" cy="15367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642983" y="4355680"/>
            <a:ext cx="3154680" cy="536575"/>
          </a:xfrm>
          <a:prstGeom prst="rect">
            <a:avLst/>
          </a:prstGeom>
        </p:spPr>
        <p:txBody>
          <a:bodyPr wrap="square" lIns="0" tIns="109220" rIns="0" bIns="0" rtlCol="0" vert="horz">
            <a:spAutoFit/>
          </a:bodyPr>
          <a:lstStyle/>
          <a:p>
            <a:pPr marL="763905">
              <a:lnSpc>
                <a:spcPct val="100000"/>
              </a:lnSpc>
              <a:spcBef>
                <a:spcPts val="860"/>
              </a:spcBef>
            </a:pPr>
            <a:r>
              <a:rPr dirty="0" sz="1200" spc="-140" b="1">
                <a:solidFill>
                  <a:srgbClr val="FFFFFF"/>
                </a:solidFill>
                <a:latin typeface="Verdana"/>
                <a:cs typeface="Verdana"/>
              </a:rPr>
              <a:t>Se</a:t>
            </a:r>
            <a:r>
              <a:rPr dirty="0" sz="1200" spc="-120" b="1">
                <a:solidFill>
                  <a:srgbClr val="FFFFFF"/>
                </a:solidFill>
                <a:latin typeface="Verdana"/>
                <a:cs typeface="Verdana"/>
              </a:rPr>
              <a:t> puede</a:t>
            </a:r>
            <a:r>
              <a:rPr dirty="0" sz="1200" spc="-100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135" b="1">
                <a:solidFill>
                  <a:srgbClr val="FFFFFF"/>
                </a:solidFill>
                <a:latin typeface="Verdana"/>
                <a:cs typeface="Verdana"/>
              </a:rPr>
              <a:t>vender</a:t>
            </a:r>
            <a:r>
              <a:rPr dirty="0" sz="1200" spc="-7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145" b="1">
                <a:solidFill>
                  <a:srgbClr val="FFFFFF"/>
                </a:solidFill>
                <a:latin typeface="Verdana"/>
                <a:cs typeface="Verdana"/>
              </a:rPr>
              <a:t>más</a:t>
            </a:r>
            <a:r>
              <a:rPr dirty="0" sz="1200" spc="-100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Verdana"/>
                <a:cs typeface="Verdana"/>
              </a:rPr>
              <a:t>fácil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000" spc="-35">
                <a:solidFill>
                  <a:srgbClr val="9CA2AF"/>
                </a:solidFill>
                <a:latin typeface="Microsoft Sans Serif"/>
                <a:cs typeface="Microsoft Sans Serif"/>
              </a:rPr>
              <a:t>Negociando</a:t>
            </a:r>
            <a:r>
              <a:rPr dirty="0" sz="1000" spc="-3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0">
                <a:solidFill>
                  <a:srgbClr val="9CA2AF"/>
                </a:solidFill>
                <a:latin typeface="Microsoft Sans Serif"/>
                <a:cs typeface="Microsoft Sans Serif"/>
              </a:rPr>
              <a:t>tus</a:t>
            </a:r>
            <a:r>
              <a:rPr dirty="0" sz="1000" spc="-2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40">
                <a:solidFill>
                  <a:srgbClr val="9CA2AF"/>
                </a:solidFill>
                <a:latin typeface="Microsoft Sans Serif"/>
                <a:cs typeface="Microsoft Sans Serif"/>
              </a:rPr>
              <a:t>activos</a:t>
            </a:r>
            <a:r>
              <a:rPr dirty="0" sz="1000" spc="-2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45">
                <a:solidFill>
                  <a:srgbClr val="9CA2AF"/>
                </a:solidFill>
                <a:latin typeface="Microsoft Sans Serif"/>
                <a:cs typeface="Microsoft Sans Serif"/>
              </a:rPr>
              <a:t>en</a:t>
            </a:r>
            <a:r>
              <a:rPr dirty="0" sz="1000" spc="2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35">
                <a:solidFill>
                  <a:srgbClr val="9CA2AF"/>
                </a:solidFill>
                <a:latin typeface="Microsoft Sans Serif"/>
                <a:cs typeface="Microsoft Sans Serif"/>
              </a:rPr>
              <a:t>mercados</a:t>
            </a:r>
            <a:r>
              <a:rPr dirty="0" sz="1000" spc="-2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40">
                <a:solidFill>
                  <a:srgbClr val="9CA2AF"/>
                </a:solidFill>
                <a:latin typeface="Microsoft Sans Serif"/>
                <a:cs typeface="Microsoft Sans Serif"/>
              </a:rPr>
              <a:t>privados</a:t>
            </a:r>
            <a:r>
              <a:rPr dirty="0" sz="1000" spc="-2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40">
                <a:solidFill>
                  <a:srgbClr val="9CA2AF"/>
                </a:solidFill>
                <a:latin typeface="Microsoft Sans Serif"/>
                <a:cs typeface="Microsoft Sans Serif"/>
              </a:rPr>
              <a:t>o</a:t>
            </a:r>
            <a:r>
              <a:rPr dirty="0" sz="1000" spc="-2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9CA2AF"/>
                </a:solidFill>
                <a:latin typeface="Microsoft Sans Serif"/>
                <a:cs typeface="Microsoft Sans Serif"/>
              </a:rPr>
              <a:t>regulados.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417819" y="4244340"/>
            <a:ext cx="4099560" cy="868680"/>
            <a:chOff x="5417819" y="4244340"/>
            <a:chExt cx="4099560" cy="868680"/>
          </a:xfrm>
        </p:grpSpPr>
        <p:sp>
          <p:nvSpPr>
            <p:cNvPr id="20" name="object 20"/>
            <p:cNvSpPr/>
            <p:nvPr/>
          </p:nvSpPr>
          <p:spPr>
            <a:xfrm>
              <a:off x="5417819" y="4244340"/>
              <a:ext cx="4099560" cy="868680"/>
            </a:xfrm>
            <a:custGeom>
              <a:avLst/>
              <a:gdLst/>
              <a:ahLst/>
              <a:cxnLst/>
              <a:rect l="l" t="t" r="r" b="b"/>
              <a:pathLst>
                <a:path w="4099559" h="868679">
                  <a:moveTo>
                    <a:pt x="3855719" y="868679"/>
                  </a:moveTo>
                  <a:lnTo>
                    <a:pt x="243839" y="868679"/>
                  </a:lnTo>
                  <a:lnTo>
                    <a:pt x="231860" y="868387"/>
                  </a:lnTo>
                  <a:lnTo>
                    <a:pt x="184577" y="861370"/>
                  </a:lnTo>
                  <a:lnTo>
                    <a:pt x="139571" y="845263"/>
                  </a:lnTo>
                  <a:lnTo>
                    <a:pt x="98572" y="820686"/>
                  </a:lnTo>
                  <a:lnTo>
                    <a:pt x="63155" y="788583"/>
                  </a:lnTo>
                  <a:lnTo>
                    <a:pt x="34682" y="750187"/>
                  </a:lnTo>
                  <a:lnTo>
                    <a:pt x="14247" y="706974"/>
                  </a:lnTo>
                  <a:lnTo>
                    <a:pt x="2635" y="660604"/>
                  </a:lnTo>
                  <a:lnTo>
                    <a:pt x="0" y="624839"/>
                  </a:lnTo>
                  <a:lnTo>
                    <a:pt x="0" y="243839"/>
                  </a:lnTo>
                  <a:lnTo>
                    <a:pt x="4685" y="196269"/>
                  </a:lnTo>
                  <a:lnTo>
                    <a:pt x="18561" y="150526"/>
                  </a:lnTo>
                  <a:lnTo>
                    <a:pt x="41094" y="108369"/>
                  </a:lnTo>
                  <a:lnTo>
                    <a:pt x="71419" y="71419"/>
                  </a:lnTo>
                  <a:lnTo>
                    <a:pt x="108369" y="41094"/>
                  </a:lnTo>
                  <a:lnTo>
                    <a:pt x="150526" y="18561"/>
                  </a:lnTo>
                  <a:lnTo>
                    <a:pt x="196269" y="4685"/>
                  </a:lnTo>
                  <a:lnTo>
                    <a:pt x="243839" y="0"/>
                  </a:lnTo>
                  <a:lnTo>
                    <a:pt x="3855719" y="0"/>
                  </a:lnTo>
                  <a:lnTo>
                    <a:pt x="3903290" y="4685"/>
                  </a:lnTo>
                  <a:lnTo>
                    <a:pt x="3949032" y="18561"/>
                  </a:lnTo>
                  <a:lnTo>
                    <a:pt x="3991189" y="41094"/>
                  </a:lnTo>
                  <a:lnTo>
                    <a:pt x="4028140" y="71419"/>
                  </a:lnTo>
                  <a:lnTo>
                    <a:pt x="4058464" y="108369"/>
                  </a:lnTo>
                  <a:lnTo>
                    <a:pt x="4080998" y="150526"/>
                  </a:lnTo>
                  <a:lnTo>
                    <a:pt x="4094874" y="196269"/>
                  </a:lnTo>
                  <a:lnTo>
                    <a:pt x="4099559" y="243839"/>
                  </a:lnTo>
                  <a:lnTo>
                    <a:pt x="4099559" y="624839"/>
                  </a:lnTo>
                  <a:lnTo>
                    <a:pt x="4094874" y="672410"/>
                  </a:lnTo>
                  <a:lnTo>
                    <a:pt x="4080998" y="718153"/>
                  </a:lnTo>
                  <a:lnTo>
                    <a:pt x="4058464" y="760310"/>
                  </a:lnTo>
                  <a:lnTo>
                    <a:pt x="4028140" y="797260"/>
                  </a:lnTo>
                  <a:lnTo>
                    <a:pt x="3991189" y="827585"/>
                  </a:lnTo>
                  <a:lnTo>
                    <a:pt x="3949032" y="850118"/>
                  </a:lnTo>
                  <a:lnTo>
                    <a:pt x="3903290" y="863994"/>
                  </a:lnTo>
                  <a:lnTo>
                    <a:pt x="3855719" y="86867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5417819" y="4244340"/>
              <a:ext cx="4099560" cy="867410"/>
            </a:xfrm>
            <a:custGeom>
              <a:avLst/>
              <a:gdLst/>
              <a:ahLst/>
              <a:cxnLst/>
              <a:rect l="l" t="t" r="r" b="b"/>
              <a:pathLst>
                <a:path w="4099559" h="867410">
                  <a:moveTo>
                    <a:pt x="3879620" y="867410"/>
                  </a:moveTo>
                  <a:lnTo>
                    <a:pt x="219939" y="867410"/>
                  </a:lnTo>
                  <a:lnTo>
                    <a:pt x="208075" y="864870"/>
                  </a:lnTo>
                  <a:lnTo>
                    <a:pt x="196269" y="863600"/>
                  </a:lnTo>
                  <a:lnTo>
                    <a:pt x="150526" y="849630"/>
                  </a:lnTo>
                  <a:lnTo>
                    <a:pt x="108369" y="826770"/>
                  </a:lnTo>
                  <a:lnTo>
                    <a:pt x="71419" y="796290"/>
                  </a:lnTo>
                  <a:lnTo>
                    <a:pt x="41094" y="759460"/>
                  </a:lnTo>
                  <a:lnTo>
                    <a:pt x="18561" y="717550"/>
                  </a:lnTo>
                  <a:lnTo>
                    <a:pt x="4685" y="671830"/>
                  </a:lnTo>
                  <a:lnTo>
                    <a:pt x="0" y="623570"/>
                  </a:lnTo>
                  <a:lnTo>
                    <a:pt x="0" y="242570"/>
                  </a:lnTo>
                  <a:lnTo>
                    <a:pt x="4685" y="195580"/>
                  </a:lnTo>
                  <a:lnTo>
                    <a:pt x="18561" y="149860"/>
                  </a:lnTo>
                  <a:lnTo>
                    <a:pt x="41094" y="107950"/>
                  </a:lnTo>
                  <a:lnTo>
                    <a:pt x="71419" y="71120"/>
                  </a:lnTo>
                  <a:lnTo>
                    <a:pt x="108369" y="40640"/>
                  </a:lnTo>
                  <a:lnTo>
                    <a:pt x="150526" y="17780"/>
                  </a:lnTo>
                  <a:lnTo>
                    <a:pt x="196269" y="3810"/>
                  </a:lnTo>
                  <a:lnTo>
                    <a:pt x="208075" y="2540"/>
                  </a:lnTo>
                  <a:lnTo>
                    <a:pt x="219939" y="0"/>
                  </a:lnTo>
                  <a:lnTo>
                    <a:pt x="3879620" y="0"/>
                  </a:lnTo>
                  <a:lnTo>
                    <a:pt x="3891484" y="2540"/>
                  </a:lnTo>
                  <a:lnTo>
                    <a:pt x="3903290" y="3810"/>
                  </a:lnTo>
                  <a:lnTo>
                    <a:pt x="3914982" y="6350"/>
                  </a:lnTo>
                  <a:lnTo>
                    <a:pt x="236103" y="6350"/>
                  </a:lnTo>
                  <a:lnTo>
                    <a:pt x="228385" y="7620"/>
                  </a:lnTo>
                  <a:lnTo>
                    <a:pt x="212987" y="8890"/>
                  </a:lnTo>
                  <a:lnTo>
                    <a:pt x="190167" y="12700"/>
                  </a:lnTo>
                  <a:lnTo>
                    <a:pt x="182672" y="15240"/>
                  </a:lnTo>
                  <a:lnTo>
                    <a:pt x="167865" y="19050"/>
                  </a:lnTo>
                  <a:lnTo>
                    <a:pt x="160590" y="21590"/>
                  </a:lnTo>
                  <a:lnTo>
                    <a:pt x="146294" y="27940"/>
                  </a:lnTo>
                  <a:lnTo>
                    <a:pt x="139309" y="31750"/>
                  </a:lnTo>
                  <a:lnTo>
                    <a:pt x="125663" y="38100"/>
                  </a:lnTo>
                  <a:lnTo>
                    <a:pt x="88003" y="66040"/>
                  </a:lnTo>
                  <a:lnTo>
                    <a:pt x="66147" y="87630"/>
                  </a:lnTo>
                  <a:lnTo>
                    <a:pt x="56331" y="99060"/>
                  </a:lnTo>
                  <a:lnTo>
                    <a:pt x="31865" y="138430"/>
                  </a:lnTo>
                  <a:lnTo>
                    <a:pt x="15545" y="181610"/>
                  </a:lnTo>
                  <a:lnTo>
                    <a:pt x="7999" y="227330"/>
                  </a:lnTo>
                  <a:lnTo>
                    <a:pt x="7619" y="234950"/>
                  </a:lnTo>
                  <a:lnTo>
                    <a:pt x="7619" y="632460"/>
                  </a:lnTo>
                  <a:lnTo>
                    <a:pt x="13668" y="678180"/>
                  </a:lnTo>
                  <a:lnTo>
                    <a:pt x="28561" y="721360"/>
                  </a:lnTo>
                  <a:lnTo>
                    <a:pt x="51728" y="762000"/>
                  </a:lnTo>
                  <a:lnTo>
                    <a:pt x="66147" y="779780"/>
                  </a:lnTo>
                  <a:lnTo>
                    <a:pt x="71336" y="786130"/>
                  </a:lnTo>
                  <a:lnTo>
                    <a:pt x="99964" y="811530"/>
                  </a:lnTo>
                  <a:lnTo>
                    <a:pt x="139309" y="835660"/>
                  </a:lnTo>
                  <a:lnTo>
                    <a:pt x="146294" y="839470"/>
                  </a:lnTo>
                  <a:lnTo>
                    <a:pt x="160590" y="845820"/>
                  </a:lnTo>
                  <a:lnTo>
                    <a:pt x="167865" y="848360"/>
                  </a:lnTo>
                  <a:lnTo>
                    <a:pt x="182672" y="852170"/>
                  </a:lnTo>
                  <a:lnTo>
                    <a:pt x="190167" y="854710"/>
                  </a:lnTo>
                  <a:lnTo>
                    <a:pt x="212987" y="858520"/>
                  </a:lnTo>
                  <a:lnTo>
                    <a:pt x="228385" y="859790"/>
                  </a:lnTo>
                  <a:lnTo>
                    <a:pt x="3918822" y="859790"/>
                  </a:lnTo>
                  <a:lnTo>
                    <a:pt x="3914982" y="861060"/>
                  </a:lnTo>
                  <a:lnTo>
                    <a:pt x="3903290" y="863600"/>
                  </a:lnTo>
                  <a:lnTo>
                    <a:pt x="3891484" y="864870"/>
                  </a:lnTo>
                  <a:lnTo>
                    <a:pt x="3879620" y="867410"/>
                  </a:lnTo>
                  <a:close/>
                </a:path>
                <a:path w="4099559" h="867410">
                  <a:moveTo>
                    <a:pt x="3918822" y="859790"/>
                  </a:moveTo>
                  <a:lnTo>
                    <a:pt x="3871174" y="859790"/>
                  </a:lnTo>
                  <a:lnTo>
                    <a:pt x="3886572" y="858520"/>
                  </a:lnTo>
                  <a:lnTo>
                    <a:pt x="3909391" y="854710"/>
                  </a:lnTo>
                  <a:lnTo>
                    <a:pt x="3916887" y="852170"/>
                  </a:lnTo>
                  <a:lnTo>
                    <a:pt x="3931694" y="848360"/>
                  </a:lnTo>
                  <a:lnTo>
                    <a:pt x="3938969" y="845820"/>
                  </a:lnTo>
                  <a:lnTo>
                    <a:pt x="3953265" y="839470"/>
                  </a:lnTo>
                  <a:lnTo>
                    <a:pt x="3960250" y="835660"/>
                  </a:lnTo>
                  <a:lnTo>
                    <a:pt x="3973896" y="829310"/>
                  </a:lnTo>
                  <a:lnTo>
                    <a:pt x="4011556" y="801370"/>
                  </a:lnTo>
                  <a:lnTo>
                    <a:pt x="4033412" y="779780"/>
                  </a:lnTo>
                  <a:lnTo>
                    <a:pt x="4043228" y="768350"/>
                  </a:lnTo>
                  <a:lnTo>
                    <a:pt x="4067693" y="728980"/>
                  </a:lnTo>
                  <a:lnTo>
                    <a:pt x="4084013" y="685800"/>
                  </a:lnTo>
                  <a:lnTo>
                    <a:pt x="4091561" y="640080"/>
                  </a:lnTo>
                  <a:lnTo>
                    <a:pt x="4091940" y="632460"/>
                  </a:lnTo>
                  <a:lnTo>
                    <a:pt x="4091940" y="234950"/>
                  </a:lnTo>
                  <a:lnTo>
                    <a:pt x="4085891" y="189230"/>
                  </a:lnTo>
                  <a:lnTo>
                    <a:pt x="4070997" y="146050"/>
                  </a:lnTo>
                  <a:lnTo>
                    <a:pt x="4047831" y="105410"/>
                  </a:lnTo>
                  <a:lnTo>
                    <a:pt x="4033412" y="87630"/>
                  </a:lnTo>
                  <a:lnTo>
                    <a:pt x="4028223" y="81280"/>
                  </a:lnTo>
                  <a:lnTo>
                    <a:pt x="3999596" y="55880"/>
                  </a:lnTo>
                  <a:lnTo>
                    <a:pt x="3960250" y="31750"/>
                  </a:lnTo>
                  <a:lnTo>
                    <a:pt x="3953265" y="27940"/>
                  </a:lnTo>
                  <a:lnTo>
                    <a:pt x="3938969" y="21590"/>
                  </a:lnTo>
                  <a:lnTo>
                    <a:pt x="3931694" y="19050"/>
                  </a:lnTo>
                  <a:lnTo>
                    <a:pt x="3916887" y="15240"/>
                  </a:lnTo>
                  <a:lnTo>
                    <a:pt x="3909391" y="12700"/>
                  </a:lnTo>
                  <a:lnTo>
                    <a:pt x="3886572" y="8890"/>
                  </a:lnTo>
                  <a:lnTo>
                    <a:pt x="3871174" y="7620"/>
                  </a:lnTo>
                  <a:lnTo>
                    <a:pt x="3863456" y="6350"/>
                  </a:lnTo>
                  <a:lnTo>
                    <a:pt x="3914982" y="6350"/>
                  </a:lnTo>
                  <a:lnTo>
                    <a:pt x="3949032" y="17780"/>
                  </a:lnTo>
                  <a:lnTo>
                    <a:pt x="3991189" y="40640"/>
                  </a:lnTo>
                  <a:lnTo>
                    <a:pt x="4028140" y="71120"/>
                  </a:lnTo>
                  <a:lnTo>
                    <a:pt x="4058464" y="107950"/>
                  </a:lnTo>
                  <a:lnTo>
                    <a:pt x="4080998" y="149860"/>
                  </a:lnTo>
                  <a:lnTo>
                    <a:pt x="4094874" y="195580"/>
                  </a:lnTo>
                  <a:lnTo>
                    <a:pt x="4099559" y="242570"/>
                  </a:lnTo>
                  <a:lnTo>
                    <a:pt x="4099559" y="623570"/>
                  </a:lnTo>
                  <a:lnTo>
                    <a:pt x="4094874" y="671830"/>
                  </a:lnTo>
                  <a:lnTo>
                    <a:pt x="4080998" y="717550"/>
                  </a:lnTo>
                  <a:lnTo>
                    <a:pt x="4058464" y="759460"/>
                  </a:lnTo>
                  <a:lnTo>
                    <a:pt x="4028140" y="796290"/>
                  </a:lnTo>
                  <a:lnTo>
                    <a:pt x="3991189" y="826770"/>
                  </a:lnTo>
                  <a:lnTo>
                    <a:pt x="3949032" y="849630"/>
                  </a:lnTo>
                  <a:lnTo>
                    <a:pt x="3918822" y="85979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23024" y="4495166"/>
              <a:ext cx="153670" cy="15367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6026744" y="4355680"/>
            <a:ext cx="2878455" cy="536575"/>
          </a:xfrm>
          <a:prstGeom prst="rect">
            <a:avLst/>
          </a:prstGeom>
        </p:spPr>
        <p:txBody>
          <a:bodyPr wrap="square" lIns="0" tIns="109220" rIns="0" bIns="0" rtlCol="0" vert="horz">
            <a:spAutoFit/>
          </a:bodyPr>
          <a:lstStyle/>
          <a:p>
            <a:pPr marL="647700">
              <a:lnSpc>
                <a:spcPct val="100000"/>
              </a:lnSpc>
              <a:spcBef>
                <a:spcPts val="860"/>
              </a:spcBef>
            </a:pPr>
            <a:r>
              <a:rPr dirty="0" sz="1200" spc="-110" b="1">
                <a:solidFill>
                  <a:srgbClr val="FFFFFF"/>
                </a:solidFill>
                <a:latin typeface="Verdana"/>
                <a:cs typeface="Verdana"/>
              </a:rPr>
              <a:t>Eficiencia</a:t>
            </a:r>
            <a:r>
              <a:rPr dirty="0" sz="1200" spc="-40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75" b="1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dirty="0" sz="1200" spc="-140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55" b="1">
                <a:solidFill>
                  <a:srgbClr val="FFFFFF"/>
                </a:solidFill>
                <a:latin typeface="Verdana"/>
                <a:cs typeface="Verdana"/>
              </a:rPr>
              <a:t>transparencia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000" spc="-50">
                <a:solidFill>
                  <a:srgbClr val="9CA2AF"/>
                </a:solidFill>
                <a:latin typeface="Microsoft Sans Serif"/>
                <a:cs typeface="Microsoft Sans Serif"/>
              </a:rPr>
              <a:t>Ahorras</a:t>
            </a:r>
            <a:r>
              <a:rPr dirty="0" sz="1000" spc="-3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9CA2AF"/>
                </a:solidFill>
                <a:latin typeface="Microsoft Sans Serif"/>
                <a:cs typeface="Microsoft Sans Serif"/>
              </a:rPr>
              <a:t>tiempo</a:t>
            </a:r>
            <a:r>
              <a:rPr dirty="0" sz="1000" spc="-2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9CA2AF"/>
                </a:solidFill>
                <a:latin typeface="Microsoft Sans Serif"/>
                <a:cs typeface="Microsoft Sans Serif"/>
              </a:rPr>
              <a:t>y</a:t>
            </a:r>
            <a:r>
              <a:rPr dirty="0" sz="1000" spc="-7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55">
                <a:solidFill>
                  <a:srgbClr val="9CA2AF"/>
                </a:solidFill>
                <a:latin typeface="Microsoft Sans Serif"/>
                <a:cs typeface="Microsoft Sans Serif"/>
              </a:rPr>
              <a:t>costes</a:t>
            </a:r>
            <a:r>
              <a:rPr dirty="0" sz="1000" spc="-3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40">
                <a:solidFill>
                  <a:srgbClr val="9CA2AF"/>
                </a:solidFill>
                <a:latin typeface="Microsoft Sans Serif"/>
                <a:cs typeface="Microsoft Sans Serif"/>
              </a:rPr>
              <a:t>con</a:t>
            </a:r>
            <a:r>
              <a:rPr dirty="0" sz="1000" spc="2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55">
                <a:solidFill>
                  <a:srgbClr val="9CA2AF"/>
                </a:solidFill>
                <a:latin typeface="Microsoft Sans Serif"/>
                <a:cs typeface="Microsoft Sans Serif"/>
              </a:rPr>
              <a:t>procesos</a:t>
            </a:r>
            <a:r>
              <a:rPr dirty="0" sz="1000" spc="-2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9CA2AF"/>
                </a:solidFill>
                <a:latin typeface="Microsoft Sans Serif"/>
                <a:cs typeface="Microsoft Sans Serif"/>
              </a:rPr>
              <a:t>automatizados.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90306" y="1824937"/>
            <a:ext cx="697230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0" b="1">
                <a:solidFill>
                  <a:srgbClr val="1754B9"/>
                </a:solidFill>
                <a:latin typeface="Georgia"/>
                <a:cs typeface="Georgia"/>
              </a:rPr>
              <a:t>T</a:t>
            </a:r>
            <a:r>
              <a:rPr dirty="0" sz="750" spc="-7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229" b="1">
                <a:solidFill>
                  <a:srgbClr val="1754B9"/>
                </a:solidFill>
                <a:latin typeface="Georgia"/>
                <a:cs typeface="Georgia"/>
              </a:rPr>
              <a:t>O</a:t>
            </a:r>
            <a:r>
              <a:rPr dirty="0" sz="750" spc="-5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95" b="1">
                <a:solidFill>
                  <a:srgbClr val="1754B9"/>
                </a:solidFill>
                <a:latin typeface="Georgia"/>
                <a:cs typeface="Georgia"/>
              </a:rPr>
              <a:t>K</a:t>
            </a:r>
            <a:r>
              <a:rPr dirty="0" sz="750" spc="-8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50" b="1">
                <a:solidFill>
                  <a:srgbClr val="1754B9"/>
                </a:solidFill>
                <a:latin typeface="Georgia"/>
                <a:cs typeface="Georgia"/>
              </a:rPr>
              <a:t>E</a:t>
            </a:r>
            <a:r>
              <a:rPr dirty="0" sz="750" spc="-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0" b="1">
                <a:solidFill>
                  <a:srgbClr val="1754B9"/>
                </a:solidFill>
                <a:latin typeface="Georgia"/>
                <a:cs typeface="Georgia"/>
              </a:rPr>
              <a:t>N</a:t>
            </a:r>
            <a:r>
              <a:rPr dirty="0" sz="750" spc="3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40" b="1">
                <a:solidFill>
                  <a:srgbClr val="1754B9"/>
                </a:solidFill>
                <a:latin typeface="Georgia"/>
                <a:cs typeface="Georgia"/>
              </a:rPr>
              <a:t>C</a:t>
            </a:r>
            <a:r>
              <a:rPr dirty="0" sz="750" spc="-5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b="1">
                <a:solidFill>
                  <a:srgbClr val="1754B9"/>
                </a:solidFill>
                <a:latin typeface="Georgia"/>
                <a:cs typeface="Georgia"/>
              </a:rPr>
              <a:t>I</a:t>
            </a:r>
            <a:r>
              <a:rPr dirty="0" sz="750" spc="-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00" b="1">
                <a:solidFill>
                  <a:srgbClr val="1754B9"/>
                </a:solidFill>
                <a:latin typeface="Georgia"/>
                <a:cs typeface="Georgia"/>
              </a:rPr>
              <a:t>T</a:t>
            </a:r>
            <a:r>
              <a:rPr dirty="0" sz="750" spc="-7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50" b="1">
                <a:solidFill>
                  <a:srgbClr val="1754B9"/>
                </a:solidFill>
                <a:latin typeface="Georgia"/>
                <a:cs typeface="Georgia"/>
              </a:rPr>
              <a:t>Y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622153" y="1924979"/>
            <a:ext cx="5460365" cy="5899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70"/>
              <a:t>¿Por</a:t>
            </a:r>
            <a:r>
              <a:rPr dirty="0" spc="-245"/>
              <a:t> </a:t>
            </a:r>
            <a:r>
              <a:rPr dirty="0" spc="-10"/>
              <a:t>qué</a:t>
            </a:r>
            <a:r>
              <a:rPr dirty="0" spc="-290"/>
              <a:t> </a:t>
            </a:r>
            <a:r>
              <a:rPr dirty="0" spc="-125"/>
              <a:t>con</a:t>
            </a:r>
            <a:r>
              <a:rPr dirty="0" spc="-180"/>
              <a:t> </a:t>
            </a:r>
            <a:r>
              <a:rPr dirty="0" spc="-140"/>
              <a:t>Token</a:t>
            </a:r>
            <a:r>
              <a:rPr dirty="0" spc="-180"/>
              <a:t> </a:t>
            </a:r>
            <a:r>
              <a:rPr dirty="0" spc="-80"/>
              <a:t>City?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53439" y="2773677"/>
            <a:ext cx="4396740" cy="2788920"/>
            <a:chOff x="853439" y="2773677"/>
            <a:chExt cx="4396740" cy="2788920"/>
          </a:xfrm>
        </p:grpSpPr>
        <p:sp>
          <p:nvSpPr>
            <p:cNvPr id="5" name="object 5"/>
            <p:cNvSpPr/>
            <p:nvPr/>
          </p:nvSpPr>
          <p:spPr>
            <a:xfrm>
              <a:off x="853439" y="2773677"/>
              <a:ext cx="4396740" cy="2788920"/>
            </a:xfrm>
            <a:custGeom>
              <a:avLst/>
              <a:gdLst/>
              <a:ahLst/>
              <a:cxnLst/>
              <a:rect l="l" t="t" r="r" b="b"/>
              <a:pathLst>
                <a:path w="4396740" h="2788920">
                  <a:moveTo>
                    <a:pt x="4152899" y="2788919"/>
                  </a:moveTo>
                  <a:lnTo>
                    <a:pt x="243839" y="2788919"/>
                  </a:lnTo>
                  <a:lnTo>
                    <a:pt x="231860" y="2788627"/>
                  </a:lnTo>
                  <a:lnTo>
                    <a:pt x="184577" y="2781610"/>
                  </a:lnTo>
                  <a:lnTo>
                    <a:pt x="139571" y="2765503"/>
                  </a:lnTo>
                  <a:lnTo>
                    <a:pt x="98572" y="2740926"/>
                  </a:lnTo>
                  <a:lnTo>
                    <a:pt x="63155" y="2708823"/>
                  </a:lnTo>
                  <a:lnTo>
                    <a:pt x="34682" y="2670426"/>
                  </a:lnTo>
                  <a:lnTo>
                    <a:pt x="14247" y="2627213"/>
                  </a:lnTo>
                  <a:lnTo>
                    <a:pt x="2635" y="2580844"/>
                  </a:lnTo>
                  <a:lnTo>
                    <a:pt x="0" y="2545079"/>
                  </a:lnTo>
                  <a:lnTo>
                    <a:pt x="0" y="243839"/>
                  </a:lnTo>
                  <a:lnTo>
                    <a:pt x="4685" y="196269"/>
                  </a:lnTo>
                  <a:lnTo>
                    <a:pt x="18561" y="150526"/>
                  </a:lnTo>
                  <a:lnTo>
                    <a:pt x="41094" y="108369"/>
                  </a:lnTo>
                  <a:lnTo>
                    <a:pt x="71419" y="71419"/>
                  </a:lnTo>
                  <a:lnTo>
                    <a:pt x="108369" y="41094"/>
                  </a:lnTo>
                  <a:lnTo>
                    <a:pt x="150526" y="18561"/>
                  </a:lnTo>
                  <a:lnTo>
                    <a:pt x="196269" y="4685"/>
                  </a:lnTo>
                  <a:lnTo>
                    <a:pt x="243839" y="0"/>
                  </a:lnTo>
                  <a:lnTo>
                    <a:pt x="4152899" y="0"/>
                  </a:lnTo>
                  <a:lnTo>
                    <a:pt x="4200470" y="4685"/>
                  </a:lnTo>
                  <a:lnTo>
                    <a:pt x="4246212" y="18561"/>
                  </a:lnTo>
                  <a:lnTo>
                    <a:pt x="4288369" y="41094"/>
                  </a:lnTo>
                  <a:lnTo>
                    <a:pt x="4325320" y="71419"/>
                  </a:lnTo>
                  <a:lnTo>
                    <a:pt x="4355644" y="108369"/>
                  </a:lnTo>
                  <a:lnTo>
                    <a:pt x="4378178" y="150526"/>
                  </a:lnTo>
                  <a:lnTo>
                    <a:pt x="4392054" y="196269"/>
                  </a:lnTo>
                  <a:lnTo>
                    <a:pt x="4396739" y="243839"/>
                  </a:lnTo>
                  <a:lnTo>
                    <a:pt x="4396739" y="2545079"/>
                  </a:lnTo>
                  <a:lnTo>
                    <a:pt x="4392054" y="2592650"/>
                  </a:lnTo>
                  <a:lnTo>
                    <a:pt x="4378178" y="2638393"/>
                  </a:lnTo>
                  <a:lnTo>
                    <a:pt x="4355644" y="2680549"/>
                  </a:lnTo>
                  <a:lnTo>
                    <a:pt x="4325320" y="2717500"/>
                  </a:lnTo>
                  <a:lnTo>
                    <a:pt x="4288368" y="2747825"/>
                  </a:lnTo>
                  <a:lnTo>
                    <a:pt x="4246212" y="2770358"/>
                  </a:lnTo>
                  <a:lnTo>
                    <a:pt x="4200470" y="2784234"/>
                  </a:lnTo>
                  <a:lnTo>
                    <a:pt x="4152899" y="278891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53439" y="2773677"/>
              <a:ext cx="4396740" cy="2781300"/>
            </a:xfrm>
            <a:custGeom>
              <a:avLst/>
              <a:gdLst/>
              <a:ahLst/>
              <a:cxnLst/>
              <a:rect l="l" t="t" r="r" b="b"/>
              <a:pathLst>
                <a:path w="4396740" h="2781300">
                  <a:moveTo>
                    <a:pt x="190167" y="12700"/>
                  </a:moveTo>
                  <a:lnTo>
                    <a:pt x="161705" y="12700"/>
                  </a:lnTo>
                  <a:lnTo>
                    <a:pt x="173056" y="0"/>
                  </a:lnTo>
                  <a:lnTo>
                    <a:pt x="205343" y="0"/>
                  </a:lnTo>
                  <a:lnTo>
                    <a:pt x="190167" y="12700"/>
                  </a:lnTo>
                  <a:close/>
                </a:path>
                <a:path w="4396740" h="2781300">
                  <a:moveTo>
                    <a:pt x="4235033" y="12700"/>
                  </a:moveTo>
                  <a:lnTo>
                    <a:pt x="4206571" y="12700"/>
                  </a:lnTo>
                  <a:lnTo>
                    <a:pt x="4191396" y="0"/>
                  </a:lnTo>
                  <a:lnTo>
                    <a:pt x="4223683" y="0"/>
                  </a:lnTo>
                  <a:lnTo>
                    <a:pt x="4235033" y="12700"/>
                  </a:lnTo>
                  <a:close/>
                </a:path>
                <a:path w="4396740" h="2781300">
                  <a:moveTo>
                    <a:pt x="146294" y="25400"/>
                  </a:moveTo>
                  <a:lnTo>
                    <a:pt x="128893" y="25400"/>
                  </a:lnTo>
                  <a:lnTo>
                    <a:pt x="139571" y="12700"/>
                  </a:lnTo>
                  <a:lnTo>
                    <a:pt x="160590" y="12700"/>
                  </a:lnTo>
                  <a:lnTo>
                    <a:pt x="146294" y="25400"/>
                  </a:lnTo>
                  <a:close/>
                </a:path>
                <a:path w="4396740" h="2781300">
                  <a:moveTo>
                    <a:pt x="4267845" y="25400"/>
                  </a:moveTo>
                  <a:lnTo>
                    <a:pt x="4250444" y="25400"/>
                  </a:lnTo>
                  <a:lnTo>
                    <a:pt x="4236149" y="12700"/>
                  </a:lnTo>
                  <a:lnTo>
                    <a:pt x="4257167" y="12700"/>
                  </a:lnTo>
                  <a:lnTo>
                    <a:pt x="4267845" y="25400"/>
                  </a:lnTo>
                  <a:close/>
                </a:path>
                <a:path w="4396740" h="2781300">
                  <a:moveTo>
                    <a:pt x="125663" y="38100"/>
                  </a:moveTo>
                  <a:lnTo>
                    <a:pt x="108369" y="38100"/>
                  </a:lnTo>
                  <a:lnTo>
                    <a:pt x="118492" y="25400"/>
                  </a:lnTo>
                  <a:lnTo>
                    <a:pt x="139309" y="25400"/>
                  </a:lnTo>
                  <a:lnTo>
                    <a:pt x="125663" y="38100"/>
                  </a:lnTo>
                  <a:close/>
                </a:path>
                <a:path w="4396740" h="2781300">
                  <a:moveTo>
                    <a:pt x="4288369" y="38100"/>
                  </a:moveTo>
                  <a:lnTo>
                    <a:pt x="4271076" y="38100"/>
                  </a:lnTo>
                  <a:lnTo>
                    <a:pt x="4257430" y="25400"/>
                  </a:lnTo>
                  <a:lnTo>
                    <a:pt x="4278246" y="25400"/>
                  </a:lnTo>
                  <a:lnTo>
                    <a:pt x="4288369" y="38100"/>
                  </a:lnTo>
                  <a:close/>
                </a:path>
                <a:path w="4396740" h="2781300">
                  <a:moveTo>
                    <a:pt x="106170" y="50800"/>
                  </a:moveTo>
                  <a:lnTo>
                    <a:pt x="89147" y="50800"/>
                  </a:lnTo>
                  <a:lnTo>
                    <a:pt x="98572" y="38100"/>
                  </a:lnTo>
                  <a:lnTo>
                    <a:pt x="119035" y="38100"/>
                  </a:lnTo>
                  <a:lnTo>
                    <a:pt x="106170" y="50800"/>
                  </a:lnTo>
                  <a:close/>
                </a:path>
                <a:path w="4396740" h="2781300">
                  <a:moveTo>
                    <a:pt x="4307591" y="50800"/>
                  </a:moveTo>
                  <a:lnTo>
                    <a:pt x="4290568" y="50800"/>
                  </a:lnTo>
                  <a:lnTo>
                    <a:pt x="4277703" y="38100"/>
                  </a:lnTo>
                  <a:lnTo>
                    <a:pt x="4298166" y="38100"/>
                  </a:lnTo>
                  <a:lnTo>
                    <a:pt x="4307591" y="50800"/>
                  </a:lnTo>
                  <a:close/>
                </a:path>
                <a:path w="4396740" h="2781300">
                  <a:moveTo>
                    <a:pt x="51728" y="2679700"/>
                  </a:moveTo>
                  <a:lnTo>
                    <a:pt x="41094" y="2679700"/>
                  </a:lnTo>
                  <a:lnTo>
                    <a:pt x="34682" y="2667000"/>
                  </a:lnTo>
                  <a:lnTo>
                    <a:pt x="18561" y="2628900"/>
                  </a:lnTo>
                  <a:lnTo>
                    <a:pt x="10497" y="2603500"/>
                  </a:lnTo>
                  <a:lnTo>
                    <a:pt x="7309" y="2603500"/>
                  </a:lnTo>
                  <a:lnTo>
                    <a:pt x="1171" y="2565400"/>
                  </a:lnTo>
                  <a:lnTo>
                    <a:pt x="0" y="241300"/>
                  </a:lnTo>
                  <a:lnTo>
                    <a:pt x="292" y="228600"/>
                  </a:lnTo>
                  <a:lnTo>
                    <a:pt x="4685" y="190500"/>
                  </a:lnTo>
                  <a:lnTo>
                    <a:pt x="14247" y="152400"/>
                  </a:lnTo>
                  <a:lnTo>
                    <a:pt x="23416" y="127000"/>
                  </a:lnTo>
                  <a:lnTo>
                    <a:pt x="28789" y="127000"/>
                  </a:lnTo>
                  <a:lnTo>
                    <a:pt x="34682" y="114300"/>
                  </a:lnTo>
                  <a:lnTo>
                    <a:pt x="41094" y="101600"/>
                  </a:lnTo>
                  <a:lnTo>
                    <a:pt x="47993" y="88900"/>
                  </a:lnTo>
                  <a:lnTo>
                    <a:pt x="55346" y="88900"/>
                  </a:lnTo>
                  <a:lnTo>
                    <a:pt x="63155" y="76200"/>
                  </a:lnTo>
                  <a:lnTo>
                    <a:pt x="71419" y="63500"/>
                  </a:lnTo>
                  <a:lnTo>
                    <a:pt x="80096" y="50800"/>
                  </a:lnTo>
                  <a:lnTo>
                    <a:pt x="99964" y="50800"/>
                  </a:lnTo>
                  <a:lnTo>
                    <a:pt x="88003" y="63500"/>
                  </a:lnTo>
                  <a:lnTo>
                    <a:pt x="82277" y="63500"/>
                  </a:lnTo>
                  <a:lnTo>
                    <a:pt x="71336" y="76200"/>
                  </a:lnTo>
                  <a:lnTo>
                    <a:pt x="66147" y="76200"/>
                  </a:lnTo>
                  <a:lnTo>
                    <a:pt x="56331" y="88900"/>
                  </a:lnTo>
                  <a:lnTo>
                    <a:pt x="51728" y="101600"/>
                  </a:lnTo>
                  <a:lnTo>
                    <a:pt x="43132" y="114300"/>
                  </a:lnTo>
                  <a:lnTo>
                    <a:pt x="39159" y="114300"/>
                  </a:lnTo>
                  <a:lnTo>
                    <a:pt x="31865" y="127000"/>
                  </a:lnTo>
                  <a:lnTo>
                    <a:pt x="28561" y="139700"/>
                  </a:lnTo>
                  <a:lnTo>
                    <a:pt x="22640" y="152400"/>
                  </a:lnTo>
                  <a:lnTo>
                    <a:pt x="20037" y="165100"/>
                  </a:lnTo>
                  <a:lnTo>
                    <a:pt x="15545" y="177800"/>
                  </a:lnTo>
                  <a:lnTo>
                    <a:pt x="13668" y="177800"/>
                  </a:lnTo>
                  <a:lnTo>
                    <a:pt x="10649" y="203200"/>
                  </a:lnTo>
                  <a:lnTo>
                    <a:pt x="9515" y="203200"/>
                  </a:lnTo>
                  <a:lnTo>
                    <a:pt x="7999" y="215900"/>
                  </a:lnTo>
                  <a:lnTo>
                    <a:pt x="7620" y="228600"/>
                  </a:lnTo>
                  <a:lnTo>
                    <a:pt x="7620" y="2552700"/>
                  </a:lnTo>
                  <a:lnTo>
                    <a:pt x="7999" y="2552700"/>
                  </a:lnTo>
                  <a:lnTo>
                    <a:pt x="9515" y="2565400"/>
                  </a:lnTo>
                  <a:lnTo>
                    <a:pt x="10649" y="2578100"/>
                  </a:lnTo>
                  <a:lnTo>
                    <a:pt x="13668" y="2590800"/>
                  </a:lnTo>
                  <a:lnTo>
                    <a:pt x="15545" y="2603500"/>
                  </a:lnTo>
                  <a:lnTo>
                    <a:pt x="20037" y="2616200"/>
                  </a:lnTo>
                  <a:lnTo>
                    <a:pt x="22640" y="2616200"/>
                  </a:lnTo>
                  <a:lnTo>
                    <a:pt x="28561" y="2641600"/>
                  </a:lnTo>
                  <a:lnTo>
                    <a:pt x="31865" y="2641600"/>
                  </a:lnTo>
                  <a:lnTo>
                    <a:pt x="39159" y="2654300"/>
                  </a:lnTo>
                  <a:lnTo>
                    <a:pt x="43132" y="2667000"/>
                  </a:lnTo>
                  <a:lnTo>
                    <a:pt x="51728" y="2679700"/>
                  </a:lnTo>
                  <a:close/>
                </a:path>
                <a:path w="4396740" h="2781300">
                  <a:moveTo>
                    <a:pt x="4355644" y="2679700"/>
                  </a:moveTo>
                  <a:lnTo>
                    <a:pt x="4345011" y="2679700"/>
                  </a:lnTo>
                  <a:lnTo>
                    <a:pt x="4353607" y="2667000"/>
                  </a:lnTo>
                  <a:lnTo>
                    <a:pt x="4357580" y="2654300"/>
                  </a:lnTo>
                  <a:lnTo>
                    <a:pt x="4364874" y="2641600"/>
                  </a:lnTo>
                  <a:lnTo>
                    <a:pt x="4368177" y="2641600"/>
                  </a:lnTo>
                  <a:lnTo>
                    <a:pt x="4374099" y="2616200"/>
                  </a:lnTo>
                  <a:lnTo>
                    <a:pt x="4376702" y="2616200"/>
                  </a:lnTo>
                  <a:lnTo>
                    <a:pt x="4381194" y="2603500"/>
                  </a:lnTo>
                  <a:lnTo>
                    <a:pt x="4383071" y="2590800"/>
                  </a:lnTo>
                  <a:lnTo>
                    <a:pt x="4386090" y="2578100"/>
                  </a:lnTo>
                  <a:lnTo>
                    <a:pt x="4387224" y="2565400"/>
                  </a:lnTo>
                  <a:lnTo>
                    <a:pt x="4388740" y="2552700"/>
                  </a:lnTo>
                  <a:lnTo>
                    <a:pt x="4389119" y="2552700"/>
                  </a:lnTo>
                  <a:lnTo>
                    <a:pt x="4389119" y="228600"/>
                  </a:lnTo>
                  <a:lnTo>
                    <a:pt x="4388740" y="215900"/>
                  </a:lnTo>
                  <a:lnTo>
                    <a:pt x="4387224" y="203200"/>
                  </a:lnTo>
                  <a:lnTo>
                    <a:pt x="4386090" y="203200"/>
                  </a:lnTo>
                  <a:lnTo>
                    <a:pt x="4383071" y="177800"/>
                  </a:lnTo>
                  <a:lnTo>
                    <a:pt x="4381194" y="177800"/>
                  </a:lnTo>
                  <a:lnTo>
                    <a:pt x="4376702" y="165100"/>
                  </a:lnTo>
                  <a:lnTo>
                    <a:pt x="4374099" y="152400"/>
                  </a:lnTo>
                  <a:lnTo>
                    <a:pt x="4368177" y="139700"/>
                  </a:lnTo>
                  <a:lnTo>
                    <a:pt x="4364874" y="127000"/>
                  </a:lnTo>
                  <a:lnTo>
                    <a:pt x="4357580" y="114300"/>
                  </a:lnTo>
                  <a:lnTo>
                    <a:pt x="4353607" y="114300"/>
                  </a:lnTo>
                  <a:lnTo>
                    <a:pt x="4345011" y="101600"/>
                  </a:lnTo>
                  <a:lnTo>
                    <a:pt x="4340408" y="88900"/>
                  </a:lnTo>
                  <a:lnTo>
                    <a:pt x="4330592" y="76200"/>
                  </a:lnTo>
                  <a:lnTo>
                    <a:pt x="4325403" y="76200"/>
                  </a:lnTo>
                  <a:lnTo>
                    <a:pt x="4314462" y="63500"/>
                  </a:lnTo>
                  <a:lnTo>
                    <a:pt x="4308736" y="63500"/>
                  </a:lnTo>
                  <a:lnTo>
                    <a:pt x="4296775" y="50800"/>
                  </a:lnTo>
                  <a:lnTo>
                    <a:pt x="4316642" y="50800"/>
                  </a:lnTo>
                  <a:lnTo>
                    <a:pt x="4325320" y="63500"/>
                  </a:lnTo>
                  <a:lnTo>
                    <a:pt x="4333583" y="76200"/>
                  </a:lnTo>
                  <a:lnTo>
                    <a:pt x="4341392" y="88900"/>
                  </a:lnTo>
                  <a:lnTo>
                    <a:pt x="4348745" y="88900"/>
                  </a:lnTo>
                  <a:lnTo>
                    <a:pt x="4355644" y="101600"/>
                  </a:lnTo>
                  <a:lnTo>
                    <a:pt x="4362056" y="114300"/>
                  </a:lnTo>
                  <a:lnTo>
                    <a:pt x="4367949" y="127000"/>
                  </a:lnTo>
                  <a:lnTo>
                    <a:pt x="4373323" y="127000"/>
                  </a:lnTo>
                  <a:lnTo>
                    <a:pt x="4386242" y="165100"/>
                  </a:lnTo>
                  <a:lnTo>
                    <a:pt x="4394104" y="203200"/>
                  </a:lnTo>
                  <a:lnTo>
                    <a:pt x="4396739" y="241300"/>
                  </a:lnTo>
                  <a:lnTo>
                    <a:pt x="4396739" y="2540000"/>
                  </a:lnTo>
                  <a:lnTo>
                    <a:pt x="4394104" y="2578100"/>
                  </a:lnTo>
                  <a:lnTo>
                    <a:pt x="4389430" y="2603500"/>
                  </a:lnTo>
                  <a:lnTo>
                    <a:pt x="4386242" y="2603500"/>
                  </a:lnTo>
                  <a:lnTo>
                    <a:pt x="4382492" y="2616200"/>
                  </a:lnTo>
                  <a:lnTo>
                    <a:pt x="4378178" y="2628900"/>
                  </a:lnTo>
                  <a:lnTo>
                    <a:pt x="4373323" y="2641600"/>
                  </a:lnTo>
                  <a:lnTo>
                    <a:pt x="4367949" y="2654300"/>
                  </a:lnTo>
                  <a:lnTo>
                    <a:pt x="4362056" y="2667000"/>
                  </a:lnTo>
                  <a:lnTo>
                    <a:pt x="4355644" y="2679700"/>
                  </a:lnTo>
                  <a:close/>
                </a:path>
                <a:path w="4396740" h="2781300">
                  <a:moveTo>
                    <a:pt x="71392" y="2705061"/>
                  </a:moveTo>
                  <a:lnTo>
                    <a:pt x="63131" y="2705061"/>
                  </a:lnTo>
                  <a:lnTo>
                    <a:pt x="55346" y="2692400"/>
                  </a:lnTo>
                  <a:lnTo>
                    <a:pt x="47993" y="2679700"/>
                  </a:lnTo>
                  <a:lnTo>
                    <a:pt x="56331" y="2679700"/>
                  </a:lnTo>
                  <a:lnTo>
                    <a:pt x="66147" y="2692400"/>
                  </a:lnTo>
                  <a:lnTo>
                    <a:pt x="71213" y="2704798"/>
                  </a:lnTo>
                  <a:lnTo>
                    <a:pt x="71392" y="2705061"/>
                  </a:lnTo>
                  <a:close/>
                </a:path>
                <a:path w="4396740" h="2781300">
                  <a:moveTo>
                    <a:pt x="4333607" y="2705061"/>
                  </a:moveTo>
                  <a:lnTo>
                    <a:pt x="4325346" y="2705061"/>
                  </a:lnTo>
                  <a:lnTo>
                    <a:pt x="4325526" y="2704798"/>
                  </a:lnTo>
                  <a:lnTo>
                    <a:pt x="4330592" y="2692400"/>
                  </a:lnTo>
                  <a:lnTo>
                    <a:pt x="4340408" y="2679700"/>
                  </a:lnTo>
                  <a:lnTo>
                    <a:pt x="4348745" y="2679700"/>
                  </a:lnTo>
                  <a:lnTo>
                    <a:pt x="4341392" y="2692400"/>
                  </a:lnTo>
                  <a:lnTo>
                    <a:pt x="4333607" y="2705061"/>
                  </a:lnTo>
                  <a:close/>
                </a:path>
                <a:path w="4396740" h="2781300">
                  <a:moveTo>
                    <a:pt x="99964" y="2730500"/>
                  </a:moveTo>
                  <a:lnTo>
                    <a:pt x="89147" y="2730500"/>
                  </a:lnTo>
                  <a:lnTo>
                    <a:pt x="80096" y="2717800"/>
                  </a:lnTo>
                  <a:lnTo>
                    <a:pt x="71392" y="2705061"/>
                  </a:lnTo>
                  <a:lnTo>
                    <a:pt x="82260" y="2705061"/>
                  </a:lnTo>
                  <a:lnTo>
                    <a:pt x="88003" y="2717800"/>
                  </a:lnTo>
                  <a:lnTo>
                    <a:pt x="99964" y="2730500"/>
                  </a:lnTo>
                  <a:close/>
                </a:path>
                <a:path w="4396740" h="2781300">
                  <a:moveTo>
                    <a:pt x="4307591" y="2730500"/>
                  </a:moveTo>
                  <a:lnTo>
                    <a:pt x="4296775" y="2730500"/>
                  </a:lnTo>
                  <a:lnTo>
                    <a:pt x="4308736" y="2717800"/>
                  </a:lnTo>
                  <a:lnTo>
                    <a:pt x="4314479" y="2705061"/>
                  </a:lnTo>
                  <a:lnTo>
                    <a:pt x="4325346" y="2705061"/>
                  </a:lnTo>
                  <a:lnTo>
                    <a:pt x="4316642" y="2717800"/>
                  </a:lnTo>
                  <a:lnTo>
                    <a:pt x="4307591" y="2730500"/>
                  </a:lnTo>
                  <a:close/>
                </a:path>
                <a:path w="4396740" h="2781300">
                  <a:moveTo>
                    <a:pt x="119035" y="2743200"/>
                  </a:moveTo>
                  <a:lnTo>
                    <a:pt x="108369" y="2743200"/>
                  </a:lnTo>
                  <a:lnTo>
                    <a:pt x="98572" y="2730500"/>
                  </a:lnTo>
                  <a:lnTo>
                    <a:pt x="106170" y="2730500"/>
                  </a:lnTo>
                  <a:lnTo>
                    <a:pt x="119035" y="2743200"/>
                  </a:lnTo>
                  <a:close/>
                </a:path>
                <a:path w="4396740" h="2781300">
                  <a:moveTo>
                    <a:pt x="4288368" y="2743200"/>
                  </a:moveTo>
                  <a:lnTo>
                    <a:pt x="4277703" y="2743200"/>
                  </a:lnTo>
                  <a:lnTo>
                    <a:pt x="4290569" y="2730500"/>
                  </a:lnTo>
                  <a:lnTo>
                    <a:pt x="4298166" y="2730500"/>
                  </a:lnTo>
                  <a:lnTo>
                    <a:pt x="4288368" y="2743200"/>
                  </a:lnTo>
                  <a:close/>
                </a:path>
                <a:path w="4396740" h="2781300">
                  <a:moveTo>
                    <a:pt x="139309" y="2755900"/>
                  </a:moveTo>
                  <a:lnTo>
                    <a:pt x="128893" y="2755900"/>
                  </a:lnTo>
                  <a:lnTo>
                    <a:pt x="118492" y="2743200"/>
                  </a:lnTo>
                  <a:lnTo>
                    <a:pt x="125663" y="2743200"/>
                  </a:lnTo>
                  <a:lnTo>
                    <a:pt x="139309" y="2755900"/>
                  </a:lnTo>
                  <a:close/>
                </a:path>
                <a:path w="4396740" h="2781300">
                  <a:moveTo>
                    <a:pt x="4267845" y="2755900"/>
                  </a:moveTo>
                  <a:lnTo>
                    <a:pt x="4257430" y="2755900"/>
                  </a:lnTo>
                  <a:lnTo>
                    <a:pt x="4271076" y="2743200"/>
                  </a:lnTo>
                  <a:lnTo>
                    <a:pt x="4278245" y="2743200"/>
                  </a:lnTo>
                  <a:lnTo>
                    <a:pt x="4267845" y="2755900"/>
                  </a:lnTo>
                  <a:close/>
                </a:path>
                <a:path w="4396740" h="2781300">
                  <a:moveTo>
                    <a:pt x="167865" y="2768600"/>
                  </a:moveTo>
                  <a:lnTo>
                    <a:pt x="150526" y="2768600"/>
                  </a:lnTo>
                  <a:lnTo>
                    <a:pt x="139571" y="2755900"/>
                  </a:lnTo>
                  <a:lnTo>
                    <a:pt x="160590" y="2755900"/>
                  </a:lnTo>
                  <a:lnTo>
                    <a:pt x="167865" y="2768600"/>
                  </a:lnTo>
                  <a:close/>
                </a:path>
                <a:path w="4396740" h="2781300">
                  <a:moveTo>
                    <a:pt x="4246212" y="2768600"/>
                  </a:moveTo>
                  <a:lnTo>
                    <a:pt x="4228873" y="2768600"/>
                  </a:lnTo>
                  <a:lnTo>
                    <a:pt x="4236149" y="2755900"/>
                  </a:lnTo>
                  <a:lnTo>
                    <a:pt x="4257167" y="2755900"/>
                  </a:lnTo>
                  <a:lnTo>
                    <a:pt x="4246212" y="2768600"/>
                  </a:lnTo>
                  <a:close/>
                </a:path>
                <a:path w="4396740" h="2781300">
                  <a:moveTo>
                    <a:pt x="4212162" y="2781300"/>
                  </a:moveTo>
                  <a:lnTo>
                    <a:pt x="184577" y="2781300"/>
                  </a:lnTo>
                  <a:lnTo>
                    <a:pt x="173056" y="2768600"/>
                  </a:lnTo>
                  <a:lnTo>
                    <a:pt x="4223682" y="2768600"/>
                  </a:lnTo>
                  <a:lnTo>
                    <a:pt x="4212162" y="278130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104899" y="3025137"/>
              <a:ext cx="426720" cy="426720"/>
            </a:xfrm>
            <a:custGeom>
              <a:avLst/>
              <a:gdLst/>
              <a:ahLst/>
              <a:cxnLst/>
              <a:rect l="l" t="t" r="r" b="b"/>
              <a:pathLst>
                <a:path w="426719" h="426720">
                  <a:moveTo>
                    <a:pt x="304799" y="426719"/>
                  </a:moveTo>
                  <a:lnTo>
                    <a:pt x="121919" y="426719"/>
                  </a:lnTo>
                  <a:lnTo>
                    <a:pt x="109909" y="426139"/>
                  </a:lnTo>
                  <a:lnTo>
                    <a:pt x="64389" y="412307"/>
                  </a:lnTo>
                  <a:lnTo>
                    <a:pt x="27627" y="382107"/>
                  </a:lnTo>
                  <a:lnTo>
                    <a:pt x="5220" y="340138"/>
                  </a:lnTo>
                  <a:lnTo>
                    <a:pt x="0" y="304799"/>
                  </a:lnTo>
                  <a:lnTo>
                    <a:pt x="0" y="121919"/>
                  </a:lnTo>
                  <a:lnTo>
                    <a:pt x="9280" y="75263"/>
                  </a:lnTo>
                  <a:lnTo>
                    <a:pt x="35709" y="35709"/>
                  </a:lnTo>
                  <a:lnTo>
                    <a:pt x="75263" y="9280"/>
                  </a:lnTo>
                  <a:lnTo>
                    <a:pt x="121919" y="0"/>
                  </a:lnTo>
                  <a:lnTo>
                    <a:pt x="304799" y="0"/>
                  </a:lnTo>
                  <a:lnTo>
                    <a:pt x="351456" y="9280"/>
                  </a:lnTo>
                  <a:lnTo>
                    <a:pt x="391010" y="35709"/>
                  </a:lnTo>
                  <a:lnTo>
                    <a:pt x="417439" y="75263"/>
                  </a:lnTo>
                  <a:lnTo>
                    <a:pt x="426719" y="121919"/>
                  </a:lnTo>
                  <a:lnTo>
                    <a:pt x="426719" y="304799"/>
                  </a:lnTo>
                  <a:lnTo>
                    <a:pt x="417439" y="351456"/>
                  </a:lnTo>
                  <a:lnTo>
                    <a:pt x="391010" y="391010"/>
                  </a:lnTo>
                  <a:lnTo>
                    <a:pt x="351456" y="417439"/>
                  </a:lnTo>
                  <a:lnTo>
                    <a:pt x="304799" y="426719"/>
                  </a:lnTo>
                  <a:close/>
                </a:path>
              </a:pathLst>
            </a:custGeom>
            <a:solidFill>
              <a:srgbClr val="1754B9">
                <a:alpha val="21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104899" y="3025137"/>
              <a:ext cx="426720" cy="426720"/>
            </a:xfrm>
            <a:custGeom>
              <a:avLst/>
              <a:gdLst/>
              <a:ahLst/>
              <a:cxnLst/>
              <a:rect l="l" t="t" r="r" b="b"/>
              <a:pathLst>
                <a:path w="426719" h="426720">
                  <a:moveTo>
                    <a:pt x="304799" y="426719"/>
                  </a:moveTo>
                  <a:lnTo>
                    <a:pt x="121919" y="426719"/>
                  </a:lnTo>
                  <a:lnTo>
                    <a:pt x="109909" y="426139"/>
                  </a:lnTo>
                  <a:lnTo>
                    <a:pt x="64389" y="412307"/>
                  </a:lnTo>
                  <a:lnTo>
                    <a:pt x="27627" y="382107"/>
                  </a:lnTo>
                  <a:lnTo>
                    <a:pt x="5220" y="340138"/>
                  </a:lnTo>
                  <a:lnTo>
                    <a:pt x="0" y="304799"/>
                  </a:lnTo>
                  <a:lnTo>
                    <a:pt x="0" y="121919"/>
                  </a:lnTo>
                  <a:lnTo>
                    <a:pt x="9280" y="75263"/>
                  </a:lnTo>
                  <a:lnTo>
                    <a:pt x="35709" y="35709"/>
                  </a:lnTo>
                  <a:lnTo>
                    <a:pt x="75263" y="9280"/>
                  </a:lnTo>
                  <a:lnTo>
                    <a:pt x="121919" y="0"/>
                  </a:lnTo>
                  <a:lnTo>
                    <a:pt x="304799" y="0"/>
                  </a:lnTo>
                  <a:lnTo>
                    <a:pt x="316810" y="580"/>
                  </a:lnTo>
                  <a:lnTo>
                    <a:pt x="328589" y="2320"/>
                  </a:lnTo>
                  <a:lnTo>
                    <a:pt x="340138" y="5220"/>
                  </a:lnTo>
                  <a:lnTo>
                    <a:pt x="346827" y="7619"/>
                  </a:lnTo>
                  <a:lnTo>
                    <a:pt x="114414" y="7619"/>
                  </a:lnTo>
                  <a:lnTo>
                    <a:pt x="106981" y="8352"/>
                  </a:lnTo>
                  <a:lnTo>
                    <a:pt x="64658" y="22713"/>
                  </a:lnTo>
                  <a:lnTo>
                    <a:pt x="31052" y="52178"/>
                  </a:lnTo>
                  <a:lnTo>
                    <a:pt x="11280" y="92260"/>
                  </a:lnTo>
                  <a:lnTo>
                    <a:pt x="7619" y="114414"/>
                  </a:lnTo>
                  <a:lnTo>
                    <a:pt x="7619" y="312305"/>
                  </a:lnTo>
                  <a:lnTo>
                    <a:pt x="19192" y="355474"/>
                  </a:lnTo>
                  <a:lnTo>
                    <a:pt x="46404" y="390929"/>
                  </a:lnTo>
                  <a:lnTo>
                    <a:pt x="85113" y="413271"/>
                  </a:lnTo>
                  <a:lnTo>
                    <a:pt x="114414" y="419099"/>
                  </a:lnTo>
                  <a:lnTo>
                    <a:pt x="346827" y="419099"/>
                  </a:lnTo>
                  <a:lnTo>
                    <a:pt x="340138" y="421499"/>
                  </a:lnTo>
                  <a:lnTo>
                    <a:pt x="328589" y="424399"/>
                  </a:lnTo>
                  <a:lnTo>
                    <a:pt x="316810" y="426139"/>
                  </a:lnTo>
                  <a:lnTo>
                    <a:pt x="304799" y="426719"/>
                  </a:lnTo>
                  <a:close/>
                </a:path>
                <a:path w="426719" h="426720">
                  <a:moveTo>
                    <a:pt x="346827" y="419099"/>
                  </a:moveTo>
                  <a:lnTo>
                    <a:pt x="312305" y="419099"/>
                  </a:lnTo>
                  <a:lnTo>
                    <a:pt x="319737" y="418367"/>
                  </a:lnTo>
                  <a:lnTo>
                    <a:pt x="334459" y="415439"/>
                  </a:lnTo>
                  <a:lnTo>
                    <a:pt x="374541" y="395667"/>
                  </a:lnTo>
                  <a:lnTo>
                    <a:pt x="404006" y="362061"/>
                  </a:lnTo>
                  <a:lnTo>
                    <a:pt x="418367" y="319737"/>
                  </a:lnTo>
                  <a:lnTo>
                    <a:pt x="419099" y="312305"/>
                  </a:lnTo>
                  <a:lnTo>
                    <a:pt x="419099" y="114414"/>
                  </a:lnTo>
                  <a:lnTo>
                    <a:pt x="407527" y="71245"/>
                  </a:lnTo>
                  <a:lnTo>
                    <a:pt x="380216" y="35709"/>
                  </a:lnTo>
                  <a:lnTo>
                    <a:pt x="341606" y="13448"/>
                  </a:lnTo>
                  <a:lnTo>
                    <a:pt x="312305" y="7619"/>
                  </a:lnTo>
                  <a:lnTo>
                    <a:pt x="346827" y="7619"/>
                  </a:lnTo>
                  <a:lnTo>
                    <a:pt x="382107" y="27627"/>
                  </a:lnTo>
                  <a:lnTo>
                    <a:pt x="412307" y="64389"/>
                  </a:lnTo>
                  <a:lnTo>
                    <a:pt x="426139" y="109909"/>
                  </a:lnTo>
                  <a:lnTo>
                    <a:pt x="426719" y="304799"/>
                  </a:lnTo>
                  <a:lnTo>
                    <a:pt x="426139" y="316810"/>
                  </a:lnTo>
                  <a:lnTo>
                    <a:pt x="412307" y="362330"/>
                  </a:lnTo>
                  <a:lnTo>
                    <a:pt x="382107" y="399092"/>
                  </a:lnTo>
                  <a:lnTo>
                    <a:pt x="351456" y="417439"/>
                  </a:lnTo>
                  <a:lnTo>
                    <a:pt x="346827" y="419099"/>
                  </a:lnTo>
                  <a:close/>
                </a:path>
              </a:pathLst>
            </a:custGeom>
            <a:solidFill>
              <a:srgbClr val="1754B9">
                <a:alpha val="4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3964" y="3147685"/>
              <a:ext cx="148590" cy="18182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468556" y="3551064"/>
            <a:ext cx="3173730" cy="2298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95">
                <a:solidFill>
                  <a:srgbClr val="FFFFFF"/>
                </a:solidFill>
                <a:latin typeface="Arial Black"/>
                <a:cs typeface="Arial Black"/>
              </a:rPr>
              <a:t>Institución</a:t>
            </a:r>
            <a:r>
              <a:rPr dirty="0" sz="1300" spc="-5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300" spc="-100">
                <a:solidFill>
                  <a:srgbClr val="FFFFFF"/>
                </a:solidFill>
                <a:latin typeface="Arial Black"/>
                <a:cs typeface="Arial Black"/>
              </a:rPr>
              <a:t>financiera</a:t>
            </a:r>
            <a:r>
              <a:rPr dirty="0" sz="1300" spc="-3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300" spc="-90">
                <a:solidFill>
                  <a:srgbClr val="FFFFFF"/>
                </a:solidFill>
                <a:latin typeface="Arial Black"/>
                <a:cs typeface="Arial Black"/>
              </a:rPr>
              <a:t>regulada</a:t>
            </a:r>
            <a:r>
              <a:rPr dirty="0" sz="1300" spc="-4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300" spc="-95">
                <a:solidFill>
                  <a:srgbClr val="FFFFFF"/>
                </a:solidFill>
                <a:latin typeface="Arial Black"/>
                <a:cs typeface="Arial Black"/>
              </a:rPr>
              <a:t>en</a:t>
            </a:r>
            <a:r>
              <a:rPr dirty="0" sz="1300" spc="-5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300" spc="-125">
                <a:solidFill>
                  <a:srgbClr val="FFFFFF"/>
                </a:solidFill>
                <a:latin typeface="Arial Black"/>
                <a:cs typeface="Arial Black"/>
              </a:rPr>
              <a:t>la</a:t>
            </a:r>
            <a:r>
              <a:rPr dirty="0" sz="1300" spc="-3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Arial Black"/>
                <a:cs typeface="Arial Black"/>
              </a:rPr>
              <a:t>UE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69471" y="3792056"/>
            <a:ext cx="3777615" cy="45212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71755" indent="-59055">
              <a:lnSpc>
                <a:spcPct val="100000"/>
              </a:lnSpc>
              <a:spcBef>
                <a:spcPts val="580"/>
              </a:spcBef>
              <a:buChar char="•"/>
              <a:tabLst>
                <a:tab pos="71755" algn="l"/>
              </a:tabLst>
            </a:pPr>
            <a:r>
              <a:rPr dirty="0" sz="1000" spc="-75">
                <a:solidFill>
                  <a:srgbClr val="9CA2AF"/>
                </a:solidFill>
                <a:latin typeface="Microsoft Sans Serif"/>
                <a:cs typeface="Microsoft Sans Serif"/>
              </a:rPr>
              <a:t>Token</a:t>
            </a:r>
            <a:r>
              <a:rPr dirty="0" sz="1000" spc="1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35">
                <a:solidFill>
                  <a:srgbClr val="9CA2AF"/>
                </a:solidFill>
                <a:latin typeface="Microsoft Sans Serif"/>
                <a:cs typeface="Microsoft Sans Serif"/>
              </a:rPr>
              <a:t>City</a:t>
            </a:r>
            <a:r>
              <a:rPr dirty="0" sz="1000" spc="-8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50">
                <a:solidFill>
                  <a:srgbClr val="9CA2AF"/>
                </a:solidFill>
                <a:latin typeface="Microsoft Sans Serif"/>
                <a:cs typeface="Microsoft Sans Serif"/>
              </a:rPr>
              <a:t>Exchange</a:t>
            </a:r>
            <a:r>
              <a:rPr dirty="0" sz="1000" spc="-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40">
                <a:solidFill>
                  <a:srgbClr val="9CA2AF"/>
                </a:solidFill>
                <a:latin typeface="Microsoft Sans Serif"/>
                <a:cs typeface="Microsoft Sans Serif"/>
              </a:rPr>
              <a:t>Agencia</a:t>
            </a:r>
            <a:r>
              <a:rPr dirty="0" sz="1000" spc="1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35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1000" spc="-3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65">
                <a:solidFill>
                  <a:srgbClr val="9CA2AF"/>
                </a:solidFill>
                <a:latin typeface="Microsoft Sans Serif"/>
                <a:cs typeface="Microsoft Sans Serif"/>
              </a:rPr>
              <a:t>Valores</a:t>
            </a:r>
            <a:r>
              <a:rPr dirty="0" sz="1000" spc="-4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10">
                <a:solidFill>
                  <a:srgbClr val="9CA2AF"/>
                </a:solidFill>
                <a:latin typeface="Microsoft Sans Serif"/>
                <a:cs typeface="Microsoft Sans Serif"/>
              </a:rPr>
              <a:t>S.A.,</a:t>
            </a:r>
            <a:r>
              <a:rPr dirty="0" sz="1000" spc="1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35">
                <a:solidFill>
                  <a:srgbClr val="9CA2AF"/>
                </a:solidFill>
                <a:latin typeface="Microsoft Sans Serif"/>
                <a:cs typeface="Microsoft Sans Serif"/>
              </a:rPr>
              <a:t>autorizada</a:t>
            </a:r>
            <a:r>
              <a:rPr dirty="0" sz="1000" spc="1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9CA2AF"/>
                </a:solidFill>
                <a:latin typeface="Microsoft Sans Serif"/>
                <a:cs typeface="Microsoft Sans Serif"/>
              </a:rPr>
              <a:t>por</a:t>
            </a:r>
            <a:r>
              <a:rPr dirty="0" sz="1000" spc="-2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60">
                <a:solidFill>
                  <a:srgbClr val="9CA2AF"/>
                </a:solidFill>
                <a:latin typeface="Microsoft Sans Serif"/>
                <a:cs typeface="Microsoft Sans Serif"/>
              </a:rPr>
              <a:t>la</a:t>
            </a:r>
            <a:r>
              <a:rPr dirty="0" sz="1000" spc="1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0">
                <a:solidFill>
                  <a:srgbClr val="9CA2AF"/>
                </a:solidFill>
                <a:latin typeface="Microsoft Sans Serif"/>
                <a:cs typeface="Microsoft Sans Serif"/>
              </a:rPr>
              <a:t>CNMV</a:t>
            </a:r>
            <a:endParaRPr sz="1000">
              <a:latin typeface="Microsoft Sans Serif"/>
              <a:cs typeface="Microsoft Sans Serif"/>
            </a:endParaRPr>
          </a:p>
          <a:p>
            <a:pPr lvl="1" marL="214629" indent="-59055">
              <a:lnSpc>
                <a:spcPct val="100000"/>
              </a:lnSpc>
              <a:spcBef>
                <a:spcPts val="480"/>
              </a:spcBef>
              <a:buChar char="•"/>
              <a:tabLst>
                <a:tab pos="214629" algn="l"/>
              </a:tabLst>
            </a:pPr>
            <a:r>
              <a:rPr dirty="0" sz="1000" spc="-65">
                <a:solidFill>
                  <a:srgbClr val="9CA2AF"/>
                </a:solidFill>
                <a:latin typeface="Microsoft Sans Serif"/>
                <a:cs typeface="Microsoft Sans Serif"/>
              </a:rPr>
              <a:t>Bolsa</a:t>
            </a:r>
            <a:r>
              <a:rPr dirty="0" sz="1000" spc="1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35">
                <a:solidFill>
                  <a:srgbClr val="9CA2AF"/>
                </a:solidFill>
                <a:latin typeface="Microsoft Sans Serif"/>
                <a:cs typeface="Microsoft Sans Serif"/>
              </a:rPr>
              <a:t>de </a:t>
            </a:r>
            <a:r>
              <a:rPr dirty="0" sz="1000" spc="-65">
                <a:solidFill>
                  <a:srgbClr val="9CA2AF"/>
                </a:solidFill>
                <a:latin typeface="Microsoft Sans Serif"/>
                <a:cs typeface="Microsoft Sans Serif"/>
              </a:rPr>
              <a:t>Valores</a:t>
            </a:r>
            <a:r>
              <a:rPr dirty="0" sz="1000" spc="-40">
                <a:solidFill>
                  <a:srgbClr val="9CA2AF"/>
                </a:solidFill>
                <a:latin typeface="Microsoft Sans Serif"/>
                <a:cs typeface="Microsoft Sans Serif"/>
              </a:rPr>
              <a:t> tokenizados</a:t>
            </a:r>
            <a:r>
              <a:rPr dirty="0" sz="1000" spc="-4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30">
                <a:solidFill>
                  <a:srgbClr val="9CA2AF"/>
                </a:solidFill>
                <a:latin typeface="Microsoft Sans Serif"/>
                <a:cs typeface="Microsoft Sans Serif"/>
              </a:rPr>
              <a:t>regulada</a:t>
            </a:r>
            <a:r>
              <a:rPr dirty="0" sz="1000" spc="1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10">
                <a:solidFill>
                  <a:srgbClr val="9CA2AF"/>
                </a:solidFill>
                <a:latin typeface="Microsoft Sans Serif"/>
                <a:cs typeface="Microsoft Sans Serif"/>
              </a:rPr>
              <a:t>a</a:t>
            </a:r>
            <a:r>
              <a:rPr dirty="0" sz="1000" spc="1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30">
                <a:solidFill>
                  <a:srgbClr val="9CA2AF"/>
                </a:solidFill>
                <a:latin typeface="Microsoft Sans Serif"/>
                <a:cs typeface="Microsoft Sans Serif"/>
              </a:rPr>
              <a:t>nivel</a:t>
            </a:r>
            <a:r>
              <a:rPr dirty="0" sz="1000" spc="5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35">
                <a:solidFill>
                  <a:srgbClr val="9CA2AF"/>
                </a:solidFill>
                <a:latin typeface="Microsoft Sans Serif"/>
                <a:cs typeface="Microsoft Sans Serif"/>
              </a:rPr>
              <a:t>europeo</a:t>
            </a:r>
            <a:r>
              <a:rPr dirty="0" sz="1000" spc="-4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80">
                <a:solidFill>
                  <a:srgbClr val="9CA2AF"/>
                </a:solidFill>
                <a:latin typeface="Microsoft Sans Serif"/>
                <a:cs typeface="Microsoft Sans Serif"/>
              </a:rPr>
              <a:t>(4T </a:t>
            </a:r>
            <a:r>
              <a:rPr dirty="0" sz="1000" spc="-10">
                <a:solidFill>
                  <a:srgbClr val="9CA2AF"/>
                </a:solidFill>
                <a:latin typeface="Microsoft Sans Serif"/>
                <a:cs typeface="Microsoft Sans Serif"/>
              </a:rPr>
              <a:t>2026)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433059" y="2773677"/>
            <a:ext cx="4404360" cy="2788920"/>
            <a:chOff x="5433059" y="2773677"/>
            <a:chExt cx="4404360" cy="2788920"/>
          </a:xfrm>
        </p:grpSpPr>
        <p:sp>
          <p:nvSpPr>
            <p:cNvPr id="13" name="object 13"/>
            <p:cNvSpPr/>
            <p:nvPr/>
          </p:nvSpPr>
          <p:spPr>
            <a:xfrm>
              <a:off x="5433060" y="2773677"/>
              <a:ext cx="4404360" cy="2788920"/>
            </a:xfrm>
            <a:custGeom>
              <a:avLst/>
              <a:gdLst/>
              <a:ahLst/>
              <a:cxnLst/>
              <a:rect l="l" t="t" r="r" b="b"/>
              <a:pathLst>
                <a:path w="4404359" h="2788920">
                  <a:moveTo>
                    <a:pt x="4160519" y="2788919"/>
                  </a:moveTo>
                  <a:lnTo>
                    <a:pt x="243839" y="2788919"/>
                  </a:lnTo>
                  <a:lnTo>
                    <a:pt x="231860" y="2788627"/>
                  </a:lnTo>
                  <a:lnTo>
                    <a:pt x="184577" y="2781610"/>
                  </a:lnTo>
                  <a:lnTo>
                    <a:pt x="139571" y="2765503"/>
                  </a:lnTo>
                  <a:lnTo>
                    <a:pt x="98572" y="2740926"/>
                  </a:lnTo>
                  <a:lnTo>
                    <a:pt x="63155" y="2708823"/>
                  </a:lnTo>
                  <a:lnTo>
                    <a:pt x="34682" y="2670426"/>
                  </a:lnTo>
                  <a:lnTo>
                    <a:pt x="14247" y="2627213"/>
                  </a:lnTo>
                  <a:lnTo>
                    <a:pt x="2635" y="2580844"/>
                  </a:lnTo>
                  <a:lnTo>
                    <a:pt x="0" y="2545079"/>
                  </a:lnTo>
                  <a:lnTo>
                    <a:pt x="0" y="243839"/>
                  </a:lnTo>
                  <a:lnTo>
                    <a:pt x="4685" y="196269"/>
                  </a:lnTo>
                  <a:lnTo>
                    <a:pt x="18561" y="150526"/>
                  </a:lnTo>
                  <a:lnTo>
                    <a:pt x="41094" y="108369"/>
                  </a:lnTo>
                  <a:lnTo>
                    <a:pt x="71419" y="71419"/>
                  </a:lnTo>
                  <a:lnTo>
                    <a:pt x="108369" y="41094"/>
                  </a:lnTo>
                  <a:lnTo>
                    <a:pt x="150526" y="18561"/>
                  </a:lnTo>
                  <a:lnTo>
                    <a:pt x="196269" y="4685"/>
                  </a:lnTo>
                  <a:lnTo>
                    <a:pt x="243839" y="0"/>
                  </a:lnTo>
                  <a:lnTo>
                    <a:pt x="4160519" y="0"/>
                  </a:lnTo>
                  <a:lnTo>
                    <a:pt x="4208090" y="4685"/>
                  </a:lnTo>
                  <a:lnTo>
                    <a:pt x="4253832" y="18561"/>
                  </a:lnTo>
                  <a:lnTo>
                    <a:pt x="4295989" y="41094"/>
                  </a:lnTo>
                  <a:lnTo>
                    <a:pt x="4332940" y="71419"/>
                  </a:lnTo>
                  <a:lnTo>
                    <a:pt x="4363265" y="108369"/>
                  </a:lnTo>
                  <a:lnTo>
                    <a:pt x="4385798" y="150526"/>
                  </a:lnTo>
                  <a:lnTo>
                    <a:pt x="4399674" y="196269"/>
                  </a:lnTo>
                  <a:lnTo>
                    <a:pt x="4404359" y="243839"/>
                  </a:lnTo>
                  <a:lnTo>
                    <a:pt x="4404359" y="2545079"/>
                  </a:lnTo>
                  <a:lnTo>
                    <a:pt x="4399674" y="2592650"/>
                  </a:lnTo>
                  <a:lnTo>
                    <a:pt x="4385798" y="2638393"/>
                  </a:lnTo>
                  <a:lnTo>
                    <a:pt x="4363265" y="2680549"/>
                  </a:lnTo>
                  <a:lnTo>
                    <a:pt x="4332940" y="2717500"/>
                  </a:lnTo>
                  <a:lnTo>
                    <a:pt x="4295989" y="2747825"/>
                  </a:lnTo>
                  <a:lnTo>
                    <a:pt x="4253832" y="2770358"/>
                  </a:lnTo>
                  <a:lnTo>
                    <a:pt x="4208090" y="2784234"/>
                  </a:lnTo>
                  <a:lnTo>
                    <a:pt x="4160519" y="278891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433059" y="2773677"/>
              <a:ext cx="4404360" cy="2781300"/>
            </a:xfrm>
            <a:custGeom>
              <a:avLst/>
              <a:gdLst/>
              <a:ahLst/>
              <a:cxnLst/>
              <a:rect l="l" t="t" r="r" b="b"/>
              <a:pathLst>
                <a:path w="4404359" h="2781300">
                  <a:moveTo>
                    <a:pt x="190167" y="12700"/>
                  </a:moveTo>
                  <a:lnTo>
                    <a:pt x="161705" y="12700"/>
                  </a:lnTo>
                  <a:lnTo>
                    <a:pt x="173056" y="0"/>
                  </a:lnTo>
                  <a:lnTo>
                    <a:pt x="205343" y="0"/>
                  </a:lnTo>
                  <a:lnTo>
                    <a:pt x="190167" y="12700"/>
                  </a:lnTo>
                  <a:close/>
                </a:path>
                <a:path w="4404359" h="2781300">
                  <a:moveTo>
                    <a:pt x="4242653" y="12700"/>
                  </a:moveTo>
                  <a:lnTo>
                    <a:pt x="4214192" y="12700"/>
                  </a:lnTo>
                  <a:lnTo>
                    <a:pt x="4199016" y="0"/>
                  </a:lnTo>
                  <a:lnTo>
                    <a:pt x="4231303" y="0"/>
                  </a:lnTo>
                  <a:lnTo>
                    <a:pt x="4242653" y="12700"/>
                  </a:lnTo>
                  <a:close/>
                </a:path>
                <a:path w="4404359" h="2781300">
                  <a:moveTo>
                    <a:pt x="146294" y="25400"/>
                  </a:moveTo>
                  <a:lnTo>
                    <a:pt x="128893" y="25400"/>
                  </a:lnTo>
                  <a:lnTo>
                    <a:pt x="139571" y="12700"/>
                  </a:lnTo>
                  <a:lnTo>
                    <a:pt x="160590" y="12700"/>
                  </a:lnTo>
                  <a:lnTo>
                    <a:pt x="146294" y="25400"/>
                  </a:lnTo>
                  <a:close/>
                </a:path>
                <a:path w="4404359" h="2781300">
                  <a:moveTo>
                    <a:pt x="4275465" y="25400"/>
                  </a:moveTo>
                  <a:lnTo>
                    <a:pt x="4258064" y="25400"/>
                  </a:lnTo>
                  <a:lnTo>
                    <a:pt x="4243769" y="12700"/>
                  </a:lnTo>
                  <a:lnTo>
                    <a:pt x="4264788" y="12700"/>
                  </a:lnTo>
                  <a:lnTo>
                    <a:pt x="4275465" y="25400"/>
                  </a:lnTo>
                  <a:close/>
                </a:path>
                <a:path w="4404359" h="2781300">
                  <a:moveTo>
                    <a:pt x="125663" y="38100"/>
                  </a:moveTo>
                  <a:lnTo>
                    <a:pt x="108369" y="38100"/>
                  </a:lnTo>
                  <a:lnTo>
                    <a:pt x="118492" y="25400"/>
                  </a:lnTo>
                  <a:lnTo>
                    <a:pt x="139309" y="25400"/>
                  </a:lnTo>
                  <a:lnTo>
                    <a:pt x="125663" y="38100"/>
                  </a:lnTo>
                  <a:close/>
                </a:path>
                <a:path w="4404359" h="2781300">
                  <a:moveTo>
                    <a:pt x="4295989" y="38100"/>
                  </a:moveTo>
                  <a:lnTo>
                    <a:pt x="4278696" y="38100"/>
                  </a:lnTo>
                  <a:lnTo>
                    <a:pt x="4265050" y="25400"/>
                  </a:lnTo>
                  <a:lnTo>
                    <a:pt x="4285866" y="25400"/>
                  </a:lnTo>
                  <a:lnTo>
                    <a:pt x="4295989" y="38100"/>
                  </a:lnTo>
                  <a:close/>
                </a:path>
                <a:path w="4404359" h="2781300">
                  <a:moveTo>
                    <a:pt x="106170" y="50800"/>
                  </a:moveTo>
                  <a:lnTo>
                    <a:pt x="89147" y="50800"/>
                  </a:lnTo>
                  <a:lnTo>
                    <a:pt x="98572" y="38100"/>
                  </a:lnTo>
                  <a:lnTo>
                    <a:pt x="119035" y="38100"/>
                  </a:lnTo>
                  <a:lnTo>
                    <a:pt x="106170" y="50800"/>
                  </a:lnTo>
                  <a:close/>
                </a:path>
                <a:path w="4404359" h="2781300">
                  <a:moveTo>
                    <a:pt x="4315211" y="50800"/>
                  </a:moveTo>
                  <a:lnTo>
                    <a:pt x="4298189" y="50800"/>
                  </a:lnTo>
                  <a:lnTo>
                    <a:pt x="4285323" y="38100"/>
                  </a:lnTo>
                  <a:lnTo>
                    <a:pt x="4305787" y="38100"/>
                  </a:lnTo>
                  <a:lnTo>
                    <a:pt x="4315211" y="50800"/>
                  </a:lnTo>
                  <a:close/>
                </a:path>
                <a:path w="4404359" h="2781300">
                  <a:moveTo>
                    <a:pt x="51728" y="2679700"/>
                  </a:moveTo>
                  <a:lnTo>
                    <a:pt x="41094" y="2679700"/>
                  </a:lnTo>
                  <a:lnTo>
                    <a:pt x="34682" y="2667000"/>
                  </a:lnTo>
                  <a:lnTo>
                    <a:pt x="18561" y="2628900"/>
                  </a:lnTo>
                  <a:lnTo>
                    <a:pt x="10497" y="2603500"/>
                  </a:lnTo>
                  <a:lnTo>
                    <a:pt x="7309" y="2603500"/>
                  </a:lnTo>
                  <a:lnTo>
                    <a:pt x="1171" y="2565400"/>
                  </a:lnTo>
                  <a:lnTo>
                    <a:pt x="0" y="2540000"/>
                  </a:lnTo>
                  <a:lnTo>
                    <a:pt x="0" y="241300"/>
                  </a:lnTo>
                  <a:lnTo>
                    <a:pt x="2635" y="203200"/>
                  </a:lnTo>
                  <a:lnTo>
                    <a:pt x="10496" y="165100"/>
                  </a:lnTo>
                  <a:lnTo>
                    <a:pt x="23416" y="127000"/>
                  </a:lnTo>
                  <a:lnTo>
                    <a:pt x="28789" y="127000"/>
                  </a:lnTo>
                  <a:lnTo>
                    <a:pt x="34682" y="114300"/>
                  </a:lnTo>
                  <a:lnTo>
                    <a:pt x="41094" y="101600"/>
                  </a:lnTo>
                  <a:lnTo>
                    <a:pt x="47993" y="88900"/>
                  </a:lnTo>
                  <a:lnTo>
                    <a:pt x="55346" y="88900"/>
                  </a:lnTo>
                  <a:lnTo>
                    <a:pt x="63155" y="76200"/>
                  </a:lnTo>
                  <a:lnTo>
                    <a:pt x="71419" y="63500"/>
                  </a:lnTo>
                  <a:lnTo>
                    <a:pt x="80096" y="50800"/>
                  </a:lnTo>
                  <a:lnTo>
                    <a:pt x="99964" y="50800"/>
                  </a:lnTo>
                  <a:lnTo>
                    <a:pt x="88003" y="63500"/>
                  </a:lnTo>
                  <a:lnTo>
                    <a:pt x="82277" y="63500"/>
                  </a:lnTo>
                  <a:lnTo>
                    <a:pt x="71336" y="76200"/>
                  </a:lnTo>
                  <a:lnTo>
                    <a:pt x="66147" y="76200"/>
                  </a:lnTo>
                  <a:lnTo>
                    <a:pt x="56331" y="88900"/>
                  </a:lnTo>
                  <a:lnTo>
                    <a:pt x="51728" y="101600"/>
                  </a:lnTo>
                  <a:lnTo>
                    <a:pt x="43132" y="114300"/>
                  </a:lnTo>
                  <a:lnTo>
                    <a:pt x="39159" y="114300"/>
                  </a:lnTo>
                  <a:lnTo>
                    <a:pt x="31865" y="127000"/>
                  </a:lnTo>
                  <a:lnTo>
                    <a:pt x="28561" y="139700"/>
                  </a:lnTo>
                  <a:lnTo>
                    <a:pt x="22640" y="152400"/>
                  </a:lnTo>
                  <a:lnTo>
                    <a:pt x="20037" y="165100"/>
                  </a:lnTo>
                  <a:lnTo>
                    <a:pt x="15545" y="177800"/>
                  </a:lnTo>
                  <a:lnTo>
                    <a:pt x="13668" y="177800"/>
                  </a:lnTo>
                  <a:lnTo>
                    <a:pt x="10649" y="203200"/>
                  </a:lnTo>
                  <a:lnTo>
                    <a:pt x="9515" y="203200"/>
                  </a:lnTo>
                  <a:lnTo>
                    <a:pt x="7999" y="215900"/>
                  </a:lnTo>
                  <a:lnTo>
                    <a:pt x="7619" y="228600"/>
                  </a:lnTo>
                  <a:lnTo>
                    <a:pt x="7619" y="2552700"/>
                  </a:lnTo>
                  <a:lnTo>
                    <a:pt x="7999" y="2552700"/>
                  </a:lnTo>
                  <a:lnTo>
                    <a:pt x="9515" y="2565400"/>
                  </a:lnTo>
                  <a:lnTo>
                    <a:pt x="10649" y="2578100"/>
                  </a:lnTo>
                  <a:lnTo>
                    <a:pt x="13668" y="2590800"/>
                  </a:lnTo>
                  <a:lnTo>
                    <a:pt x="15545" y="2603500"/>
                  </a:lnTo>
                  <a:lnTo>
                    <a:pt x="20037" y="2616200"/>
                  </a:lnTo>
                  <a:lnTo>
                    <a:pt x="22640" y="2616200"/>
                  </a:lnTo>
                  <a:lnTo>
                    <a:pt x="28561" y="2641600"/>
                  </a:lnTo>
                  <a:lnTo>
                    <a:pt x="31865" y="2641600"/>
                  </a:lnTo>
                  <a:lnTo>
                    <a:pt x="39159" y="2654300"/>
                  </a:lnTo>
                  <a:lnTo>
                    <a:pt x="43132" y="2667000"/>
                  </a:lnTo>
                  <a:lnTo>
                    <a:pt x="51728" y="2679700"/>
                  </a:lnTo>
                  <a:close/>
                </a:path>
                <a:path w="4404359" h="2781300">
                  <a:moveTo>
                    <a:pt x="4363265" y="2679700"/>
                  </a:moveTo>
                  <a:lnTo>
                    <a:pt x="4352631" y="2679700"/>
                  </a:lnTo>
                  <a:lnTo>
                    <a:pt x="4361227" y="2667000"/>
                  </a:lnTo>
                  <a:lnTo>
                    <a:pt x="4365200" y="2654300"/>
                  </a:lnTo>
                  <a:lnTo>
                    <a:pt x="4372493" y="2641600"/>
                  </a:lnTo>
                  <a:lnTo>
                    <a:pt x="4375797" y="2641600"/>
                  </a:lnTo>
                  <a:lnTo>
                    <a:pt x="4381718" y="2616200"/>
                  </a:lnTo>
                  <a:lnTo>
                    <a:pt x="4384322" y="2616200"/>
                  </a:lnTo>
                  <a:lnTo>
                    <a:pt x="4388813" y="2603500"/>
                  </a:lnTo>
                  <a:lnTo>
                    <a:pt x="4390691" y="2590800"/>
                  </a:lnTo>
                  <a:lnTo>
                    <a:pt x="4393709" y="2578100"/>
                  </a:lnTo>
                  <a:lnTo>
                    <a:pt x="4394843" y="2565400"/>
                  </a:lnTo>
                  <a:lnTo>
                    <a:pt x="4396360" y="2552700"/>
                  </a:lnTo>
                  <a:lnTo>
                    <a:pt x="4396740" y="2552700"/>
                  </a:lnTo>
                  <a:lnTo>
                    <a:pt x="4396740" y="228600"/>
                  </a:lnTo>
                  <a:lnTo>
                    <a:pt x="4396360" y="215900"/>
                  </a:lnTo>
                  <a:lnTo>
                    <a:pt x="4394844" y="203200"/>
                  </a:lnTo>
                  <a:lnTo>
                    <a:pt x="4393710" y="203200"/>
                  </a:lnTo>
                  <a:lnTo>
                    <a:pt x="4390691" y="177800"/>
                  </a:lnTo>
                  <a:lnTo>
                    <a:pt x="4388813" y="177800"/>
                  </a:lnTo>
                  <a:lnTo>
                    <a:pt x="4384322" y="165100"/>
                  </a:lnTo>
                  <a:lnTo>
                    <a:pt x="4381718" y="152400"/>
                  </a:lnTo>
                  <a:lnTo>
                    <a:pt x="4375797" y="139700"/>
                  </a:lnTo>
                  <a:lnTo>
                    <a:pt x="4372493" y="127000"/>
                  </a:lnTo>
                  <a:lnTo>
                    <a:pt x="4365200" y="114300"/>
                  </a:lnTo>
                  <a:lnTo>
                    <a:pt x="4361227" y="114300"/>
                  </a:lnTo>
                  <a:lnTo>
                    <a:pt x="4352631" y="101600"/>
                  </a:lnTo>
                  <a:lnTo>
                    <a:pt x="4348028" y="88900"/>
                  </a:lnTo>
                  <a:lnTo>
                    <a:pt x="4338212" y="76200"/>
                  </a:lnTo>
                  <a:lnTo>
                    <a:pt x="4333022" y="76200"/>
                  </a:lnTo>
                  <a:lnTo>
                    <a:pt x="4322082" y="63500"/>
                  </a:lnTo>
                  <a:lnTo>
                    <a:pt x="4316356" y="63500"/>
                  </a:lnTo>
                  <a:lnTo>
                    <a:pt x="4304396" y="50800"/>
                  </a:lnTo>
                  <a:lnTo>
                    <a:pt x="4324262" y="50800"/>
                  </a:lnTo>
                  <a:lnTo>
                    <a:pt x="4332940" y="63500"/>
                  </a:lnTo>
                  <a:lnTo>
                    <a:pt x="4341204" y="76200"/>
                  </a:lnTo>
                  <a:lnTo>
                    <a:pt x="4349012" y="88900"/>
                  </a:lnTo>
                  <a:lnTo>
                    <a:pt x="4356366" y="88900"/>
                  </a:lnTo>
                  <a:lnTo>
                    <a:pt x="4363265" y="101600"/>
                  </a:lnTo>
                  <a:lnTo>
                    <a:pt x="4369676" y="114300"/>
                  </a:lnTo>
                  <a:lnTo>
                    <a:pt x="4375569" y="127000"/>
                  </a:lnTo>
                  <a:lnTo>
                    <a:pt x="4380943" y="127000"/>
                  </a:lnTo>
                  <a:lnTo>
                    <a:pt x="4393862" y="165100"/>
                  </a:lnTo>
                  <a:lnTo>
                    <a:pt x="4401724" y="203200"/>
                  </a:lnTo>
                  <a:lnTo>
                    <a:pt x="4404359" y="241300"/>
                  </a:lnTo>
                  <a:lnTo>
                    <a:pt x="4404359" y="2540000"/>
                  </a:lnTo>
                  <a:lnTo>
                    <a:pt x="4401724" y="2578100"/>
                  </a:lnTo>
                  <a:lnTo>
                    <a:pt x="4397050" y="2603500"/>
                  </a:lnTo>
                  <a:lnTo>
                    <a:pt x="4393862" y="2603500"/>
                  </a:lnTo>
                  <a:lnTo>
                    <a:pt x="4390112" y="2616200"/>
                  </a:lnTo>
                  <a:lnTo>
                    <a:pt x="4385798" y="2628900"/>
                  </a:lnTo>
                  <a:lnTo>
                    <a:pt x="4380943" y="2641600"/>
                  </a:lnTo>
                  <a:lnTo>
                    <a:pt x="4375570" y="2654300"/>
                  </a:lnTo>
                  <a:lnTo>
                    <a:pt x="4369677" y="2667000"/>
                  </a:lnTo>
                  <a:lnTo>
                    <a:pt x="4363265" y="2679700"/>
                  </a:lnTo>
                  <a:close/>
                </a:path>
                <a:path w="4404359" h="2781300">
                  <a:moveTo>
                    <a:pt x="71321" y="2705061"/>
                  </a:moveTo>
                  <a:lnTo>
                    <a:pt x="63131" y="2705061"/>
                  </a:lnTo>
                  <a:lnTo>
                    <a:pt x="55346" y="2692400"/>
                  </a:lnTo>
                  <a:lnTo>
                    <a:pt x="47993" y="2679700"/>
                  </a:lnTo>
                  <a:lnTo>
                    <a:pt x="56331" y="2679700"/>
                  </a:lnTo>
                  <a:lnTo>
                    <a:pt x="66147" y="2692400"/>
                  </a:lnTo>
                  <a:lnTo>
                    <a:pt x="71214" y="2704800"/>
                  </a:lnTo>
                  <a:lnTo>
                    <a:pt x="71321" y="2705061"/>
                  </a:lnTo>
                  <a:close/>
                </a:path>
                <a:path w="4404359" h="2781300">
                  <a:moveTo>
                    <a:pt x="4341227" y="2705061"/>
                  </a:moveTo>
                  <a:lnTo>
                    <a:pt x="4332966" y="2705061"/>
                  </a:lnTo>
                  <a:lnTo>
                    <a:pt x="4333145" y="2704800"/>
                  </a:lnTo>
                  <a:lnTo>
                    <a:pt x="4338212" y="2692400"/>
                  </a:lnTo>
                  <a:lnTo>
                    <a:pt x="4348028" y="2679700"/>
                  </a:lnTo>
                  <a:lnTo>
                    <a:pt x="4356366" y="2679700"/>
                  </a:lnTo>
                  <a:lnTo>
                    <a:pt x="4349012" y="2692400"/>
                  </a:lnTo>
                  <a:lnTo>
                    <a:pt x="4341227" y="2705061"/>
                  </a:lnTo>
                  <a:close/>
                </a:path>
                <a:path w="4404359" h="2781300">
                  <a:moveTo>
                    <a:pt x="99964" y="2730500"/>
                  </a:moveTo>
                  <a:lnTo>
                    <a:pt x="89147" y="2730500"/>
                  </a:lnTo>
                  <a:lnTo>
                    <a:pt x="80096" y="2717800"/>
                  </a:lnTo>
                  <a:lnTo>
                    <a:pt x="71392" y="2705061"/>
                  </a:lnTo>
                  <a:lnTo>
                    <a:pt x="82260" y="2705061"/>
                  </a:lnTo>
                  <a:lnTo>
                    <a:pt x="88003" y="2717800"/>
                  </a:lnTo>
                  <a:lnTo>
                    <a:pt x="99964" y="2730500"/>
                  </a:lnTo>
                  <a:close/>
                </a:path>
                <a:path w="4404359" h="2781300">
                  <a:moveTo>
                    <a:pt x="4315211" y="2730500"/>
                  </a:moveTo>
                  <a:lnTo>
                    <a:pt x="4304396" y="2730500"/>
                  </a:lnTo>
                  <a:lnTo>
                    <a:pt x="4316356" y="2717800"/>
                  </a:lnTo>
                  <a:lnTo>
                    <a:pt x="4322099" y="2705061"/>
                  </a:lnTo>
                  <a:lnTo>
                    <a:pt x="4332966" y="2705061"/>
                  </a:lnTo>
                  <a:lnTo>
                    <a:pt x="4324262" y="2717800"/>
                  </a:lnTo>
                  <a:lnTo>
                    <a:pt x="4315211" y="2730500"/>
                  </a:lnTo>
                  <a:close/>
                </a:path>
                <a:path w="4404359" h="2781300">
                  <a:moveTo>
                    <a:pt x="119035" y="2743200"/>
                  </a:moveTo>
                  <a:lnTo>
                    <a:pt x="108369" y="2743200"/>
                  </a:lnTo>
                  <a:lnTo>
                    <a:pt x="98572" y="2730500"/>
                  </a:lnTo>
                  <a:lnTo>
                    <a:pt x="106170" y="2730500"/>
                  </a:lnTo>
                  <a:lnTo>
                    <a:pt x="119035" y="2743200"/>
                  </a:lnTo>
                  <a:close/>
                </a:path>
                <a:path w="4404359" h="2781300">
                  <a:moveTo>
                    <a:pt x="4295989" y="2743200"/>
                  </a:moveTo>
                  <a:lnTo>
                    <a:pt x="4285323" y="2743200"/>
                  </a:lnTo>
                  <a:lnTo>
                    <a:pt x="4298189" y="2730500"/>
                  </a:lnTo>
                  <a:lnTo>
                    <a:pt x="4305787" y="2730500"/>
                  </a:lnTo>
                  <a:lnTo>
                    <a:pt x="4295989" y="2743200"/>
                  </a:lnTo>
                  <a:close/>
                </a:path>
                <a:path w="4404359" h="2781300">
                  <a:moveTo>
                    <a:pt x="139309" y="2755900"/>
                  </a:moveTo>
                  <a:lnTo>
                    <a:pt x="128893" y="2755900"/>
                  </a:lnTo>
                  <a:lnTo>
                    <a:pt x="118492" y="2743200"/>
                  </a:lnTo>
                  <a:lnTo>
                    <a:pt x="125663" y="2743200"/>
                  </a:lnTo>
                  <a:lnTo>
                    <a:pt x="139309" y="2755900"/>
                  </a:lnTo>
                  <a:close/>
                </a:path>
                <a:path w="4404359" h="2781300">
                  <a:moveTo>
                    <a:pt x="4275465" y="2755900"/>
                  </a:moveTo>
                  <a:lnTo>
                    <a:pt x="4265050" y="2755900"/>
                  </a:lnTo>
                  <a:lnTo>
                    <a:pt x="4278696" y="2743200"/>
                  </a:lnTo>
                  <a:lnTo>
                    <a:pt x="4285866" y="2743200"/>
                  </a:lnTo>
                  <a:lnTo>
                    <a:pt x="4275465" y="2755900"/>
                  </a:lnTo>
                  <a:close/>
                </a:path>
                <a:path w="4404359" h="2781300">
                  <a:moveTo>
                    <a:pt x="167865" y="2768600"/>
                  </a:moveTo>
                  <a:lnTo>
                    <a:pt x="150526" y="2768600"/>
                  </a:lnTo>
                  <a:lnTo>
                    <a:pt x="139571" y="2755900"/>
                  </a:lnTo>
                  <a:lnTo>
                    <a:pt x="160590" y="2755900"/>
                  </a:lnTo>
                  <a:lnTo>
                    <a:pt x="167865" y="2768600"/>
                  </a:lnTo>
                  <a:close/>
                </a:path>
                <a:path w="4404359" h="2781300">
                  <a:moveTo>
                    <a:pt x="4253832" y="2768600"/>
                  </a:moveTo>
                  <a:lnTo>
                    <a:pt x="4236494" y="2768600"/>
                  </a:lnTo>
                  <a:lnTo>
                    <a:pt x="4243769" y="2755900"/>
                  </a:lnTo>
                  <a:lnTo>
                    <a:pt x="4264787" y="2755900"/>
                  </a:lnTo>
                  <a:lnTo>
                    <a:pt x="4253832" y="2768600"/>
                  </a:lnTo>
                  <a:close/>
                </a:path>
                <a:path w="4404359" h="2781300">
                  <a:moveTo>
                    <a:pt x="4219782" y="2781300"/>
                  </a:moveTo>
                  <a:lnTo>
                    <a:pt x="184577" y="2781300"/>
                  </a:lnTo>
                  <a:lnTo>
                    <a:pt x="173056" y="2768600"/>
                  </a:lnTo>
                  <a:lnTo>
                    <a:pt x="4231302" y="2768600"/>
                  </a:lnTo>
                  <a:lnTo>
                    <a:pt x="4219782" y="278130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684520" y="3025137"/>
              <a:ext cx="426720" cy="426720"/>
            </a:xfrm>
            <a:custGeom>
              <a:avLst/>
              <a:gdLst/>
              <a:ahLst/>
              <a:cxnLst/>
              <a:rect l="l" t="t" r="r" b="b"/>
              <a:pathLst>
                <a:path w="426720" h="426720">
                  <a:moveTo>
                    <a:pt x="304799" y="426719"/>
                  </a:moveTo>
                  <a:lnTo>
                    <a:pt x="121919" y="426719"/>
                  </a:lnTo>
                  <a:lnTo>
                    <a:pt x="109909" y="426139"/>
                  </a:lnTo>
                  <a:lnTo>
                    <a:pt x="64389" y="412307"/>
                  </a:lnTo>
                  <a:lnTo>
                    <a:pt x="27627" y="382107"/>
                  </a:lnTo>
                  <a:lnTo>
                    <a:pt x="5220" y="340138"/>
                  </a:lnTo>
                  <a:lnTo>
                    <a:pt x="0" y="304799"/>
                  </a:lnTo>
                  <a:lnTo>
                    <a:pt x="0" y="121919"/>
                  </a:lnTo>
                  <a:lnTo>
                    <a:pt x="9280" y="75263"/>
                  </a:lnTo>
                  <a:lnTo>
                    <a:pt x="35709" y="35709"/>
                  </a:lnTo>
                  <a:lnTo>
                    <a:pt x="75263" y="9280"/>
                  </a:lnTo>
                  <a:lnTo>
                    <a:pt x="121919" y="0"/>
                  </a:lnTo>
                  <a:lnTo>
                    <a:pt x="304799" y="0"/>
                  </a:lnTo>
                  <a:lnTo>
                    <a:pt x="351456" y="9280"/>
                  </a:lnTo>
                  <a:lnTo>
                    <a:pt x="391010" y="35709"/>
                  </a:lnTo>
                  <a:lnTo>
                    <a:pt x="417439" y="75263"/>
                  </a:lnTo>
                  <a:lnTo>
                    <a:pt x="426719" y="121919"/>
                  </a:lnTo>
                  <a:lnTo>
                    <a:pt x="426719" y="304799"/>
                  </a:lnTo>
                  <a:lnTo>
                    <a:pt x="417439" y="351456"/>
                  </a:lnTo>
                  <a:lnTo>
                    <a:pt x="391010" y="391010"/>
                  </a:lnTo>
                  <a:lnTo>
                    <a:pt x="351456" y="417439"/>
                  </a:lnTo>
                  <a:lnTo>
                    <a:pt x="304799" y="426719"/>
                  </a:lnTo>
                  <a:close/>
                </a:path>
              </a:pathLst>
            </a:custGeom>
            <a:solidFill>
              <a:srgbClr val="1754B9">
                <a:alpha val="21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684520" y="3025137"/>
              <a:ext cx="426720" cy="426720"/>
            </a:xfrm>
            <a:custGeom>
              <a:avLst/>
              <a:gdLst/>
              <a:ahLst/>
              <a:cxnLst/>
              <a:rect l="l" t="t" r="r" b="b"/>
              <a:pathLst>
                <a:path w="426720" h="426720">
                  <a:moveTo>
                    <a:pt x="304799" y="426719"/>
                  </a:moveTo>
                  <a:lnTo>
                    <a:pt x="121919" y="426719"/>
                  </a:lnTo>
                  <a:lnTo>
                    <a:pt x="109909" y="426139"/>
                  </a:lnTo>
                  <a:lnTo>
                    <a:pt x="64389" y="412307"/>
                  </a:lnTo>
                  <a:lnTo>
                    <a:pt x="27627" y="382107"/>
                  </a:lnTo>
                  <a:lnTo>
                    <a:pt x="5220" y="340138"/>
                  </a:lnTo>
                  <a:lnTo>
                    <a:pt x="0" y="304799"/>
                  </a:lnTo>
                  <a:lnTo>
                    <a:pt x="0" y="121919"/>
                  </a:lnTo>
                  <a:lnTo>
                    <a:pt x="9280" y="75263"/>
                  </a:lnTo>
                  <a:lnTo>
                    <a:pt x="35709" y="35709"/>
                  </a:lnTo>
                  <a:lnTo>
                    <a:pt x="75263" y="9280"/>
                  </a:lnTo>
                  <a:lnTo>
                    <a:pt x="121919" y="0"/>
                  </a:lnTo>
                  <a:lnTo>
                    <a:pt x="304799" y="0"/>
                  </a:lnTo>
                  <a:lnTo>
                    <a:pt x="316810" y="580"/>
                  </a:lnTo>
                  <a:lnTo>
                    <a:pt x="328589" y="2320"/>
                  </a:lnTo>
                  <a:lnTo>
                    <a:pt x="340138" y="5220"/>
                  </a:lnTo>
                  <a:lnTo>
                    <a:pt x="346827" y="7619"/>
                  </a:lnTo>
                  <a:lnTo>
                    <a:pt x="114414" y="7619"/>
                  </a:lnTo>
                  <a:lnTo>
                    <a:pt x="106981" y="8352"/>
                  </a:lnTo>
                  <a:lnTo>
                    <a:pt x="64658" y="22713"/>
                  </a:lnTo>
                  <a:lnTo>
                    <a:pt x="31052" y="52178"/>
                  </a:lnTo>
                  <a:lnTo>
                    <a:pt x="11280" y="92260"/>
                  </a:lnTo>
                  <a:lnTo>
                    <a:pt x="7619" y="114414"/>
                  </a:lnTo>
                  <a:lnTo>
                    <a:pt x="7619" y="312305"/>
                  </a:lnTo>
                  <a:lnTo>
                    <a:pt x="19192" y="355474"/>
                  </a:lnTo>
                  <a:lnTo>
                    <a:pt x="46404" y="390929"/>
                  </a:lnTo>
                  <a:lnTo>
                    <a:pt x="85113" y="413271"/>
                  </a:lnTo>
                  <a:lnTo>
                    <a:pt x="114414" y="419099"/>
                  </a:lnTo>
                  <a:lnTo>
                    <a:pt x="346827" y="419099"/>
                  </a:lnTo>
                  <a:lnTo>
                    <a:pt x="340138" y="421499"/>
                  </a:lnTo>
                  <a:lnTo>
                    <a:pt x="328589" y="424399"/>
                  </a:lnTo>
                  <a:lnTo>
                    <a:pt x="316810" y="426139"/>
                  </a:lnTo>
                  <a:lnTo>
                    <a:pt x="304799" y="426719"/>
                  </a:lnTo>
                  <a:close/>
                </a:path>
                <a:path w="426720" h="426720">
                  <a:moveTo>
                    <a:pt x="346827" y="419099"/>
                  </a:moveTo>
                  <a:lnTo>
                    <a:pt x="312305" y="419099"/>
                  </a:lnTo>
                  <a:lnTo>
                    <a:pt x="319737" y="418367"/>
                  </a:lnTo>
                  <a:lnTo>
                    <a:pt x="334459" y="415439"/>
                  </a:lnTo>
                  <a:lnTo>
                    <a:pt x="374541" y="395667"/>
                  </a:lnTo>
                  <a:lnTo>
                    <a:pt x="404006" y="362061"/>
                  </a:lnTo>
                  <a:lnTo>
                    <a:pt x="418367" y="319737"/>
                  </a:lnTo>
                  <a:lnTo>
                    <a:pt x="419099" y="312305"/>
                  </a:lnTo>
                  <a:lnTo>
                    <a:pt x="419099" y="114414"/>
                  </a:lnTo>
                  <a:lnTo>
                    <a:pt x="407527" y="71245"/>
                  </a:lnTo>
                  <a:lnTo>
                    <a:pt x="380216" y="35709"/>
                  </a:lnTo>
                  <a:lnTo>
                    <a:pt x="341606" y="13448"/>
                  </a:lnTo>
                  <a:lnTo>
                    <a:pt x="312305" y="7619"/>
                  </a:lnTo>
                  <a:lnTo>
                    <a:pt x="346827" y="7619"/>
                  </a:lnTo>
                  <a:lnTo>
                    <a:pt x="382107" y="27627"/>
                  </a:lnTo>
                  <a:lnTo>
                    <a:pt x="412307" y="64389"/>
                  </a:lnTo>
                  <a:lnTo>
                    <a:pt x="426139" y="109909"/>
                  </a:lnTo>
                  <a:lnTo>
                    <a:pt x="426719" y="304799"/>
                  </a:lnTo>
                  <a:lnTo>
                    <a:pt x="426139" y="316810"/>
                  </a:lnTo>
                  <a:lnTo>
                    <a:pt x="412307" y="362330"/>
                  </a:lnTo>
                  <a:lnTo>
                    <a:pt x="382107" y="399092"/>
                  </a:lnTo>
                  <a:lnTo>
                    <a:pt x="351456" y="417439"/>
                  </a:lnTo>
                  <a:lnTo>
                    <a:pt x="346827" y="419099"/>
                  </a:lnTo>
                  <a:close/>
                </a:path>
              </a:pathLst>
            </a:custGeom>
            <a:solidFill>
              <a:srgbClr val="1754B9">
                <a:alpha val="4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07075" y="3147689"/>
              <a:ext cx="181610" cy="18161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6344285" y="3551064"/>
            <a:ext cx="2581910" cy="2298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>
                <a:solidFill>
                  <a:srgbClr val="FFFFFF"/>
                </a:solidFill>
                <a:latin typeface="Arial Black"/>
                <a:cs typeface="Arial Black"/>
              </a:rPr>
              <a:t>A</a:t>
            </a:r>
            <a:r>
              <a:rPr dirty="0" sz="1300" spc="-1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300" spc="-125">
                <a:solidFill>
                  <a:srgbClr val="FFFFFF"/>
                </a:solidFill>
                <a:latin typeface="Arial Black"/>
                <a:cs typeface="Arial Black"/>
              </a:rPr>
              <a:t>la</a:t>
            </a:r>
            <a:r>
              <a:rPr dirty="0" sz="1300" spc="-5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300" spc="-90">
                <a:solidFill>
                  <a:srgbClr val="FFFFFF"/>
                </a:solidFill>
                <a:latin typeface="Arial Black"/>
                <a:cs typeface="Arial Black"/>
              </a:rPr>
              <a:t>vanguardia</a:t>
            </a:r>
            <a:r>
              <a:rPr dirty="0" sz="1300" spc="-5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300" spc="-95">
                <a:solidFill>
                  <a:srgbClr val="FFFFFF"/>
                </a:solidFill>
                <a:latin typeface="Arial Black"/>
                <a:cs typeface="Arial Black"/>
              </a:rPr>
              <a:t>en</a:t>
            </a:r>
            <a:r>
              <a:rPr dirty="0" sz="1300" spc="-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300" spc="-75">
                <a:solidFill>
                  <a:srgbClr val="FFFFFF"/>
                </a:solidFill>
                <a:latin typeface="Arial Black"/>
                <a:cs typeface="Arial Black"/>
              </a:rPr>
              <a:t>tokenización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99705" y="3792056"/>
            <a:ext cx="3474085" cy="151892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300990" indent="-59055">
              <a:lnSpc>
                <a:spcPct val="100000"/>
              </a:lnSpc>
              <a:spcBef>
                <a:spcPts val="580"/>
              </a:spcBef>
              <a:buChar char="•"/>
              <a:tabLst>
                <a:tab pos="300990" algn="l"/>
              </a:tabLst>
            </a:pPr>
            <a:r>
              <a:rPr dirty="0" sz="1000" spc="-165">
                <a:solidFill>
                  <a:srgbClr val="9CA2AF"/>
                </a:solidFill>
                <a:latin typeface="Microsoft Sans Serif"/>
                <a:cs typeface="Microsoft Sans Serif"/>
              </a:rPr>
              <a:t>1ª</a:t>
            </a:r>
            <a:r>
              <a:rPr dirty="0" sz="1000" spc="-1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5">
                <a:solidFill>
                  <a:srgbClr val="9CA2AF"/>
                </a:solidFill>
                <a:latin typeface="Microsoft Sans Serif"/>
                <a:cs typeface="Microsoft Sans Serif"/>
              </a:rPr>
              <a:t>plataforma</a:t>
            </a:r>
            <a:r>
              <a:rPr dirty="0" sz="1000" spc="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30">
                <a:solidFill>
                  <a:srgbClr val="9CA2AF"/>
                </a:solidFill>
                <a:latin typeface="Microsoft Sans Serif"/>
                <a:cs typeface="Microsoft Sans Serif"/>
              </a:rPr>
              <a:t>regulada</a:t>
            </a:r>
            <a:r>
              <a:rPr dirty="0" sz="1000" spc="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35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1000" spc="-4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35">
                <a:solidFill>
                  <a:srgbClr val="9CA2AF"/>
                </a:solidFill>
                <a:latin typeface="Microsoft Sans Serif"/>
                <a:cs typeface="Microsoft Sans Serif"/>
              </a:rPr>
              <a:t>venta</a:t>
            </a:r>
            <a:r>
              <a:rPr dirty="0" sz="1000" spc="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35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1000" spc="-40">
                <a:solidFill>
                  <a:srgbClr val="9CA2AF"/>
                </a:solidFill>
                <a:latin typeface="Microsoft Sans Serif"/>
                <a:cs typeface="Microsoft Sans Serif"/>
              </a:rPr>
              <a:t> activos</a:t>
            </a:r>
            <a:r>
              <a:rPr dirty="0" sz="1000" spc="-5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9CA2AF"/>
                </a:solidFill>
                <a:latin typeface="Microsoft Sans Serif"/>
                <a:cs typeface="Microsoft Sans Serif"/>
              </a:rPr>
              <a:t>tokenizados</a:t>
            </a:r>
            <a:endParaRPr sz="1000">
              <a:latin typeface="Microsoft Sans Serif"/>
              <a:cs typeface="Microsoft Sans Serif"/>
            </a:endParaRPr>
          </a:p>
          <a:p>
            <a:pPr lvl="1" marL="440055" indent="-59055">
              <a:lnSpc>
                <a:spcPct val="100000"/>
              </a:lnSpc>
              <a:spcBef>
                <a:spcPts val="480"/>
              </a:spcBef>
              <a:buChar char="•"/>
              <a:tabLst>
                <a:tab pos="440055" algn="l"/>
              </a:tabLst>
            </a:pPr>
            <a:r>
              <a:rPr dirty="0" sz="1000" spc="-165">
                <a:solidFill>
                  <a:srgbClr val="9CA2AF"/>
                </a:solidFill>
                <a:latin typeface="Microsoft Sans Serif"/>
                <a:cs typeface="Microsoft Sans Serif"/>
              </a:rPr>
              <a:t>1ª</a:t>
            </a:r>
            <a:r>
              <a:rPr dirty="0" sz="1000" spc="1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35">
                <a:solidFill>
                  <a:srgbClr val="9CA2AF"/>
                </a:solidFill>
                <a:latin typeface="Microsoft Sans Serif"/>
                <a:cs typeface="Microsoft Sans Serif"/>
              </a:rPr>
              <a:t>solución</a:t>
            </a:r>
            <a:r>
              <a:rPr dirty="0" sz="1000" spc="1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35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1000" spc="-3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5">
                <a:solidFill>
                  <a:srgbClr val="9CA2AF"/>
                </a:solidFill>
                <a:latin typeface="Microsoft Sans Serif"/>
                <a:cs typeface="Microsoft Sans Serif"/>
              </a:rPr>
              <a:t>registro</a:t>
            </a:r>
            <a:r>
              <a:rPr dirty="0" sz="1000" spc="-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5">
                <a:solidFill>
                  <a:srgbClr val="9CA2AF"/>
                </a:solidFill>
                <a:latin typeface="Microsoft Sans Serif"/>
                <a:cs typeface="Microsoft Sans Serif"/>
              </a:rPr>
              <a:t>nativo</a:t>
            </a:r>
            <a:r>
              <a:rPr dirty="0" sz="1000" spc="-3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45">
                <a:solidFill>
                  <a:srgbClr val="9CA2AF"/>
                </a:solidFill>
                <a:latin typeface="Microsoft Sans Serif"/>
                <a:cs typeface="Microsoft Sans Serif"/>
              </a:rPr>
              <a:t>en</a:t>
            </a:r>
            <a:r>
              <a:rPr dirty="0" sz="1000" spc="1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30">
                <a:solidFill>
                  <a:srgbClr val="9CA2AF"/>
                </a:solidFill>
                <a:latin typeface="Microsoft Sans Serif"/>
                <a:cs typeface="Microsoft Sans Serif"/>
              </a:rPr>
              <a:t>blockchain</a:t>
            </a:r>
            <a:r>
              <a:rPr dirty="0" sz="1000" spc="1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10">
                <a:solidFill>
                  <a:srgbClr val="9CA2AF"/>
                </a:solidFill>
                <a:latin typeface="Microsoft Sans Serif"/>
                <a:cs typeface="Microsoft Sans Serif"/>
              </a:rPr>
              <a:t>(ERI</a:t>
            </a:r>
            <a:r>
              <a:rPr dirty="0" sz="1000" spc="-17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5">
                <a:solidFill>
                  <a:srgbClr val="9CA2AF"/>
                </a:solidFill>
                <a:latin typeface="Microsoft Sans Serif"/>
                <a:cs typeface="Microsoft Sans Serif"/>
              </a:rPr>
              <a:t>R)</a:t>
            </a:r>
            <a:endParaRPr sz="1000">
              <a:latin typeface="Microsoft Sans Serif"/>
              <a:cs typeface="Microsoft Sans Serif"/>
            </a:endParaRPr>
          </a:p>
          <a:p>
            <a:pPr lvl="2" marL="632460" indent="-59055">
              <a:lnSpc>
                <a:spcPct val="100000"/>
              </a:lnSpc>
              <a:spcBef>
                <a:spcPts val="480"/>
              </a:spcBef>
              <a:buChar char="•"/>
              <a:tabLst>
                <a:tab pos="632460" algn="l"/>
              </a:tabLst>
            </a:pPr>
            <a:r>
              <a:rPr dirty="0" sz="1000" spc="-114">
                <a:solidFill>
                  <a:srgbClr val="9CA2AF"/>
                </a:solidFill>
                <a:latin typeface="Microsoft Sans Serif"/>
                <a:cs typeface="Microsoft Sans Serif"/>
              </a:rPr>
              <a:t>1er</a:t>
            </a:r>
            <a:r>
              <a:rPr dirty="0" sz="1000" spc="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5">
                <a:solidFill>
                  <a:srgbClr val="9CA2AF"/>
                </a:solidFill>
                <a:latin typeface="Microsoft Sans Serif"/>
                <a:cs typeface="Microsoft Sans Serif"/>
              </a:rPr>
              <a:t>bono</a:t>
            </a:r>
            <a:r>
              <a:rPr dirty="0" sz="1000" spc="-1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35">
                <a:solidFill>
                  <a:srgbClr val="9CA2AF"/>
                </a:solidFill>
                <a:latin typeface="Microsoft Sans Serif"/>
                <a:cs typeface="Microsoft Sans Serif"/>
              </a:rPr>
              <a:t>tokenizado</a:t>
            </a:r>
            <a:r>
              <a:rPr dirty="0" sz="1000" spc="-1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0">
                <a:solidFill>
                  <a:srgbClr val="9CA2AF"/>
                </a:solidFill>
                <a:latin typeface="Microsoft Sans Serif"/>
                <a:cs typeface="Microsoft Sans Serif"/>
              </a:rPr>
              <a:t>plenamente</a:t>
            </a:r>
            <a:r>
              <a:rPr dirty="0" sz="1000" spc="-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9CA2AF"/>
                </a:solidFill>
                <a:latin typeface="Microsoft Sans Serif"/>
                <a:cs typeface="Microsoft Sans Serif"/>
              </a:rPr>
              <a:t>regulado</a:t>
            </a:r>
            <a:endParaRPr sz="1000">
              <a:latin typeface="Microsoft Sans Serif"/>
              <a:cs typeface="Microsoft Sans Serif"/>
            </a:endParaRPr>
          </a:p>
          <a:p>
            <a:pPr marL="71755" indent="-59055">
              <a:lnSpc>
                <a:spcPct val="100000"/>
              </a:lnSpc>
              <a:spcBef>
                <a:spcPts val="480"/>
              </a:spcBef>
              <a:buChar char="•"/>
              <a:tabLst>
                <a:tab pos="71755" algn="l"/>
              </a:tabLst>
            </a:pPr>
            <a:r>
              <a:rPr dirty="0" sz="1000" spc="-165">
                <a:solidFill>
                  <a:srgbClr val="9CA2AF"/>
                </a:solidFill>
                <a:latin typeface="Microsoft Sans Serif"/>
                <a:cs typeface="Microsoft Sans Serif"/>
              </a:rPr>
              <a:t>1ª</a:t>
            </a:r>
            <a:r>
              <a:rPr dirty="0" sz="1000" spc="2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5">
                <a:solidFill>
                  <a:srgbClr val="9CA2AF"/>
                </a:solidFill>
                <a:latin typeface="Microsoft Sans Serif"/>
                <a:cs typeface="Microsoft Sans Serif"/>
              </a:rPr>
              <a:t>emisión</a:t>
            </a:r>
            <a:r>
              <a:rPr dirty="0" sz="1000" spc="3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35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1000" spc="-1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50">
                <a:solidFill>
                  <a:srgbClr val="9CA2AF"/>
                </a:solidFill>
                <a:latin typeface="Microsoft Sans Serif"/>
                <a:cs typeface="Microsoft Sans Serif"/>
              </a:rPr>
              <a:t>acciones</a:t>
            </a:r>
            <a:r>
              <a:rPr dirty="0" sz="1000" spc="-2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45">
                <a:solidFill>
                  <a:srgbClr val="9CA2AF"/>
                </a:solidFill>
                <a:latin typeface="Microsoft Sans Serif"/>
                <a:cs typeface="Microsoft Sans Serif"/>
              </a:rPr>
              <a:t>tokenizadas</a:t>
            </a:r>
            <a:r>
              <a:rPr dirty="0" sz="1000" spc="-2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40">
                <a:solidFill>
                  <a:srgbClr val="9CA2AF"/>
                </a:solidFill>
                <a:latin typeface="Microsoft Sans Serif"/>
                <a:cs typeface="Microsoft Sans Serif"/>
              </a:rPr>
              <a:t>con</a:t>
            </a:r>
            <a:r>
              <a:rPr dirty="0" sz="1000" spc="3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5">
                <a:solidFill>
                  <a:srgbClr val="9CA2AF"/>
                </a:solidFill>
                <a:latin typeface="Microsoft Sans Serif"/>
                <a:cs typeface="Microsoft Sans Serif"/>
              </a:rPr>
              <a:t>reconocimiento</a:t>
            </a:r>
            <a:r>
              <a:rPr dirty="0" sz="1000" spc="-2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9CA2AF"/>
                </a:solidFill>
                <a:latin typeface="Microsoft Sans Serif"/>
                <a:cs typeface="Microsoft Sans Serif"/>
              </a:rPr>
              <a:t>jurídico</a:t>
            </a:r>
            <a:endParaRPr sz="1000">
              <a:latin typeface="Microsoft Sans Serif"/>
              <a:cs typeface="Microsoft Sans Serif"/>
            </a:endParaRPr>
          </a:p>
          <a:p>
            <a:pPr lvl="1" marL="912494" indent="-59055">
              <a:lnSpc>
                <a:spcPct val="100000"/>
              </a:lnSpc>
              <a:spcBef>
                <a:spcPts val="480"/>
              </a:spcBef>
              <a:buChar char="•"/>
              <a:tabLst>
                <a:tab pos="912494" algn="l"/>
              </a:tabLst>
            </a:pPr>
            <a:r>
              <a:rPr dirty="0" sz="1000" spc="-114">
                <a:solidFill>
                  <a:srgbClr val="9CA2AF"/>
                </a:solidFill>
                <a:latin typeface="Microsoft Sans Serif"/>
                <a:cs typeface="Microsoft Sans Serif"/>
              </a:rPr>
              <a:t>1er</a:t>
            </a:r>
            <a:r>
              <a:rPr dirty="0" sz="1000" spc="-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5">
                <a:solidFill>
                  <a:srgbClr val="9CA2AF"/>
                </a:solidFill>
                <a:latin typeface="Microsoft Sans Serif"/>
                <a:cs typeface="Microsoft Sans Serif"/>
              </a:rPr>
              <a:t>bono</a:t>
            </a:r>
            <a:r>
              <a:rPr dirty="0" sz="1000" spc="-2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5">
                <a:solidFill>
                  <a:srgbClr val="9CA2AF"/>
                </a:solidFill>
                <a:latin typeface="Microsoft Sans Serif"/>
                <a:cs typeface="Microsoft Sans Serif"/>
              </a:rPr>
              <a:t>hipotecario</a:t>
            </a:r>
            <a:r>
              <a:rPr dirty="0" sz="1000" spc="-2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9CA2AF"/>
                </a:solidFill>
                <a:latin typeface="Microsoft Sans Serif"/>
                <a:cs typeface="Microsoft Sans Serif"/>
              </a:rPr>
              <a:t>tokenizado</a:t>
            </a:r>
            <a:endParaRPr sz="1000">
              <a:latin typeface="Microsoft Sans Serif"/>
              <a:cs typeface="Microsoft Sans Serif"/>
            </a:endParaRPr>
          </a:p>
          <a:p>
            <a:pPr marL="831215" indent="-59055">
              <a:lnSpc>
                <a:spcPct val="100000"/>
              </a:lnSpc>
              <a:spcBef>
                <a:spcPts val="480"/>
              </a:spcBef>
              <a:buChar char="•"/>
              <a:tabLst>
                <a:tab pos="831215" algn="l"/>
              </a:tabLst>
            </a:pPr>
            <a:r>
              <a:rPr dirty="0" sz="1000" spc="-165">
                <a:solidFill>
                  <a:srgbClr val="9CA2AF"/>
                </a:solidFill>
                <a:latin typeface="Microsoft Sans Serif"/>
                <a:cs typeface="Microsoft Sans Serif"/>
              </a:rPr>
              <a:t>1ª</a:t>
            </a:r>
            <a:r>
              <a:rPr dirty="0" sz="100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45">
                <a:solidFill>
                  <a:srgbClr val="9CA2AF"/>
                </a:solidFill>
                <a:latin typeface="Microsoft Sans Serif"/>
                <a:cs typeface="Microsoft Sans Serif"/>
              </a:rPr>
              <a:t>sociedad</a:t>
            </a:r>
            <a:r>
              <a:rPr dirty="0" sz="1000" spc="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0">
                <a:solidFill>
                  <a:srgbClr val="9CA2AF"/>
                </a:solidFill>
                <a:latin typeface="Microsoft Sans Serif"/>
                <a:cs typeface="Microsoft Sans Serif"/>
              </a:rPr>
              <a:t>inmobiliaria</a:t>
            </a:r>
            <a:r>
              <a:rPr dirty="0" sz="1000" spc="1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9CA2AF"/>
                </a:solidFill>
                <a:latin typeface="Microsoft Sans Serif"/>
                <a:cs typeface="Microsoft Sans Serif"/>
              </a:rPr>
              <a:t>tokenizada</a:t>
            </a:r>
            <a:endParaRPr sz="1000">
              <a:latin typeface="Microsoft Sans Serif"/>
              <a:cs typeface="Microsoft Sans Serif"/>
            </a:endParaRPr>
          </a:p>
          <a:p>
            <a:pPr marL="513715" indent="-59055">
              <a:lnSpc>
                <a:spcPct val="100000"/>
              </a:lnSpc>
              <a:spcBef>
                <a:spcPts val="480"/>
              </a:spcBef>
              <a:buChar char="•"/>
              <a:tabLst>
                <a:tab pos="513715" algn="l"/>
              </a:tabLst>
            </a:pPr>
            <a:r>
              <a:rPr dirty="0" sz="1000" spc="-45">
                <a:solidFill>
                  <a:srgbClr val="9CA2AF"/>
                </a:solidFill>
                <a:latin typeface="Microsoft Sans Serif"/>
                <a:cs typeface="Microsoft Sans Serif"/>
              </a:rPr>
              <a:t>Clientes</a:t>
            </a:r>
            <a:r>
              <a:rPr dirty="0" sz="1000" spc="-5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45">
                <a:solidFill>
                  <a:srgbClr val="9CA2AF"/>
                </a:solidFill>
                <a:latin typeface="Microsoft Sans Serif"/>
                <a:cs typeface="Microsoft Sans Serif"/>
              </a:rPr>
              <a:t>en</a:t>
            </a:r>
            <a:r>
              <a:rPr dirty="0" sz="1000" spc="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80">
                <a:solidFill>
                  <a:srgbClr val="9CA2AF"/>
                </a:solidFill>
                <a:latin typeface="Microsoft Sans Serif"/>
                <a:cs typeface="Microsoft Sans Serif"/>
              </a:rPr>
              <a:t>5</a:t>
            </a:r>
            <a:r>
              <a:rPr dirty="0" sz="1000" spc="-5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60">
                <a:solidFill>
                  <a:srgbClr val="9CA2AF"/>
                </a:solidFill>
                <a:latin typeface="Microsoft Sans Serif"/>
                <a:cs typeface="Microsoft Sans Serif"/>
              </a:rPr>
              <a:t>países</a:t>
            </a:r>
            <a:r>
              <a:rPr dirty="0" sz="1000" spc="-5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45">
                <a:solidFill>
                  <a:srgbClr val="9CA2AF"/>
                </a:solidFill>
                <a:latin typeface="Microsoft Sans Serif"/>
                <a:cs typeface="Microsoft Sans Serif"/>
              </a:rPr>
              <a:t>en</a:t>
            </a:r>
            <a:r>
              <a:rPr dirty="0" sz="1000" spc="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45">
                <a:solidFill>
                  <a:srgbClr val="9CA2AF"/>
                </a:solidFill>
                <a:latin typeface="Microsoft Sans Serif"/>
                <a:cs typeface="Microsoft Sans Serif"/>
              </a:rPr>
              <a:t>Europa</a:t>
            </a:r>
            <a:r>
              <a:rPr dirty="0" sz="1000" spc="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9CA2AF"/>
                </a:solidFill>
                <a:latin typeface="Microsoft Sans Serif"/>
                <a:cs typeface="Microsoft Sans Serif"/>
              </a:rPr>
              <a:t>y</a:t>
            </a:r>
            <a:r>
              <a:rPr dirty="0" sz="1000" spc="-8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9CA2AF"/>
                </a:solidFill>
                <a:latin typeface="Microsoft Sans Serif"/>
                <a:cs typeface="Microsoft Sans Serif"/>
              </a:rPr>
              <a:t>Latinoamérica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90306" y="2266897"/>
            <a:ext cx="697230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0" b="1">
                <a:solidFill>
                  <a:srgbClr val="1754B9"/>
                </a:solidFill>
                <a:latin typeface="Georgia"/>
                <a:cs typeface="Georgia"/>
              </a:rPr>
              <a:t>T</a:t>
            </a:r>
            <a:r>
              <a:rPr dirty="0" sz="750" spc="-7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229" b="1">
                <a:solidFill>
                  <a:srgbClr val="1754B9"/>
                </a:solidFill>
                <a:latin typeface="Georgia"/>
                <a:cs typeface="Georgia"/>
              </a:rPr>
              <a:t>O</a:t>
            </a:r>
            <a:r>
              <a:rPr dirty="0" sz="750" spc="-5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95" b="1">
                <a:solidFill>
                  <a:srgbClr val="1754B9"/>
                </a:solidFill>
                <a:latin typeface="Georgia"/>
                <a:cs typeface="Georgia"/>
              </a:rPr>
              <a:t>K</a:t>
            </a:r>
            <a:r>
              <a:rPr dirty="0" sz="750" spc="-8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50" b="1">
                <a:solidFill>
                  <a:srgbClr val="1754B9"/>
                </a:solidFill>
                <a:latin typeface="Georgia"/>
                <a:cs typeface="Georgia"/>
              </a:rPr>
              <a:t>E</a:t>
            </a:r>
            <a:r>
              <a:rPr dirty="0" sz="750" spc="-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0" b="1">
                <a:solidFill>
                  <a:srgbClr val="1754B9"/>
                </a:solidFill>
                <a:latin typeface="Georgia"/>
                <a:cs typeface="Georgia"/>
              </a:rPr>
              <a:t>N</a:t>
            </a:r>
            <a:r>
              <a:rPr dirty="0" sz="750" spc="3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40" b="1">
                <a:solidFill>
                  <a:srgbClr val="1754B9"/>
                </a:solidFill>
                <a:latin typeface="Georgia"/>
                <a:cs typeface="Georgia"/>
              </a:rPr>
              <a:t>C</a:t>
            </a:r>
            <a:r>
              <a:rPr dirty="0" sz="750" spc="-5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b="1">
                <a:solidFill>
                  <a:srgbClr val="1754B9"/>
                </a:solidFill>
                <a:latin typeface="Georgia"/>
                <a:cs typeface="Georgia"/>
              </a:rPr>
              <a:t>I</a:t>
            </a:r>
            <a:r>
              <a:rPr dirty="0" sz="750" spc="-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00" b="1">
                <a:solidFill>
                  <a:srgbClr val="1754B9"/>
                </a:solidFill>
                <a:latin typeface="Georgia"/>
                <a:cs typeface="Georgia"/>
              </a:rPr>
              <a:t>T</a:t>
            </a:r>
            <a:r>
              <a:rPr dirty="0" sz="750" spc="-7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50" b="1">
                <a:solidFill>
                  <a:srgbClr val="1754B9"/>
                </a:solidFill>
                <a:latin typeface="Georgia"/>
                <a:cs typeface="Georgia"/>
              </a:rPr>
              <a:t>Y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743358" y="2366939"/>
            <a:ext cx="5218430" cy="5899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0"/>
              <a:t>¿Qué</a:t>
            </a:r>
            <a:r>
              <a:rPr dirty="0" spc="-280"/>
              <a:t> </a:t>
            </a:r>
            <a:r>
              <a:rPr dirty="0" spc="-65"/>
              <a:t>ofrece</a:t>
            </a:r>
            <a:r>
              <a:rPr dirty="0" spc="-280"/>
              <a:t> </a:t>
            </a:r>
            <a:r>
              <a:rPr dirty="0" spc="-140"/>
              <a:t>Token</a:t>
            </a:r>
            <a:r>
              <a:rPr dirty="0" spc="-160"/>
              <a:t> </a:t>
            </a:r>
            <a:r>
              <a:rPr dirty="0" spc="-75"/>
              <a:t>City?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01198" y="3049957"/>
            <a:ext cx="54819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3340" marR="5080" indent="-41275">
              <a:lnSpc>
                <a:spcPct val="121700"/>
              </a:lnSpc>
              <a:spcBef>
                <a:spcPts val="95"/>
              </a:spcBef>
            </a:pP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Soluciones</a:t>
            </a:r>
            <a:r>
              <a:rPr dirty="0" sz="1150" spc="11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9CA2AF"/>
                </a:solidFill>
                <a:latin typeface="Microsoft Sans Serif"/>
                <a:cs typeface="Microsoft Sans Serif"/>
              </a:rPr>
              <a:t>"end-</a:t>
            </a:r>
            <a:r>
              <a:rPr dirty="0" sz="1150" spc="70">
                <a:solidFill>
                  <a:srgbClr val="9CA2AF"/>
                </a:solidFill>
                <a:latin typeface="Microsoft Sans Serif"/>
                <a:cs typeface="Microsoft Sans Serif"/>
              </a:rPr>
              <a:t>to-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end":</a:t>
            </a:r>
            <a:r>
              <a:rPr dirty="0" sz="1150" spc="204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asesoramiento,</a:t>
            </a:r>
            <a:r>
              <a:rPr dirty="0" sz="1150" spc="20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9CA2AF"/>
                </a:solidFill>
                <a:latin typeface="Microsoft Sans Serif"/>
                <a:cs typeface="Microsoft Sans Serif"/>
              </a:rPr>
              <a:t>cobertura</a:t>
            </a:r>
            <a:r>
              <a:rPr dirty="0" sz="1150" spc="21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regulatoria,</a:t>
            </a:r>
            <a:r>
              <a:rPr dirty="0" sz="1150" spc="204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35">
                <a:solidFill>
                  <a:srgbClr val="9CA2AF"/>
                </a:solidFill>
                <a:latin typeface="Microsoft Sans Serif"/>
                <a:cs typeface="Microsoft Sans Serif"/>
              </a:rPr>
              <a:t>infraestructura </a:t>
            </a:r>
            <a:r>
              <a:rPr dirty="0" sz="1150" spc="45">
                <a:solidFill>
                  <a:srgbClr val="9CA2AF"/>
                </a:solidFill>
                <a:latin typeface="Microsoft Sans Serif"/>
                <a:cs typeface="Microsoft Sans Serif"/>
              </a:rPr>
              <a:t>tecnológica</a:t>
            </a:r>
            <a:r>
              <a:rPr dirty="0" sz="1150" spc="9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80">
                <a:solidFill>
                  <a:srgbClr val="9CA2AF"/>
                </a:solidFill>
                <a:latin typeface="Microsoft Sans Serif"/>
                <a:cs typeface="Microsoft Sans Serif"/>
              </a:rPr>
              <a:t>y</a:t>
            </a:r>
            <a:r>
              <a:rPr dirty="0" sz="1150" spc="-4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5">
                <a:solidFill>
                  <a:srgbClr val="9CA2AF"/>
                </a:solidFill>
                <a:latin typeface="Microsoft Sans Serif"/>
                <a:cs typeface="Microsoft Sans Serif"/>
              </a:rPr>
              <a:t>mercados</a:t>
            </a:r>
            <a:r>
              <a:rPr dirty="0" sz="1150" spc="2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para</a:t>
            </a:r>
            <a:r>
              <a:rPr dirty="0" sz="1150" spc="9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45">
                <a:solidFill>
                  <a:srgbClr val="9CA2AF"/>
                </a:solidFill>
                <a:latin typeface="Microsoft Sans Serif"/>
                <a:cs typeface="Microsoft Sans Serif"/>
              </a:rPr>
              <a:t>emitir,</a:t>
            </a:r>
            <a:r>
              <a:rPr dirty="0" sz="1150" spc="9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5">
                <a:solidFill>
                  <a:srgbClr val="9CA2AF"/>
                </a:solidFill>
                <a:latin typeface="Microsoft Sans Serif"/>
                <a:cs typeface="Microsoft Sans Serif"/>
              </a:rPr>
              <a:t>distribuir</a:t>
            </a:r>
            <a:r>
              <a:rPr dirty="0" sz="1150" spc="4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80">
                <a:solidFill>
                  <a:srgbClr val="9CA2AF"/>
                </a:solidFill>
                <a:latin typeface="Microsoft Sans Serif"/>
                <a:cs typeface="Microsoft Sans Serif"/>
              </a:rPr>
              <a:t>y</a:t>
            </a:r>
            <a:r>
              <a:rPr dirty="0" sz="1150" spc="-4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45">
                <a:solidFill>
                  <a:srgbClr val="9CA2AF"/>
                </a:solidFill>
                <a:latin typeface="Microsoft Sans Serif"/>
                <a:cs typeface="Microsoft Sans Serif"/>
              </a:rPr>
              <a:t>negociar</a:t>
            </a:r>
            <a:r>
              <a:rPr dirty="0" sz="1150" spc="5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activos</a:t>
            </a:r>
            <a:r>
              <a:rPr dirty="0" sz="1150" spc="1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9CA2AF"/>
                </a:solidFill>
                <a:latin typeface="Microsoft Sans Serif"/>
                <a:cs typeface="Microsoft Sans Serif"/>
              </a:rPr>
              <a:t>tokenizados.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04801" y="4960197"/>
            <a:ext cx="487045" cy="1663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00" spc="-85">
                <a:solidFill>
                  <a:srgbClr val="FFFFFF"/>
                </a:solidFill>
                <a:latin typeface="Arial Black"/>
                <a:cs typeface="Arial Black"/>
              </a:rPr>
              <a:t>Asesoría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74308" y="4960197"/>
            <a:ext cx="1208405" cy="1663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00" spc="-75">
                <a:solidFill>
                  <a:srgbClr val="FFFFFF"/>
                </a:solidFill>
                <a:latin typeface="Arial Black"/>
                <a:cs typeface="Arial Black"/>
              </a:rPr>
              <a:t>Cobertura</a:t>
            </a:r>
            <a:r>
              <a:rPr dirty="0" sz="900" spc="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60">
                <a:solidFill>
                  <a:srgbClr val="FFFFFF"/>
                </a:solidFill>
                <a:latin typeface="Arial Black"/>
                <a:cs typeface="Arial Black"/>
              </a:rPr>
              <a:t>regulatoria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49793" y="4960197"/>
            <a:ext cx="1518285" cy="1663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00" spc="-80">
                <a:solidFill>
                  <a:srgbClr val="FFFFFF"/>
                </a:solidFill>
                <a:latin typeface="Arial Black"/>
                <a:cs typeface="Arial Black"/>
              </a:rPr>
              <a:t>Infraestructura</a:t>
            </a:r>
            <a:r>
              <a:rPr dirty="0" sz="900" spc="7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65">
                <a:solidFill>
                  <a:srgbClr val="FFFFFF"/>
                </a:solidFill>
                <a:latin typeface="Arial Black"/>
                <a:cs typeface="Arial Black"/>
              </a:rPr>
              <a:t>tecnológica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60238" y="4960197"/>
            <a:ext cx="563880" cy="1663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00" spc="-70">
                <a:solidFill>
                  <a:srgbClr val="FFFFFF"/>
                </a:solidFill>
                <a:latin typeface="Arial Black"/>
                <a:cs typeface="Arial Black"/>
              </a:rPr>
              <a:t>Mercados</a:t>
            </a:r>
            <a:endParaRPr sz="900">
              <a:latin typeface="Arial Black"/>
              <a:cs typeface="Arial Black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508759" y="3726176"/>
            <a:ext cx="1280160" cy="1282700"/>
            <a:chOff x="1508759" y="3726176"/>
            <a:chExt cx="1280160" cy="128270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08759" y="3726176"/>
              <a:ext cx="1279967" cy="12826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68779" y="3886198"/>
              <a:ext cx="960119" cy="96773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51049" y="4268467"/>
              <a:ext cx="195579" cy="177799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3642359" y="3726176"/>
            <a:ext cx="1280160" cy="1282700"/>
            <a:chOff x="3642359" y="3726176"/>
            <a:chExt cx="1280160" cy="128270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42359" y="3726176"/>
              <a:ext cx="1279967" cy="12826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02380" y="3886198"/>
              <a:ext cx="960119" cy="96773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84649" y="4286247"/>
              <a:ext cx="195579" cy="168909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5768339" y="3726176"/>
            <a:ext cx="1280160" cy="1282700"/>
            <a:chOff x="5768339" y="3726176"/>
            <a:chExt cx="1280160" cy="1282700"/>
          </a:xfrm>
        </p:grpSpPr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68339" y="3726176"/>
              <a:ext cx="1279967" cy="128269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28359" y="3886198"/>
              <a:ext cx="960119" cy="96773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10629" y="4268467"/>
              <a:ext cx="195579" cy="195579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7901939" y="3726176"/>
            <a:ext cx="1280160" cy="1282700"/>
            <a:chOff x="7901939" y="3726176"/>
            <a:chExt cx="1280160" cy="1282700"/>
          </a:xfrm>
        </p:grpSpPr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901939" y="3726176"/>
              <a:ext cx="1279967" cy="128269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061959" y="3886198"/>
              <a:ext cx="960119" cy="96773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8461592" y="4276618"/>
              <a:ext cx="161290" cy="179070"/>
            </a:xfrm>
            <a:custGeom>
              <a:avLst/>
              <a:gdLst/>
              <a:ahLst/>
              <a:cxnLst/>
              <a:rect l="l" t="t" r="r" b="b"/>
              <a:pathLst>
                <a:path w="161290" h="179070">
                  <a:moveTo>
                    <a:pt x="62647" y="142979"/>
                  </a:moveTo>
                  <a:lnTo>
                    <a:pt x="62647" y="80749"/>
                  </a:lnTo>
                </a:path>
                <a:path w="161290" h="179070">
                  <a:moveTo>
                    <a:pt x="72594" y="2561"/>
                  </a:moveTo>
                  <a:lnTo>
                    <a:pt x="77816" y="0"/>
                  </a:lnTo>
                  <a:lnTo>
                    <a:pt x="83037" y="0"/>
                  </a:lnTo>
                  <a:lnTo>
                    <a:pt x="88259" y="2561"/>
                  </a:lnTo>
                  <a:lnTo>
                    <a:pt x="157956" y="36752"/>
                  </a:lnTo>
                  <a:lnTo>
                    <a:pt x="160073" y="37790"/>
                  </a:lnTo>
                  <a:lnTo>
                    <a:pt x="160864" y="39456"/>
                  </a:lnTo>
                  <a:lnTo>
                    <a:pt x="160330" y="41752"/>
                  </a:lnTo>
                  <a:lnTo>
                    <a:pt x="159795" y="44048"/>
                  </a:lnTo>
                  <a:lnTo>
                    <a:pt x="158349" y="45194"/>
                  </a:lnTo>
                  <a:lnTo>
                    <a:pt x="155991" y="45189"/>
                  </a:lnTo>
                  <a:lnTo>
                    <a:pt x="4862" y="45189"/>
                  </a:lnTo>
                  <a:lnTo>
                    <a:pt x="2507" y="45189"/>
                  </a:lnTo>
                  <a:lnTo>
                    <a:pt x="1063" y="44042"/>
                  </a:lnTo>
                  <a:lnTo>
                    <a:pt x="531" y="41748"/>
                  </a:lnTo>
                  <a:lnTo>
                    <a:pt x="0" y="39454"/>
                  </a:lnTo>
                  <a:lnTo>
                    <a:pt x="791" y="37789"/>
                  </a:lnTo>
                  <a:lnTo>
                    <a:pt x="2906" y="36752"/>
                  </a:lnTo>
                  <a:lnTo>
                    <a:pt x="72594" y="2561"/>
                  </a:lnTo>
                  <a:close/>
                </a:path>
                <a:path w="161290" h="179070">
                  <a:moveTo>
                    <a:pt x="98207" y="142979"/>
                  </a:moveTo>
                  <a:lnTo>
                    <a:pt x="98207" y="80749"/>
                  </a:lnTo>
                </a:path>
                <a:path w="161290" h="179070">
                  <a:moveTo>
                    <a:pt x="133767" y="142979"/>
                  </a:moveTo>
                  <a:lnTo>
                    <a:pt x="133767" y="80749"/>
                  </a:lnTo>
                </a:path>
                <a:path w="161290" h="179070">
                  <a:moveTo>
                    <a:pt x="417" y="178539"/>
                  </a:moveTo>
                  <a:lnTo>
                    <a:pt x="160436" y="178539"/>
                  </a:lnTo>
                </a:path>
                <a:path w="161290" h="179070">
                  <a:moveTo>
                    <a:pt x="27087" y="142979"/>
                  </a:moveTo>
                  <a:lnTo>
                    <a:pt x="27087" y="80749"/>
                  </a:lnTo>
                </a:path>
              </a:pathLst>
            </a:custGeom>
            <a:ln w="17779">
              <a:solidFill>
                <a:srgbClr val="DBE7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90306" y="2434537"/>
            <a:ext cx="697230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0" b="1">
                <a:solidFill>
                  <a:srgbClr val="1754B9"/>
                </a:solidFill>
                <a:latin typeface="Georgia"/>
                <a:cs typeface="Georgia"/>
              </a:rPr>
              <a:t>T</a:t>
            </a:r>
            <a:r>
              <a:rPr dirty="0" sz="750" spc="-7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229" b="1">
                <a:solidFill>
                  <a:srgbClr val="1754B9"/>
                </a:solidFill>
                <a:latin typeface="Georgia"/>
                <a:cs typeface="Georgia"/>
              </a:rPr>
              <a:t>O</a:t>
            </a:r>
            <a:r>
              <a:rPr dirty="0" sz="750" spc="-5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95" b="1">
                <a:solidFill>
                  <a:srgbClr val="1754B9"/>
                </a:solidFill>
                <a:latin typeface="Georgia"/>
                <a:cs typeface="Georgia"/>
              </a:rPr>
              <a:t>K</a:t>
            </a:r>
            <a:r>
              <a:rPr dirty="0" sz="750" spc="-8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50" b="1">
                <a:solidFill>
                  <a:srgbClr val="1754B9"/>
                </a:solidFill>
                <a:latin typeface="Georgia"/>
                <a:cs typeface="Georgia"/>
              </a:rPr>
              <a:t>E</a:t>
            </a:r>
            <a:r>
              <a:rPr dirty="0" sz="750" spc="-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0" b="1">
                <a:solidFill>
                  <a:srgbClr val="1754B9"/>
                </a:solidFill>
                <a:latin typeface="Georgia"/>
                <a:cs typeface="Georgia"/>
              </a:rPr>
              <a:t>N</a:t>
            </a:r>
            <a:r>
              <a:rPr dirty="0" sz="750" spc="3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40" b="1">
                <a:solidFill>
                  <a:srgbClr val="1754B9"/>
                </a:solidFill>
                <a:latin typeface="Georgia"/>
                <a:cs typeface="Georgia"/>
              </a:rPr>
              <a:t>C</a:t>
            </a:r>
            <a:r>
              <a:rPr dirty="0" sz="750" spc="-5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b="1">
                <a:solidFill>
                  <a:srgbClr val="1754B9"/>
                </a:solidFill>
                <a:latin typeface="Georgia"/>
                <a:cs typeface="Georgia"/>
              </a:rPr>
              <a:t>I</a:t>
            </a:r>
            <a:r>
              <a:rPr dirty="0" sz="750" spc="-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00" b="1">
                <a:solidFill>
                  <a:srgbClr val="1754B9"/>
                </a:solidFill>
                <a:latin typeface="Georgia"/>
                <a:cs typeface="Georgia"/>
              </a:rPr>
              <a:t>T</a:t>
            </a:r>
            <a:r>
              <a:rPr dirty="0" sz="750" spc="-7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50" b="1">
                <a:solidFill>
                  <a:srgbClr val="1754B9"/>
                </a:solidFill>
                <a:latin typeface="Georgia"/>
                <a:cs typeface="Georgia"/>
              </a:rPr>
              <a:t>Y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419639" y="2481239"/>
            <a:ext cx="1858010" cy="5899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5"/>
              <a:t>Asesoría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196028" y="3110918"/>
            <a:ext cx="62934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63294" marR="5080" indent="-951230">
              <a:lnSpc>
                <a:spcPct val="121700"/>
              </a:lnSpc>
              <a:spcBef>
                <a:spcPts val="95"/>
              </a:spcBef>
            </a:pPr>
            <a:r>
              <a:rPr dirty="0" sz="1150" spc="20">
                <a:solidFill>
                  <a:srgbClr val="9CA2AF"/>
                </a:solidFill>
                <a:latin typeface="Microsoft Sans Serif"/>
                <a:cs typeface="Microsoft Sans Serif"/>
              </a:rPr>
              <a:t>Token</a:t>
            </a:r>
            <a:r>
              <a:rPr dirty="0" sz="1150" spc="5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9CA2AF"/>
                </a:solidFill>
                <a:latin typeface="Microsoft Sans Serif"/>
                <a:cs typeface="Microsoft Sans Serif"/>
              </a:rPr>
              <a:t>City</a:t>
            </a:r>
            <a:r>
              <a:rPr dirty="0" sz="1150" spc="-6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9CA2AF"/>
                </a:solidFill>
                <a:latin typeface="Microsoft Sans Serif"/>
                <a:cs typeface="Microsoft Sans Serif"/>
              </a:rPr>
              <a:t>ha</a:t>
            </a:r>
            <a:r>
              <a:rPr dirty="0" sz="1150" spc="6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5">
                <a:solidFill>
                  <a:srgbClr val="9CA2AF"/>
                </a:solidFill>
                <a:latin typeface="Microsoft Sans Serif"/>
                <a:cs typeface="Microsoft Sans Serif"/>
              </a:rPr>
              <a:t>adquirido</a:t>
            </a:r>
            <a:r>
              <a:rPr dirty="0" sz="1150" spc="-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75">
                <a:solidFill>
                  <a:srgbClr val="9CA2AF"/>
                </a:solidFill>
                <a:latin typeface="Microsoft Sans Serif"/>
                <a:cs typeface="Microsoft Sans Serif"/>
              </a:rPr>
              <a:t>un</a:t>
            </a:r>
            <a:r>
              <a:rPr dirty="0" sz="1150" spc="6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70">
                <a:solidFill>
                  <a:srgbClr val="9CA2AF"/>
                </a:solidFill>
                <a:latin typeface="Microsoft Sans Serif"/>
                <a:cs typeface="Microsoft Sans Serif"/>
              </a:rPr>
              <a:t>amplio</a:t>
            </a:r>
            <a:r>
              <a:rPr dirty="0" sz="1150" spc="-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70">
                <a:solidFill>
                  <a:srgbClr val="9CA2AF"/>
                </a:solidFill>
                <a:latin typeface="Microsoft Sans Serif"/>
                <a:cs typeface="Microsoft Sans Serif"/>
              </a:rPr>
              <a:t>know-</a:t>
            </a:r>
            <a:r>
              <a:rPr dirty="0" sz="1150" spc="114">
                <a:solidFill>
                  <a:srgbClr val="9CA2AF"/>
                </a:solidFill>
                <a:latin typeface="Microsoft Sans Serif"/>
                <a:cs typeface="Microsoft Sans Serif"/>
              </a:rPr>
              <a:t>how</a:t>
            </a:r>
            <a:r>
              <a:rPr dirty="0" sz="1150" spc="-9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9CA2AF"/>
                </a:solidFill>
                <a:latin typeface="Microsoft Sans Serif"/>
                <a:cs typeface="Microsoft Sans Serif"/>
              </a:rPr>
              <a:t>en</a:t>
            </a:r>
            <a:r>
              <a:rPr dirty="0" sz="1150" spc="5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9CA2AF"/>
                </a:solidFill>
                <a:latin typeface="Microsoft Sans Serif"/>
                <a:cs typeface="Microsoft Sans Serif"/>
              </a:rPr>
              <a:t>tokenización</a:t>
            </a:r>
            <a:r>
              <a:rPr dirty="0" sz="1150" spc="5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5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1150" spc="-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9CA2AF"/>
                </a:solidFill>
                <a:latin typeface="Microsoft Sans Serif"/>
                <a:cs typeface="Microsoft Sans Serif"/>
              </a:rPr>
              <a:t>activos,</a:t>
            </a:r>
            <a:r>
              <a:rPr dirty="0" sz="1150" spc="5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9CA2AF"/>
                </a:solidFill>
                <a:latin typeface="Microsoft Sans Serif"/>
                <a:cs typeface="Microsoft Sans Serif"/>
              </a:rPr>
              <a:t>en</a:t>
            </a:r>
            <a:r>
              <a:rPr dirty="0" sz="1150" spc="5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casos</a:t>
            </a:r>
            <a:r>
              <a:rPr dirty="0" sz="1150" spc="-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5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1150" spc="-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0">
                <a:solidFill>
                  <a:srgbClr val="9CA2AF"/>
                </a:solidFill>
                <a:latin typeface="Microsoft Sans Serif"/>
                <a:cs typeface="Microsoft Sans Serif"/>
              </a:rPr>
              <a:t>uso, </a:t>
            </a:r>
            <a:r>
              <a:rPr dirty="0" sz="1150" spc="45">
                <a:solidFill>
                  <a:srgbClr val="9CA2AF"/>
                </a:solidFill>
                <a:latin typeface="Microsoft Sans Serif"/>
                <a:cs typeface="Microsoft Sans Serif"/>
              </a:rPr>
              <a:t>industrias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80">
                <a:solidFill>
                  <a:srgbClr val="9CA2AF"/>
                </a:solidFill>
                <a:latin typeface="Microsoft Sans Serif"/>
                <a:cs typeface="Microsoft Sans Serif"/>
              </a:rPr>
              <a:t>y</a:t>
            </a:r>
            <a:r>
              <a:rPr dirty="0" sz="1150" spc="-4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países</a:t>
            </a:r>
            <a:r>
              <a:rPr dirty="0" sz="1150" spc="1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diversos.</a:t>
            </a:r>
            <a:r>
              <a:rPr dirty="0" sz="1150" spc="8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Por</a:t>
            </a:r>
            <a:r>
              <a:rPr dirty="0" sz="1150" spc="4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ello,</a:t>
            </a:r>
            <a:r>
              <a:rPr dirty="0" sz="1150" spc="8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70">
                <a:solidFill>
                  <a:srgbClr val="9CA2AF"/>
                </a:solidFill>
                <a:latin typeface="Microsoft Sans Serif"/>
                <a:cs typeface="Microsoft Sans Serif"/>
              </a:rPr>
              <a:t>puede</a:t>
            </a:r>
            <a:r>
              <a:rPr dirty="0" sz="1150" spc="2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prestar</a:t>
            </a:r>
            <a:r>
              <a:rPr dirty="0" sz="1150" spc="4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apoyo</a:t>
            </a:r>
            <a:r>
              <a:rPr dirty="0" sz="1150" spc="1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9CA2AF"/>
                </a:solidFill>
                <a:latin typeface="Microsoft Sans Serif"/>
                <a:cs typeface="Microsoft Sans Serif"/>
              </a:rPr>
              <a:t>para: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173479" y="3886199"/>
            <a:ext cx="2659380" cy="1066800"/>
            <a:chOff x="1173479" y="3886199"/>
            <a:chExt cx="2659380" cy="1066800"/>
          </a:xfrm>
        </p:grpSpPr>
        <p:sp>
          <p:nvSpPr>
            <p:cNvPr id="6" name="object 6"/>
            <p:cNvSpPr/>
            <p:nvPr/>
          </p:nvSpPr>
          <p:spPr>
            <a:xfrm>
              <a:off x="1173479" y="3886199"/>
              <a:ext cx="2659380" cy="1066800"/>
            </a:xfrm>
            <a:custGeom>
              <a:avLst/>
              <a:gdLst/>
              <a:ahLst/>
              <a:cxnLst/>
              <a:rect l="l" t="t" r="r" b="b"/>
              <a:pathLst>
                <a:path w="2659379" h="1066800">
                  <a:moveTo>
                    <a:pt x="2415539" y="1066799"/>
                  </a:moveTo>
                  <a:lnTo>
                    <a:pt x="243839" y="1066799"/>
                  </a:lnTo>
                  <a:lnTo>
                    <a:pt x="231860" y="1066507"/>
                  </a:lnTo>
                  <a:lnTo>
                    <a:pt x="184577" y="1059490"/>
                  </a:lnTo>
                  <a:lnTo>
                    <a:pt x="139571" y="1043383"/>
                  </a:lnTo>
                  <a:lnTo>
                    <a:pt x="98572" y="1018806"/>
                  </a:lnTo>
                  <a:lnTo>
                    <a:pt x="63155" y="986703"/>
                  </a:lnTo>
                  <a:lnTo>
                    <a:pt x="34682" y="948306"/>
                  </a:lnTo>
                  <a:lnTo>
                    <a:pt x="14247" y="905093"/>
                  </a:lnTo>
                  <a:lnTo>
                    <a:pt x="2635" y="858724"/>
                  </a:lnTo>
                  <a:lnTo>
                    <a:pt x="0" y="822959"/>
                  </a:lnTo>
                  <a:lnTo>
                    <a:pt x="0" y="243839"/>
                  </a:lnTo>
                  <a:lnTo>
                    <a:pt x="4685" y="196269"/>
                  </a:lnTo>
                  <a:lnTo>
                    <a:pt x="18561" y="150526"/>
                  </a:lnTo>
                  <a:lnTo>
                    <a:pt x="41094" y="108369"/>
                  </a:lnTo>
                  <a:lnTo>
                    <a:pt x="71419" y="71419"/>
                  </a:lnTo>
                  <a:lnTo>
                    <a:pt x="108369" y="41094"/>
                  </a:lnTo>
                  <a:lnTo>
                    <a:pt x="150526" y="18561"/>
                  </a:lnTo>
                  <a:lnTo>
                    <a:pt x="196269" y="4685"/>
                  </a:lnTo>
                  <a:lnTo>
                    <a:pt x="243839" y="0"/>
                  </a:lnTo>
                  <a:lnTo>
                    <a:pt x="2415539" y="0"/>
                  </a:lnTo>
                  <a:lnTo>
                    <a:pt x="2463110" y="4685"/>
                  </a:lnTo>
                  <a:lnTo>
                    <a:pt x="2508853" y="18561"/>
                  </a:lnTo>
                  <a:lnTo>
                    <a:pt x="2551009" y="41094"/>
                  </a:lnTo>
                  <a:lnTo>
                    <a:pt x="2587960" y="71419"/>
                  </a:lnTo>
                  <a:lnTo>
                    <a:pt x="2618284" y="108369"/>
                  </a:lnTo>
                  <a:lnTo>
                    <a:pt x="2640818" y="150526"/>
                  </a:lnTo>
                  <a:lnTo>
                    <a:pt x="2654694" y="196269"/>
                  </a:lnTo>
                  <a:lnTo>
                    <a:pt x="2659379" y="243839"/>
                  </a:lnTo>
                  <a:lnTo>
                    <a:pt x="2659379" y="822959"/>
                  </a:lnTo>
                  <a:lnTo>
                    <a:pt x="2654694" y="870530"/>
                  </a:lnTo>
                  <a:lnTo>
                    <a:pt x="2640818" y="916273"/>
                  </a:lnTo>
                  <a:lnTo>
                    <a:pt x="2618284" y="958430"/>
                  </a:lnTo>
                  <a:lnTo>
                    <a:pt x="2587960" y="995380"/>
                  </a:lnTo>
                  <a:lnTo>
                    <a:pt x="2551009" y="1025705"/>
                  </a:lnTo>
                  <a:lnTo>
                    <a:pt x="2508853" y="1048238"/>
                  </a:lnTo>
                  <a:lnTo>
                    <a:pt x="2463110" y="1062114"/>
                  </a:lnTo>
                  <a:lnTo>
                    <a:pt x="2415539" y="106679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173479" y="3886199"/>
              <a:ext cx="2659380" cy="1065530"/>
            </a:xfrm>
            <a:custGeom>
              <a:avLst/>
              <a:gdLst/>
              <a:ahLst/>
              <a:cxnLst/>
              <a:rect l="l" t="t" r="r" b="b"/>
              <a:pathLst>
                <a:path w="2659379" h="1065529">
                  <a:moveTo>
                    <a:pt x="2439440" y="1065530"/>
                  </a:moveTo>
                  <a:lnTo>
                    <a:pt x="219939" y="1065530"/>
                  </a:lnTo>
                  <a:lnTo>
                    <a:pt x="208075" y="1062990"/>
                  </a:lnTo>
                  <a:lnTo>
                    <a:pt x="196269" y="1061720"/>
                  </a:lnTo>
                  <a:lnTo>
                    <a:pt x="150526" y="1047750"/>
                  </a:lnTo>
                  <a:lnTo>
                    <a:pt x="108369" y="1024890"/>
                  </a:lnTo>
                  <a:lnTo>
                    <a:pt x="71419" y="994410"/>
                  </a:lnTo>
                  <a:lnTo>
                    <a:pt x="41094" y="957580"/>
                  </a:lnTo>
                  <a:lnTo>
                    <a:pt x="18561" y="915670"/>
                  </a:lnTo>
                  <a:lnTo>
                    <a:pt x="4685" y="869950"/>
                  </a:lnTo>
                  <a:lnTo>
                    <a:pt x="0" y="821690"/>
                  </a:lnTo>
                  <a:lnTo>
                    <a:pt x="0" y="242570"/>
                  </a:lnTo>
                  <a:lnTo>
                    <a:pt x="195" y="234950"/>
                  </a:lnTo>
                  <a:lnTo>
                    <a:pt x="4685" y="195580"/>
                  </a:lnTo>
                  <a:lnTo>
                    <a:pt x="18561" y="149860"/>
                  </a:lnTo>
                  <a:lnTo>
                    <a:pt x="41094" y="107950"/>
                  </a:lnTo>
                  <a:lnTo>
                    <a:pt x="71419" y="71120"/>
                  </a:lnTo>
                  <a:lnTo>
                    <a:pt x="108369" y="40640"/>
                  </a:lnTo>
                  <a:lnTo>
                    <a:pt x="150526" y="17780"/>
                  </a:lnTo>
                  <a:lnTo>
                    <a:pt x="196269" y="3810"/>
                  </a:lnTo>
                  <a:lnTo>
                    <a:pt x="208075" y="2540"/>
                  </a:lnTo>
                  <a:lnTo>
                    <a:pt x="219939" y="0"/>
                  </a:lnTo>
                  <a:lnTo>
                    <a:pt x="2439440" y="0"/>
                  </a:lnTo>
                  <a:lnTo>
                    <a:pt x="2451304" y="2540"/>
                  </a:lnTo>
                  <a:lnTo>
                    <a:pt x="2463110" y="3810"/>
                  </a:lnTo>
                  <a:lnTo>
                    <a:pt x="2474802" y="6350"/>
                  </a:lnTo>
                  <a:lnTo>
                    <a:pt x="236103" y="6350"/>
                  </a:lnTo>
                  <a:lnTo>
                    <a:pt x="228385" y="7620"/>
                  </a:lnTo>
                  <a:lnTo>
                    <a:pt x="212987" y="8890"/>
                  </a:lnTo>
                  <a:lnTo>
                    <a:pt x="190167" y="12700"/>
                  </a:lnTo>
                  <a:lnTo>
                    <a:pt x="182672" y="15240"/>
                  </a:lnTo>
                  <a:lnTo>
                    <a:pt x="167865" y="19050"/>
                  </a:lnTo>
                  <a:lnTo>
                    <a:pt x="160590" y="21590"/>
                  </a:lnTo>
                  <a:lnTo>
                    <a:pt x="146294" y="27940"/>
                  </a:lnTo>
                  <a:lnTo>
                    <a:pt x="139309" y="31750"/>
                  </a:lnTo>
                  <a:lnTo>
                    <a:pt x="125663" y="38100"/>
                  </a:lnTo>
                  <a:lnTo>
                    <a:pt x="88003" y="66040"/>
                  </a:lnTo>
                  <a:lnTo>
                    <a:pt x="66147" y="87630"/>
                  </a:lnTo>
                  <a:lnTo>
                    <a:pt x="56331" y="99060"/>
                  </a:lnTo>
                  <a:lnTo>
                    <a:pt x="31865" y="138430"/>
                  </a:lnTo>
                  <a:lnTo>
                    <a:pt x="15545" y="181610"/>
                  </a:lnTo>
                  <a:lnTo>
                    <a:pt x="7999" y="227330"/>
                  </a:lnTo>
                  <a:lnTo>
                    <a:pt x="7620" y="234950"/>
                  </a:lnTo>
                  <a:lnTo>
                    <a:pt x="7620" y="830580"/>
                  </a:lnTo>
                  <a:lnTo>
                    <a:pt x="13668" y="876300"/>
                  </a:lnTo>
                  <a:lnTo>
                    <a:pt x="28561" y="919480"/>
                  </a:lnTo>
                  <a:lnTo>
                    <a:pt x="51728" y="960120"/>
                  </a:lnTo>
                  <a:lnTo>
                    <a:pt x="66147" y="977900"/>
                  </a:lnTo>
                  <a:lnTo>
                    <a:pt x="71336" y="984250"/>
                  </a:lnTo>
                  <a:lnTo>
                    <a:pt x="99964" y="1009650"/>
                  </a:lnTo>
                  <a:lnTo>
                    <a:pt x="139309" y="1033780"/>
                  </a:lnTo>
                  <a:lnTo>
                    <a:pt x="146294" y="1037590"/>
                  </a:lnTo>
                  <a:lnTo>
                    <a:pt x="160590" y="1043940"/>
                  </a:lnTo>
                  <a:lnTo>
                    <a:pt x="167865" y="1046480"/>
                  </a:lnTo>
                  <a:lnTo>
                    <a:pt x="182672" y="1050290"/>
                  </a:lnTo>
                  <a:lnTo>
                    <a:pt x="190167" y="1052830"/>
                  </a:lnTo>
                  <a:lnTo>
                    <a:pt x="212987" y="1056640"/>
                  </a:lnTo>
                  <a:lnTo>
                    <a:pt x="228385" y="1057910"/>
                  </a:lnTo>
                  <a:lnTo>
                    <a:pt x="2478642" y="1057910"/>
                  </a:lnTo>
                  <a:lnTo>
                    <a:pt x="2474802" y="1059180"/>
                  </a:lnTo>
                  <a:lnTo>
                    <a:pt x="2463110" y="1061720"/>
                  </a:lnTo>
                  <a:lnTo>
                    <a:pt x="2451304" y="1062990"/>
                  </a:lnTo>
                  <a:lnTo>
                    <a:pt x="2439440" y="1065530"/>
                  </a:lnTo>
                  <a:close/>
                </a:path>
                <a:path w="2659379" h="1065529">
                  <a:moveTo>
                    <a:pt x="2478642" y="1057910"/>
                  </a:moveTo>
                  <a:lnTo>
                    <a:pt x="2430994" y="1057910"/>
                  </a:lnTo>
                  <a:lnTo>
                    <a:pt x="2446392" y="1056640"/>
                  </a:lnTo>
                  <a:lnTo>
                    <a:pt x="2469212" y="1052830"/>
                  </a:lnTo>
                  <a:lnTo>
                    <a:pt x="2476707" y="1050290"/>
                  </a:lnTo>
                  <a:lnTo>
                    <a:pt x="2491514" y="1046480"/>
                  </a:lnTo>
                  <a:lnTo>
                    <a:pt x="2498789" y="1043940"/>
                  </a:lnTo>
                  <a:lnTo>
                    <a:pt x="2513084" y="1037590"/>
                  </a:lnTo>
                  <a:lnTo>
                    <a:pt x="2520070" y="1033780"/>
                  </a:lnTo>
                  <a:lnTo>
                    <a:pt x="2533716" y="1027430"/>
                  </a:lnTo>
                  <a:lnTo>
                    <a:pt x="2571376" y="999490"/>
                  </a:lnTo>
                  <a:lnTo>
                    <a:pt x="2593232" y="977900"/>
                  </a:lnTo>
                  <a:lnTo>
                    <a:pt x="2603048" y="966470"/>
                  </a:lnTo>
                  <a:lnTo>
                    <a:pt x="2627514" y="927100"/>
                  </a:lnTo>
                  <a:lnTo>
                    <a:pt x="2643834" y="883920"/>
                  </a:lnTo>
                  <a:lnTo>
                    <a:pt x="2651380" y="838200"/>
                  </a:lnTo>
                  <a:lnTo>
                    <a:pt x="2651760" y="830580"/>
                  </a:lnTo>
                  <a:lnTo>
                    <a:pt x="2651760" y="234950"/>
                  </a:lnTo>
                  <a:lnTo>
                    <a:pt x="2645711" y="189230"/>
                  </a:lnTo>
                  <a:lnTo>
                    <a:pt x="2630817" y="146050"/>
                  </a:lnTo>
                  <a:lnTo>
                    <a:pt x="2607651" y="105410"/>
                  </a:lnTo>
                  <a:lnTo>
                    <a:pt x="2593232" y="87630"/>
                  </a:lnTo>
                  <a:lnTo>
                    <a:pt x="2588043" y="81280"/>
                  </a:lnTo>
                  <a:lnTo>
                    <a:pt x="2559415" y="55880"/>
                  </a:lnTo>
                  <a:lnTo>
                    <a:pt x="2520070" y="31750"/>
                  </a:lnTo>
                  <a:lnTo>
                    <a:pt x="2513084" y="27940"/>
                  </a:lnTo>
                  <a:lnTo>
                    <a:pt x="2498789" y="21590"/>
                  </a:lnTo>
                  <a:lnTo>
                    <a:pt x="2491514" y="19050"/>
                  </a:lnTo>
                  <a:lnTo>
                    <a:pt x="2476707" y="15240"/>
                  </a:lnTo>
                  <a:lnTo>
                    <a:pt x="2469211" y="12700"/>
                  </a:lnTo>
                  <a:lnTo>
                    <a:pt x="2446392" y="8890"/>
                  </a:lnTo>
                  <a:lnTo>
                    <a:pt x="2430994" y="7620"/>
                  </a:lnTo>
                  <a:lnTo>
                    <a:pt x="2423276" y="6350"/>
                  </a:lnTo>
                  <a:lnTo>
                    <a:pt x="2474802" y="6350"/>
                  </a:lnTo>
                  <a:lnTo>
                    <a:pt x="2508853" y="17780"/>
                  </a:lnTo>
                  <a:lnTo>
                    <a:pt x="2551009" y="40640"/>
                  </a:lnTo>
                  <a:lnTo>
                    <a:pt x="2587960" y="71120"/>
                  </a:lnTo>
                  <a:lnTo>
                    <a:pt x="2618284" y="107950"/>
                  </a:lnTo>
                  <a:lnTo>
                    <a:pt x="2640818" y="149860"/>
                  </a:lnTo>
                  <a:lnTo>
                    <a:pt x="2654694" y="195580"/>
                  </a:lnTo>
                  <a:lnTo>
                    <a:pt x="2659379" y="242570"/>
                  </a:lnTo>
                  <a:lnTo>
                    <a:pt x="2659379" y="821690"/>
                  </a:lnTo>
                  <a:lnTo>
                    <a:pt x="2654694" y="869950"/>
                  </a:lnTo>
                  <a:lnTo>
                    <a:pt x="2640818" y="915670"/>
                  </a:lnTo>
                  <a:lnTo>
                    <a:pt x="2618284" y="957580"/>
                  </a:lnTo>
                  <a:lnTo>
                    <a:pt x="2587960" y="994410"/>
                  </a:lnTo>
                  <a:lnTo>
                    <a:pt x="2551009" y="1024890"/>
                  </a:lnTo>
                  <a:lnTo>
                    <a:pt x="2508853" y="1047750"/>
                  </a:lnTo>
                  <a:lnTo>
                    <a:pt x="2478642" y="105791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1445" y="4114164"/>
              <a:ext cx="153670" cy="15367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527730" y="4347073"/>
            <a:ext cx="1957070" cy="1892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50" spc="-95">
                <a:solidFill>
                  <a:srgbClr val="FFFFFF"/>
                </a:solidFill>
                <a:latin typeface="Arial Black"/>
                <a:cs typeface="Arial Black"/>
              </a:rPr>
              <a:t>Estructurar</a:t>
            </a:r>
            <a:r>
              <a:rPr dirty="0" sz="1050" spc="-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105">
                <a:solidFill>
                  <a:srgbClr val="FFFFFF"/>
                </a:solidFill>
                <a:latin typeface="Arial Black"/>
                <a:cs typeface="Arial Black"/>
              </a:rPr>
              <a:t>las</a:t>
            </a:r>
            <a:r>
              <a:rPr dirty="0" sz="1050" spc="-4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70">
                <a:solidFill>
                  <a:srgbClr val="FFFFFF"/>
                </a:solidFill>
                <a:latin typeface="Arial Black"/>
                <a:cs typeface="Arial Black"/>
              </a:rPr>
              <a:t>tokenizaciones</a:t>
            </a:r>
            <a:endParaRPr sz="1050">
              <a:latin typeface="Arial Black"/>
              <a:cs typeface="Arial Black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015739" y="3886199"/>
            <a:ext cx="2659380" cy="1066800"/>
            <a:chOff x="4015739" y="3886199"/>
            <a:chExt cx="2659380" cy="1066800"/>
          </a:xfrm>
        </p:grpSpPr>
        <p:sp>
          <p:nvSpPr>
            <p:cNvPr id="11" name="object 11"/>
            <p:cNvSpPr/>
            <p:nvPr/>
          </p:nvSpPr>
          <p:spPr>
            <a:xfrm>
              <a:off x="4015739" y="3886199"/>
              <a:ext cx="2659380" cy="1066800"/>
            </a:xfrm>
            <a:custGeom>
              <a:avLst/>
              <a:gdLst/>
              <a:ahLst/>
              <a:cxnLst/>
              <a:rect l="l" t="t" r="r" b="b"/>
              <a:pathLst>
                <a:path w="2659379" h="1066800">
                  <a:moveTo>
                    <a:pt x="2415539" y="1066799"/>
                  </a:moveTo>
                  <a:lnTo>
                    <a:pt x="243839" y="1066799"/>
                  </a:lnTo>
                  <a:lnTo>
                    <a:pt x="231860" y="1066507"/>
                  </a:lnTo>
                  <a:lnTo>
                    <a:pt x="184577" y="1059490"/>
                  </a:lnTo>
                  <a:lnTo>
                    <a:pt x="139571" y="1043383"/>
                  </a:lnTo>
                  <a:lnTo>
                    <a:pt x="98572" y="1018806"/>
                  </a:lnTo>
                  <a:lnTo>
                    <a:pt x="63155" y="986703"/>
                  </a:lnTo>
                  <a:lnTo>
                    <a:pt x="34682" y="948306"/>
                  </a:lnTo>
                  <a:lnTo>
                    <a:pt x="14247" y="905093"/>
                  </a:lnTo>
                  <a:lnTo>
                    <a:pt x="2635" y="858724"/>
                  </a:lnTo>
                  <a:lnTo>
                    <a:pt x="0" y="822959"/>
                  </a:lnTo>
                  <a:lnTo>
                    <a:pt x="0" y="243839"/>
                  </a:lnTo>
                  <a:lnTo>
                    <a:pt x="4685" y="196269"/>
                  </a:lnTo>
                  <a:lnTo>
                    <a:pt x="18561" y="150526"/>
                  </a:lnTo>
                  <a:lnTo>
                    <a:pt x="41094" y="108369"/>
                  </a:lnTo>
                  <a:lnTo>
                    <a:pt x="71419" y="71419"/>
                  </a:lnTo>
                  <a:lnTo>
                    <a:pt x="108369" y="41094"/>
                  </a:lnTo>
                  <a:lnTo>
                    <a:pt x="150526" y="18561"/>
                  </a:lnTo>
                  <a:lnTo>
                    <a:pt x="196269" y="4685"/>
                  </a:lnTo>
                  <a:lnTo>
                    <a:pt x="243839" y="0"/>
                  </a:lnTo>
                  <a:lnTo>
                    <a:pt x="2415539" y="0"/>
                  </a:lnTo>
                  <a:lnTo>
                    <a:pt x="2463110" y="4685"/>
                  </a:lnTo>
                  <a:lnTo>
                    <a:pt x="2508853" y="18561"/>
                  </a:lnTo>
                  <a:lnTo>
                    <a:pt x="2551009" y="41094"/>
                  </a:lnTo>
                  <a:lnTo>
                    <a:pt x="2587960" y="71419"/>
                  </a:lnTo>
                  <a:lnTo>
                    <a:pt x="2618285" y="108369"/>
                  </a:lnTo>
                  <a:lnTo>
                    <a:pt x="2640818" y="150526"/>
                  </a:lnTo>
                  <a:lnTo>
                    <a:pt x="2654694" y="196269"/>
                  </a:lnTo>
                  <a:lnTo>
                    <a:pt x="2659379" y="243839"/>
                  </a:lnTo>
                  <a:lnTo>
                    <a:pt x="2659379" y="822959"/>
                  </a:lnTo>
                  <a:lnTo>
                    <a:pt x="2654694" y="870530"/>
                  </a:lnTo>
                  <a:lnTo>
                    <a:pt x="2640818" y="916273"/>
                  </a:lnTo>
                  <a:lnTo>
                    <a:pt x="2618285" y="958430"/>
                  </a:lnTo>
                  <a:lnTo>
                    <a:pt x="2587960" y="995380"/>
                  </a:lnTo>
                  <a:lnTo>
                    <a:pt x="2551009" y="1025705"/>
                  </a:lnTo>
                  <a:lnTo>
                    <a:pt x="2508853" y="1048238"/>
                  </a:lnTo>
                  <a:lnTo>
                    <a:pt x="2463110" y="1062114"/>
                  </a:lnTo>
                  <a:lnTo>
                    <a:pt x="2415539" y="106679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015739" y="3886199"/>
              <a:ext cx="2659380" cy="1065530"/>
            </a:xfrm>
            <a:custGeom>
              <a:avLst/>
              <a:gdLst/>
              <a:ahLst/>
              <a:cxnLst/>
              <a:rect l="l" t="t" r="r" b="b"/>
              <a:pathLst>
                <a:path w="2659379" h="1065529">
                  <a:moveTo>
                    <a:pt x="2439440" y="1065530"/>
                  </a:moveTo>
                  <a:lnTo>
                    <a:pt x="219939" y="1065530"/>
                  </a:lnTo>
                  <a:lnTo>
                    <a:pt x="208075" y="1062990"/>
                  </a:lnTo>
                  <a:lnTo>
                    <a:pt x="196269" y="1061720"/>
                  </a:lnTo>
                  <a:lnTo>
                    <a:pt x="150526" y="1047750"/>
                  </a:lnTo>
                  <a:lnTo>
                    <a:pt x="108369" y="1024890"/>
                  </a:lnTo>
                  <a:lnTo>
                    <a:pt x="71419" y="994410"/>
                  </a:lnTo>
                  <a:lnTo>
                    <a:pt x="41094" y="957580"/>
                  </a:lnTo>
                  <a:lnTo>
                    <a:pt x="18561" y="915670"/>
                  </a:lnTo>
                  <a:lnTo>
                    <a:pt x="4685" y="869950"/>
                  </a:lnTo>
                  <a:lnTo>
                    <a:pt x="0" y="821690"/>
                  </a:lnTo>
                  <a:lnTo>
                    <a:pt x="0" y="242570"/>
                  </a:lnTo>
                  <a:lnTo>
                    <a:pt x="4685" y="195580"/>
                  </a:lnTo>
                  <a:lnTo>
                    <a:pt x="18561" y="149860"/>
                  </a:lnTo>
                  <a:lnTo>
                    <a:pt x="41094" y="107950"/>
                  </a:lnTo>
                  <a:lnTo>
                    <a:pt x="71419" y="71120"/>
                  </a:lnTo>
                  <a:lnTo>
                    <a:pt x="108369" y="40640"/>
                  </a:lnTo>
                  <a:lnTo>
                    <a:pt x="150526" y="17780"/>
                  </a:lnTo>
                  <a:lnTo>
                    <a:pt x="196269" y="3810"/>
                  </a:lnTo>
                  <a:lnTo>
                    <a:pt x="208075" y="2540"/>
                  </a:lnTo>
                  <a:lnTo>
                    <a:pt x="219939" y="0"/>
                  </a:lnTo>
                  <a:lnTo>
                    <a:pt x="2439440" y="0"/>
                  </a:lnTo>
                  <a:lnTo>
                    <a:pt x="2451304" y="2540"/>
                  </a:lnTo>
                  <a:lnTo>
                    <a:pt x="2463110" y="3810"/>
                  </a:lnTo>
                  <a:lnTo>
                    <a:pt x="2474802" y="6350"/>
                  </a:lnTo>
                  <a:lnTo>
                    <a:pt x="236103" y="6350"/>
                  </a:lnTo>
                  <a:lnTo>
                    <a:pt x="228385" y="7620"/>
                  </a:lnTo>
                  <a:lnTo>
                    <a:pt x="212987" y="8890"/>
                  </a:lnTo>
                  <a:lnTo>
                    <a:pt x="190167" y="12700"/>
                  </a:lnTo>
                  <a:lnTo>
                    <a:pt x="182672" y="15240"/>
                  </a:lnTo>
                  <a:lnTo>
                    <a:pt x="167865" y="19050"/>
                  </a:lnTo>
                  <a:lnTo>
                    <a:pt x="160590" y="21590"/>
                  </a:lnTo>
                  <a:lnTo>
                    <a:pt x="146294" y="27940"/>
                  </a:lnTo>
                  <a:lnTo>
                    <a:pt x="139309" y="31750"/>
                  </a:lnTo>
                  <a:lnTo>
                    <a:pt x="125663" y="38100"/>
                  </a:lnTo>
                  <a:lnTo>
                    <a:pt x="88003" y="66040"/>
                  </a:lnTo>
                  <a:lnTo>
                    <a:pt x="66147" y="87630"/>
                  </a:lnTo>
                  <a:lnTo>
                    <a:pt x="56331" y="99060"/>
                  </a:lnTo>
                  <a:lnTo>
                    <a:pt x="31865" y="138430"/>
                  </a:lnTo>
                  <a:lnTo>
                    <a:pt x="15545" y="181610"/>
                  </a:lnTo>
                  <a:lnTo>
                    <a:pt x="7999" y="227330"/>
                  </a:lnTo>
                  <a:lnTo>
                    <a:pt x="7619" y="234950"/>
                  </a:lnTo>
                  <a:lnTo>
                    <a:pt x="7619" y="830580"/>
                  </a:lnTo>
                  <a:lnTo>
                    <a:pt x="13668" y="876300"/>
                  </a:lnTo>
                  <a:lnTo>
                    <a:pt x="28561" y="919480"/>
                  </a:lnTo>
                  <a:lnTo>
                    <a:pt x="51728" y="960120"/>
                  </a:lnTo>
                  <a:lnTo>
                    <a:pt x="66147" y="977900"/>
                  </a:lnTo>
                  <a:lnTo>
                    <a:pt x="71336" y="984250"/>
                  </a:lnTo>
                  <a:lnTo>
                    <a:pt x="99964" y="1009650"/>
                  </a:lnTo>
                  <a:lnTo>
                    <a:pt x="139309" y="1033780"/>
                  </a:lnTo>
                  <a:lnTo>
                    <a:pt x="146294" y="1037590"/>
                  </a:lnTo>
                  <a:lnTo>
                    <a:pt x="160590" y="1043940"/>
                  </a:lnTo>
                  <a:lnTo>
                    <a:pt x="167865" y="1046480"/>
                  </a:lnTo>
                  <a:lnTo>
                    <a:pt x="182672" y="1050290"/>
                  </a:lnTo>
                  <a:lnTo>
                    <a:pt x="190167" y="1052830"/>
                  </a:lnTo>
                  <a:lnTo>
                    <a:pt x="212987" y="1056640"/>
                  </a:lnTo>
                  <a:lnTo>
                    <a:pt x="228385" y="1057910"/>
                  </a:lnTo>
                  <a:lnTo>
                    <a:pt x="2478642" y="1057910"/>
                  </a:lnTo>
                  <a:lnTo>
                    <a:pt x="2474802" y="1059180"/>
                  </a:lnTo>
                  <a:lnTo>
                    <a:pt x="2463110" y="1061720"/>
                  </a:lnTo>
                  <a:lnTo>
                    <a:pt x="2451304" y="1062990"/>
                  </a:lnTo>
                  <a:lnTo>
                    <a:pt x="2439440" y="1065530"/>
                  </a:lnTo>
                  <a:close/>
                </a:path>
                <a:path w="2659379" h="1065529">
                  <a:moveTo>
                    <a:pt x="2478642" y="1057910"/>
                  </a:moveTo>
                  <a:lnTo>
                    <a:pt x="2430994" y="1057910"/>
                  </a:lnTo>
                  <a:lnTo>
                    <a:pt x="2446392" y="1056640"/>
                  </a:lnTo>
                  <a:lnTo>
                    <a:pt x="2469211" y="1052830"/>
                  </a:lnTo>
                  <a:lnTo>
                    <a:pt x="2476707" y="1050290"/>
                  </a:lnTo>
                  <a:lnTo>
                    <a:pt x="2491514" y="1046480"/>
                  </a:lnTo>
                  <a:lnTo>
                    <a:pt x="2498789" y="1043940"/>
                  </a:lnTo>
                  <a:lnTo>
                    <a:pt x="2513084" y="1037590"/>
                  </a:lnTo>
                  <a:lnTo>
                    <a:pt x="2520070" y="1033780"/>
                  </a:lnTo>
                  <a:lnTo>
                    <a:pt x="2533716" y="1027430"/>
                  </a:lnTo>
                  <a:lnTo>
                    <a:pt x="2571376" y="999490"/>
                  </a:lnTo>
                  <a:lnTo>
                    <a:pt x="2593232" y="977900"/>
                  </a:lnTo>
                  <a:lnTo>
                    <a:pt x="2603048" y="966470"/>
                  </a:lnTo>
                  <a:lnTo>
                    <a:pt x="2627513" y="927100"/>
                  </a:lnTo>
                  <a:lnTo>
                    <a:pt x="2643833" y="883920"/>
                  </a:lnTo>
                  <a:lnTo>
                    <a:pt x="2651380" y="838200"/>
                  </a:lnTo>
                  <a:lnTo>
                    <a:pt x="2651759" y="830580"/>
                  </a:lnTo>
                  <a:lnTo>
                    <a:pt x="2651759" y="234950"/>
                  </a:lnTo>
                  <a:lnTo>
                    <a:pt x="2645711" y="189230"/>
                  </a:lnTo>
                  <a:lnTo>
                    <a:pt x="2630817" y="146050"/>
                  </a:lnTo>
                  <a:lnTo>
                    <a:pt x="2607651" y="105410"/>
                  </a:lnTo>
                  <a:lnTo>
                    <a:pt x="2593232" y="87630"/>
                  </a:lnTo>
                  <a:lnTo>
                    <a:pt x="2588043" y="81280"/>
                  </a:lnTo>
                  <a:lnTo>
                    <a:pt x="2559415" y="55880"/>
                  </a:lnTo>
                  <a:lnTo>
                    <a:pt x="2520069" y="31750"/>
                  </a:lnTo>
                  <a:lnTo>
                    <a:pt x="2513084" y="27940"/>
                  </a:lnTo>
                  <a:lnTo>
                    <a:pt x="2498789" y="21590"/>
                  </a:lnTo>
                  <a:lnTo>
                    <a:pt x="2491514" y="19050"/>
                  </a:lnTo>
                  <a:lnTo>
                    <a:pt x="2476707" y="15240"/>
                  </a:lnTo>
                  <a:lnTo>
                    <a:pt x="2469211" y="12700"/>
                  </a:lnTo>
                  <a:lnTo>
                    <a:pt x="2446392" y="8890"/>
                  </a:lnTo>
                  <a:lnTo>
                    <a:pt x="2430994" y="7620"/>
                  </a:lnTo>
                  <a:lnTo>
                    <a:pt x="2423276" y="6350"/>
                  </a:lnTo>
                  <a:lnTo>
                    <a:pt x="2474802" y="6350"/>
                  </a:lnTo>
                  <a:lnTo>
                    <a:pt x="2508853" y="17780"/>
                  </a:lnTo>
                  <a:lnTo>
                    <a:pt x="2551009" y="40640"/>
                  </a:lnTo>
                  <a:lnTo>
                    <a:pt x="2587960" y="71120"/>
                  </a:lnTo>
                  <a:lnTo>
                    <a:pt x="2618285" y="107950"/>
                  </a:lnTo>
                  <a:lnTo>
                    <a:pt x="2640818" y="149860"/>
                  </a:lnTo>
                  <a:lnTo>
                    <a:pt x="2654694" y="195580"/>
                  </a:lnTo>
                  <a:lnTo>
                    <a:pt x="2659379" y="242570"/>
                  </a:lnTo>
                  <a:lnTo>
                    <a:pt x="2659379" y="821690"/>
                  </a:lnTo>
                  <a:lnTo>
                    <a:pt x="2659174" y="830580"/>
                  </a:lnTo>
                  <a:lnTo>
                    <a:pt x="2659087" y="834390"/>
                  </a:lnTo>
                  <a:lnTo>
                    <a:pt x="2652070" y="881380"/>
                  </a:lnTo>
                  <a:lnTo>
                    <a:pt x="2635963" y="927100"/>
                  </a:lnTo>
                  <a:lnTo>
                    <a:pt x="2611386" y="967740"/>
                  </a:lnTo>
                  <a:lnTo>
                    <a:pt x="2579282" y="1003300"/>
                  </a:lnTo>
                  <a:lnTo>
                    <a:pt x="2540886" y="1031240"/>
                  </a:lnTo>
                  <a:lnTo>
                    <a:pt x="2508853" y="1047750"/>
                  </a:lnTo>
                  <a:lnTo>
                    <a:pt x="2478642" y="105791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43704" y="4114164"/>
              <a:ext cx="153670" cy="15367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4288432" y="4327425"/>
            <a:ext cx="2122170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78180" marR="5080" indent="-666115">
              <a:lnSpc>
                <a:spcPct val="114300"/>
              </a:lnSpc>
              <a:spcBef>
                <a:spcPts val="95"/>
              </a:spcBef>
            </a:pPr>
            <a:r>
              <a:rPr dirty="0" sz="1050" spc="-75">
                <a:solidFill>
                  <a:srgbClr val="FFFFFF"/>
                </a:solidFill>
                <a:latin typeface="Arial Black"/>
                <a:cs typeface="Arial Black"/>
              </a:rPr>
              <a:t>Cumplir</a:t>
            </a:r>
            <a:r>
              <a:rPr dirty="0" sz="1050" spc="-1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85">
                <a:solidFill>
                  <a:srgbClr val="FFFFFF"/>
                </a:solidFill>
                <a:latin typeface="Arial Black"/>
                <a:cs typeface="Arial Black"/>
              </a:rPr>
              <a:t>requisitos</a:t>
            </a:r>
            <a:r>
              <a:rPr dirty="0" sz="1050" spc="-3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85">
                <a:solidFill>
                  <a:srgbClr val="FFFFFF"/>
                </a:solidFill>
                <a:latin typeface="Arial Black"/>
                <a:cs typeface="Arial Black"/>
              </a:rPr>
              <a:t>regulatorios</a:t>
            </a:r>
            <a:r>
              <a:rPr dirty="0" sz="1050" spc="-3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50">
                <a:solidFill>
                  <a:srgbClr val="FFFFFF"/>
                </a:solidFill>
                <a:latin typeface="Arial Black"/>
                <a:cs typeface="Arial Black"/>
              </a:rPr>
              <a:t>y </a:t>
            </a:r>
            <a:r>
              <a:rPr dirty="0" sz="1050" spc="-10">
                <a:solidFill>
                  <a:srgbClr val="FFFFFF"/>
                </a:solidFill>
                <a:latin typeface="Arial Black"/>
                <a:cs typeface="Arial Black"/>
              </a:rPr>
              <a:t>mercantiles</a:t>
            </a:r>
            <a:endParaRPr sz="1050">
              <a:latin typeface="Arial Black"/>
              <a:cs typeface="Arial Black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857999" y="3886199"/>
            <a:ext cx="2659380" cy="1066800"/>
            <a:chOff x="6857999" y="3886199"/>
            <a:chExt cx="2659380" cy="1066800"/>
          </a:xfrm>
        </p:grpSpPr>
        <p:sp>
          <p:nvSpPr>
            <p:cNvPr id="16" name="object 16"/>
            <p:cNvSpPr/>
            <p:nvPr/>
          </p:nvSpPr>
          <p:spPr>
            <a:xfrm>
              <a:off x="6857999" y="3886199"/>
              <a:ext cx="2659380" cy="1066800"/>
            </a:xfrm>
            <a:custGeom>
              <a:avLst/>
              <a:gdLst/>
              <a:ahLst/>
              <a:cxnLst/>
              <a:rect l="l" t="t" r="r" b="b"/>
              <a:pathLst>
                <a:path w="2659379" h="1066800">
                  <a:moveTo>
                    <a:pt x="2415539" y="1066799"/>
                  </a:moveTo>
                  <a:lnTo>
                    <a:pt x="243839" y="1066799"/>
                  </a:lnTo>
                  <a:lnTo>
                    <a:pt x="231860" y="1066507"/>
                  </a:lnTo>
                  <a:lnTo>
                    <a:pt x="184577" y="1059490"/>
                  </a:lnTo>
                  <a:lnTo>
                    <a:pt x="139571" y="1043383"/>
                  </a:lnTo>
                  <a:lnTo>
                    <a:pt x="98572" y="1018806"/>
                  </a:lnTo>
                  <a:lnTo>
                    <a:pt x="63155" y="986703"/>
                  </a:lnTo>
                  <a:lnTo>
                    <a:pt x="34682" y="948306"/>
                  </a:lnTo>
                  <a:lnTo>
                    <a:pt x="14247" y="905093"/>
                  </a:lnTo>
                  <a:lnTo>
                    <a:pt x="2635" y="858724"/>
                  </a:lnTo>
                  <a:lnTo>
                    <a:pt x="0" y="822959"/>
                  </a:lnTo>
                  <a:lnTo>
                    <a:pt x="0" y="243839"/>
                  </a:lnTo>
                  <a:lnTo>
                    <a:pt x="4685" y="196269"/>
                  </a:lnTo>
                  <a:lnTo>
                    <a:pt x="18561" y="150526"/>
                  </a:lnTo>
                  <a:lnTo>
                    <a:pt x="41094" y="108369"/>
                  </a:lnTo>
                  <a:lnTo>
                    <a:pt x="71419" y="71419"/>
                  </a:lnTo>
                  <a:lnTo>
                    <a:pt x="108369" y="41094"/>
                  </a:lnTo>
                  <a:lnTo>
                    <a:pt x="150526" y="18561"/>
                  </a:lnTo>
                  <a:lnTo>
                    <a:pt x="196269" y="4685"/>
                  </a:lnTo>
                  <a:lnTo>
                    <a:pt x="243839" y="0"/>
                  </a:lnTo>
                  <a:lnTo>
                    <a:pt x="2415539" y="0"/>
                  </a:lnTo>
                  <a:lnTo>
                    <a:pt x="2463110" y="4685"/>
                  </a:lnTo>
                  <a:lnTo>
                    <a:pt x="2508852" y="18561"/>
                  </a:lnTo>
                  <a:lnTo>
                    <a:pt x="2551009" y="41094"/>
                  </a:lnTo>
                  <a:lnTo>
                    <a:pt x="2587960" y="71419"/>
                  </a:lnTo>
                  <a:lnTo>
                    <a:pt x="2618284" y="108369"/>
                  </a:lnTo>
                  <a:lnTo>
                    <a:pt x="2640818" y="150526"/>
                  </a:lnTo>
                  <a:lnTo>
                    <a:pt x="2654694" y="196269"/>
                  </a:lnTo>
                  <a:lnTo>
                    <a:pt x="2659379" y="243839"/>
                  </a:lnTo>
                  <a:lnTo>
                    <a:pt x="2659379" y="822959"/>
                  </a:lnTo>
                  <a:lnTo>
                    <a:pt x="2654694" y="870530"/>
                  </a:lnTo>
                  <a:lnTo>
                    <a:pt x="2640818" y="916273"/>
                  </a:lnTo>
                  <a:lnTo>
                    <a:pt x="2618284" y="958430"/>
                  </a:lnTo>
                  <a:lnTo>
                    <a:pt x="2587960" y="995380"/>
                  </a:lnTo>
                  <a:lnTo>
                    <a:pt x="2551009" y="1025705"/>
                  </a:lnTo>
                  <a:lnTo>
                    <a:pt x="2508853" y="1048238"/>
                  </a:lnTo>
                  <a:lnTo>
                    <a:pt x="2463110" y="1062114"/>
                  </a:lnTo>
                  <a:lnTo>
                    <a:pt x="2415539" y="106679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857999" y="3886199"/>
              <a:ext cx="2659380" cy="1065530"/>
            </a:xfrm>
            <a:custGeom>
              <a:avLst/>
              <a:gdLst/>
              <a:ahLst/>
              <a:cxnLst/>
              <a:rect l="l" t="t" r="r" b="b"/>
              <a:pathLst>
                <a:path w="2659379" h="1065529">
                  <a:moveTo>
                    <a:pt x="2439440" y="1065530"/>
                  </a:moveTo>
                  <a:lnTo>
                    <a:pt x="219939" y="1065530"/>
                  </a:lnTo>
                  <a:lnTo>
                    <a:pt x="208075" y="1062990"/>
                  </a:lnTo>
                  <a:lnTo>
                    <a:pt x="196269" y="1061720"/>
                  </a:lnTo>
                  <a:lnTo>
                    <a:pt x="150526" y="1047750"/>
                  </a:lnTo>
                  <a:lnTo>
                    <a:pt x="108369" y="1024890"/>
                  </a:lnTo>
                  <a:lnTo>
                    <a:pt x="71419" y="994410"/>
                  </a:lnTo>
                  <a:lnTo>
                    <a:pt x="41094" y="957580"/>
                  </a:lnTo>
                  <a:lnTo>
                    <a:pt x="18561" y="915670"/>
                  </a:lnTo>
                  <a:lnTo>
                    <a:pt x="4685" y="869950"/>
                  </a:lnTo>
                  <a:lnTo>
                    <a:pt x="0" y="821690"/>
                  </a:lnTo>
                  <a:lnTo>
                    <a:pt x="0" y="242570"/>
                  </a:lnTo>
                  <a:lnTo>
                    <a:pt x="195" y="234950"/>
                  </a:lnTo>
                  <a:lnTo>
                    <a:pt x="4685" y="195580"/>
                  </a:lnTo>
                  <a:lnTo>
                    <a:pt x="18561" y="149860"/>
                  </a:lnTo>
                  <a:lnTo>
                    <a:pt x="41094" y="107950"/>
                  </a:lnTo>
                  <a:lnTo>
                    <a:pt x="71419" y="71120"/>
                  </a:lnTo>
                  <a:lnTo>
                    <a:pt x="108369" y="40640"/>
                  </a:lnTo>
                  <a:lnTo>
                    <a:pt x="150526" y="17780"/>
                  </a:lnTo>
                  <a:lnTo>
                    <a:pt x="196269" y="3810"/>
                  </a:lnTo>
                  <a:lnTo>
                    <a:pt x="208075" y="2540"/>
                  </a:lnTo>
                  <a:lnTo>
                    <a:pt x="219939" y="0"/>
                  </a:lnTo>
                  <a:lnTo>
                    <a:pt x="2439440" y="0"/>
                  </a:lnTo>
                  <a:lnTo>
                    <a:pt x="2451304" y="2540"/>
                  </a:lnTo>
                  <a:lnTo>
                    <a:pt x="2463110" y="3810"/>
                  </a:lnTo>
                  <a:lnTo>
                    <a:pt x="2474802" y="6350"/>
                  </a:lnTo>
                  <a:lnTo>
                    <a:pt x="236103" y="6350"/>
                  </a:lnTo>
                  <a:lnTo>
                    <a:pt x="228385" y="7620"/>
                  </a:lnTo>
                  <a:lnTo>
                    <a:pt x="212987" y="8890"/>
                  </a:lnTo>
                  <a:lnTo>
                    <a:pt x="190167" y="12700"/>
                  </a:lnTo>
                  <a:lnTo>
                    <a:pt x="182672" y="15240"/>
                  </a:lnTo>
                  <a:lnTo>
                    <a:pt x="167865" y="19050"/>
                  </a:lnTo>
                  <a:lnTo>
                    <a:pt x="160590" y="21590"/>
                  </a:lnTo>
                  <a:lnTo>
                    <a:pt x="146294" y="27940"/>
                  </a:lnTo>
                  <a:lnTo>
                    <a:pt x="139309" y="31750"/>
                  </a:lnTo>
                  <a:lnTo>
                    <a:pt x="125663" y="38100"/>
                  </a:lnTo>
                  <a:lnTo>
                    <a:pt x="88003" y="66040"/>
                  </a:lnTo>
                  <a:lnTo>
                    <a:pt x="66147" y="87630"/>
                  </a:lnTo>
                  <a:lnTo>
                    <a:pt x="56331" y="99060"/>
                  </a:lnTo>
                  <a:lnTo>
                    <a:pt x="31865" y="138430"/>
                  </a:lnTo>
                  <a:lnTo>
                    <a:pt x="15545" y="181610"/>
                  </a:lnTo>
                  <a:lnTo>
                    <a:pt x="7999" y="227330"/>
                  </a:lnTo>
                  <a:lnTo>
                    <a:pt x="7620" y="234950"/>
                  </a:lnTo>
                  <a:lnTo>
                    <a:pt x="7620" y="830580"/>
                  </a:lnTo>
                  <a:lnTo>
                    <a:pt x="13668" y="876300"/>
                  </a:lnTo>
                  <a:lnTo>
                    <a:pt x="28561" y="919480"/>
                  </a:lnTo>
                  <a:lnTo>
                    <a:pt x="51728" y="960120"/>
                  </a:lnTo>
                  <a:lnTo>
                    <a:pt x="66147" y="977900"/>
                  </a:lnTo>
                  <a:lnTo>
                    <a:pt x="71336" y="984250"/>
                  </a:lnTo>
                  <a:lnTo>
                    <a:pt x="99964" y="1009650"/>
                  </a:lnTo>
                  <a:lnTo>
                    <a:pt x="139309" y="1033780"/>
                  </a:lnTo>
                  <a:lnTo>
                    <a:pt x="146294" y="1037590"/>
                  </a:lnTo>
                  <a:lnTo>
                    <a:pt x="160590" y="1043940"/>
                  </a:lnTo>
                  <a:lnTo>
                    <a:pt x="167865" y="1046480"/>
                  </a:lnTo>
                  <a:lnTo>
                    <a:pt x="182672" y="1050290"/>
                  </a:lnTo>
                  <a:lnTo>
                    <a:pt x="190167" y="1052830"/>
                  </a:lnTo>
                  <a:lnTo>
                    <a:pt x="212987" y="1056640"/>
                  </a:lnTo>
                  <a:lnTo>
                    <a:pt x="228385" y="1057910"/>
                  </a:lnTo>
                  <a:lnTo>
                    <a:pt x="2478642" y="1057910"/>
                  </a:lnTo>
                  <a:lnTo>
                    <a:pt x="2474802" y="1059180"/>
                  </a:lnTo>
                  <a:lnTo>
                    <a:pt x="2463110" y="1061720"/>
                  </a:lnTo>
                  <a:lnTo>
                    <a:pt x="2451304" y="1062990"/>
                  </a:lnTo>
                  <a:lnTo>
                    <a:pt x="2439440" y="1065530"/>
                  </a:lnTo>
                  <a:close/>
                </a:path>
                <a:path w="2659379" h="1065529">
                  <a:moveTo>
                    <a:pt x="2478642" y="1057910"/>
                  </a:moveTo>
                  <a:lnTo>
                    <a:pt x="2430994" y="1057910"/>
                  </a:lnTo>
                  <a:lnTo>
                    <a:pt x="2446392" y="1056640"/>
                  </a:lnTo>
                  <a:lnTo>
                    <a:pt x="2469212" y="1052830"/>
                  </a:lnTo>
                  <a:lnTo>
                    <a:pt x="2476707" y="1050290"/>
                  </a:lnTo>
                  <a:lnTo>
                    <a:pt x="2491514" y="1046480"/>
                  </a:lnTo>
                  <a:lnTo>
                    <a:pt x="2498789" y="1043940"/>
                  </a:lnTo>
                  <a:lnTo>
                    <a:pt x="2513084" y="1037590"/>
                  </a:lnTo>
                  <a:lnTo>
                    <a:pt x="2520070" y="1033780"/>
                  </a:lnTo>
                  <a:lnTo>
                    <a:pt x="2533716" y="1027430"/>
                  </a:lnTo>
                  <a:lnTo>
                    <a:pt x="2571376" y="999490"/>
                  </a:lnTo>
                  <a:lnTo>
                    <a:pt x="2593232" y="977900"/>
                  </a:lnTo>
                  <a:lnTo>
                    <a:pt x="2603048" y="966470"/>
                  </a:lnTo>
                  <a:lnTo>
                    <a:pt x="2627514" y="927100"/>
                  </a:lnTo>
                  <a:lnTo>
                    <a:pt x="2643834" y="883920"/>
                  </a:lnTo>
                  <a:lnTo>
                    <a:pt x="2651380" y="838200"/>
                  </a:lnTo>
                  <a:lnTo>
                    <a:pt x="2651760" y="830580"/>
                  </a:lnTo>
                  <a:lnTo>
                    <a:pt x="2651760" y="234950"/>
                  </a:lnTo>
                  <a:lnTo>
                    <a:pt x="2645711" y="189230"/>
                  </a:lnTo>
                  <a:lnTo>
                    <a:pt x="2630817" y="146050"/>
                  </a:lnTo>
                  <a:lnTo>
                    <a:pt x="2607651" y="105410"/>
                  </a:lnTo>
                  <a:lnTo>
                    <a:pt x="2593232" y="87630"/>
                  </a:lnTo>
                  <a:lnTo>
                    <a:pt x="2588043" y="81280"/>
                  </a:lnTo>
                  <a:lnTo>
                    <a:pt x="2559415" y="55880"/>
                  </a:lnTo>
                  <a:lnTo>
                    <a:pt x="2520070" y="31750"/>
                  </a:lnTo>
                  <a:lnTo>
                    <a:pt x="2513084" y="27940"/>
                  </a:lnTo>
                  <a:lnTo>
                    <a:pt x="2498789" y="21590"/>
                  </a:lnTo>
                  <a:lnTo>
                    <a:pt x="2491514" y="19050"/>
                  </a:lnTo>
                  <a:lnTo>
                    <a:pt x="2476707" y="15240"/>
                  </a:lnTo>
                  <a:lnTo>
                    <a:pt x="2469211" y="12700"/>
                  </a:lnTo>
                  <a:lnTo>
                    <a:pt x="2446392" y="8890"/>
                  </a:lnTo>
                  <a:lnTo>
                    <a:pt x="2430994" y="7620"/>
                  </a:lnTo>
                  <a:lnTo>
                    <a:pt x="2423276" y="6350"/>
                  </a:lnTo>
                  <a:lnTo>
                    <a:pt x="2474802" y="6350"/>
                  </a:lnTo>
                  <a:lnTo>
                    <a:pt x="2508852" y="17780"/>
                  </a:lnTo>
                  <a:lnTo>
                    <a:pt x="2551009" y="40640"/>
                  </a:lnTo>
                  <a:lnTo>
                    <a:pt x="2587960" y="71120"/>
                  </a:lnTo>
                  <a:lnTo>
                    <a:pt x="2618284" y="107950"/>
                  </a:lnTo>
                  <a:lnTo>
                    <a:pt x="2640818" y="149860"/>
                  </a:lnTo>
                  <a:lnTo>
                    <a:pt x="2654694" y="195580"/>
                  </a:lnTo>
                  <a:lnTo>
                    <a:pt x="2659379" y="242570"/>
                  </a:lnTo>
                  <a:lnTo>
                    <a:pt x="2659379" y="821690"/>
                  </a:lnTo>
                  <a:lnTo>
                    <a:pt x="2659174" y="830580"/>
                  </a:lnTo>
                  <a:lnTo>
                    <a:pt x="2659087" y="834390"/>
                  </a:lnTo>
                  <a:lnTo>
                    <a:pt x="2652070" y="881380"/>
                  </a:lnTo>
                  <a:lnTo>
                    <a:pt x="2635963" y="927100"/>
                  </a:lnTo>
                  <a:lnTo>
                    <a:pt x="2611386" y="967740"/>
                  </a:lnTo>
                  <a:lnTo>
                    <a:pt x="2579282" y="1003300"/>
                  </a:lnTo>
                  <a:lnTo>
                    <a:pt x="2540886" y="1031240"/>
                  </a:lnTo>
                  <a:lnTo>
                    <a:pt x="2508853" y="1047750"/>
                  </a:lnTo>
                  <a:lnTo>
                    <a:pt x="2478642" y="105791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85964" y="4114164"/>
              <a:ext cx="153670" cy="15367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7273328" y="4327425"/>
            <a:ext cx="182308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44145">
              <a:lnSpc>
                <a:spcPct val="114300"/>
              </a:lnSpc>
              <a:spcBef>
                <a:spcPts val="95"/>
              </a:spcBef>
            </a:pPr>
            <a:r>
              <a:rPr dirty="0" sz="1050" spc="-85">
                <a:solidFill>
                  <a:srgbClr val="FFFFFF"/>
                </a:solidFill>
                <a:latin typeface="Arial Black"/>
                <a:cs typeface="Arial Black"/>
              </a:rPr>
              <a:t>Diseñar</a:t>
            </a:r>
            <a:r>
              <a:rPr dirty="0" sz="1050" spc="-6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105">
                <a:solidFill>
                  <a:srgbClr val="FFFFFF"/>
                </a:solidFill>
                <a:latin typeface="Arial Black"/>
                <a:cs typeface="Arial Black"/>
              </a:rPr>
              <a:t>la</a:t>
            </a:r>
            <a:r>
              <a:rPr dirty="0" sz="1050" spc="-3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95">
                <a:solidFill>
                  <a:srgbClr val="FFFFFF"/>
                </a:solidFill>
                <a:latin typeface="Arial Black"/>
                <a:cs typeface="Arial Black"/>
              </a:rPr>
              <a:t>estrategia</a:t>
            </a:r>
            <a:r>
              <a:rPr dirty="0" sz="1050" spc="-3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25">
                <a:solidFill>
                  <a:srgbClr val="FFFFFF"/>
                </a:solidFill>
                <a:latin typeface="Arial Black"/>
                <a:cs typeface="Arial Black"/>
              </a:rPr>
              <a:t>de </a:t>
            </a:r>
            <a:r>
              <a:rPr dirty="0" sz="1050" spc="-80">
                <a:solidFill>
                  <a:srgbClr val="FFFFFF"/>
                </a:solidFill>
                <a:latin typeface="Arial Black"/>
                <a:cs typeface="Arial Black"/>
              </a:rPr>
              <a:t>distribución</a:t>
            </a:r>
            <a:r>
              <a:rPr dirty="0" sz="1050" spc="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>
                <a:solidFill>
                  <a:srgbClr val="FFFFFF"/>
                </a:solidFill>
                <a:latin typeface="Arial Black"/>
                <a:cs typeface="Arial Black"/>
              </a:rPr>
              <a:t>y</a:t>
            </a:r>
            <a:r>
              <a:rPr dirty="0" sz="1050" spc="-85">
                <a:solidFill>
                  <a:srgbClr val="FFFFFF"/>
                </a:solidFill>
                <a:latin typeface="Arial Black"/>
                <a:cs typeface="Arial Black"/>
              </a:rPr>
              <a:t> compra-</a:t>
            </a:r>
            <a:r>
              <a:rPr dirty="0" sz="1050" spc="-60">
                <a:solidFill>
                  <a:srgbClr val="FFFFFF"/>
                </a:solidFill>
                <a:latin typeface="Arial Black"/>
                <a:cs typeface="Arial Black"/>
              </a:rPr>
              <a:t>venta</a:t>
            </a:r>
            <a:endParaRPr sz="10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90306" y="1885897"/>
            <a:ext cx="697230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0" b="1">
                <a:solidFill>
                  <a:srgbClr val="1754B9"/>
                </a:solidFill>
                <a:latin typeface="Georgia"/>
                <a:cs typeface="Georgia"/>
              </a:rPr>
              <a:t>T</a:t>
            </a:r>
            <a:r>
              <a:rPr dirty="0" sz="750" spc="-7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229" b="1">
                <a:solidFill>
                  <a:srgbClr val="1754B9"/>
                </a:solidFill>
                <a:latin typeface="Georgia"/>
                <a:cs typeface="Georgia"/>
              </a:rPr>
              <a:t>O</a:t>
            </a:r>
            <a:r>
              <a:rPr dirty="0" sz="750" spc="-5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95" b="1">
                <a:solidFill>
                  <a:srgbClr val="1754B9"/>
                </a:solidFill>
                <a:latin typeface="Georgia"/>
                <a:cs typeface="Georgia"/>
              </a:rPr>
              <a:t>K</a:t>
            </a:r>
            <a:r>
              <a:rPr dirty="0" sz="750" spc="-8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50" b="1">
                <a:solidFill>
                  <a:srgbClr val="1754B9"/>
                </a:solidFill>
                <a:latin typeface="Georgia"/>
                <a:cs typeface="Georgia"/>
              </a:rPr>
              <a:t>E</a:t>
            </a:r>
            <a:r>
              <a:rPr dirty="0" sz="750" spc="-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0" b="1">
                <a:solidFill>
                  <a:srgbClr val="1754B9"/>
                </a:solidFill>
                <a:latin typeface="Georgia"/>
                <a:cs typeface="Georgia"/>
              </a:rPr>
              <a:t>N</a:t>
            </a:r>
            <a:r>
              <a:rPr dirty="0" sz="750" spc="3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40" b="1">
                <a:solidFill>
                  <a:srgbClr val="1754B9"/>
                </a:solidFill>
                <a:latin typeface="Georgia"/>
                <a:cs typeface="Georgia"/>
              </a:rPr>
              <a:t>C</a:t>
            </a:r>
            <a:r>
              <a:rPr dirty="0" sz="750" spc="-5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b="1">
                <a:solidFill>
                  <a:srgbClr val="1754B9"/>
                </a:solidFill>
                <a:latin typeface="Georgia"/>
                <a:cs typeface="Georgia"/>
              </a:rPr>
              <a:t>I</a:t>
            </a:r>
            <a:r>
              <a:rPr dirty="0" sz="750" spc="-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00" b="1">
                <a:solidFill>
                  <a:srgbClr val="1754B9"/>
                </a:solidFill>
                <a:latin typeface="Georgia"/>
                <a:cs typeface="Georgia"/>
              </a:rPr>
              <a:t>T</a:t>
            </a:r>
            <a:r>
              <a:rPr dirty="0" sz="750" spc="-7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50" b="1">
                <a:solidFill>
                  <a:srgbClr val="1754B9"/>
                </a:solidFill>
                <a:latin typeface="Georgia"/>
                <a:cs typeface="Georgia"/>
              </a:rPr>
              <a:t>Y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028513" y="1932599"/>
            <a:ext cx="4640580" cy="5899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95"/>
              <a:t>Cobertura</a:t>
            </a:r>
            <a:r>
              <a:rPr dirty="0" spc="-190"/>
              <a:t> </a:t>
            </a:r>
            <a:r>
              <a:rPr dirty="0" spc="-45"/>
              <a:t>regulatoria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428557" y="2562277"/>
            <a:ext cx="58273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471295" marR="5080" indent="-1459230">
              <a:lnSpc>
                <a:spcPct val="121700"/>
              </a:lnSpc>
              <a:spcBef>
                <a:spcPts val="95"/>
              </a:spcBef>
            </a:pP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Token</a:t>
            </a:r>
            <a:r>
              <a:rPr dirty="0" sz="1150" spc="114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City</a:t>
            </a:r>
            <a:r>
              <a:rPr dirty="0" sz="1150" spc="-2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posee</a:t>
            </a:r>
            <a:r>
              <a:rPr dirty="0" sz="1150" spc="5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las</a:t>
            </a:r>
            <a:r>
              <a:rPr dirty="0" sz="1150" spc="4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licencias</a:t>
            </a:r>
            <a:r>
              <a:rPr dirty="0" sz="1150" spc="4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para</a:t>
            </a:r>
            <a:r>
              <a:rPr dirty="0" sz="1150" spc="12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prestar</a:t>
            </a:r>
            <a:r>
              <a:rPr dirty="0" sz="1150" spc="7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los</a:t>
            </a:r>
            <a:r>
              <a:rPr dirty="0" sz="1150" spc="4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servicios</a:t>
            </a:r>
            <a:r>
              <a:rPr dirty="0" sz="1150" spc="45">
                <a:solidFill>
                  <a:srgbClr val="9CA2AF"/>
                </a:solidFill>
                <a:latin typeface="Microsoft Sans Serif"/>
                <a:cs typeface="Microsoft Sans Serif"/>
              </a:rPr>
              <a:t> regulados</a:t>
            </a:r>
            <a:r>
              <a:rPr dirty="0" sz="1150" spc="4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necesarios</a:t>
            </a:r>
            <a:r>
              <a:rPr dirty="0" sz="1150" spc="4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para</a:t>
            </a:r>
            <a:r>
              <a:rPr dirty="0" sz="1150" spc="12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5">
                <a:solidFill>
                  <a:srgbClr val="9CA2AF"/>
                </a:solidFill>
                <a:latin typeface="Microsoft Sans Serif"/>
                <a:cs typeface="Microsoft Sans Serif"/>
              </a:rPr>
              <a:t>la </a:t>
            </a:r>
            <a:r>
              <a:rPr dirty="0" sz="1150" spc="45">
                <a:solidFill>
                  <a:srgbClr val="9CA2AF"/>
                </a:solidFill>
                <a:latin typeface="Microsoft Sans Serif"/>
                <a:cs typeface="Microsoft Sans Serif"/>
              </a:rPr>
              <a:t>emisión</a:t>
            </a:r>
            <a:r>
              <a:rPr dirty="0" sz="1150" spc="10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80">
                <a:solidFill>
                  <a:srgbClr val="9CA2AF"/>
                </a:solidFill>
                <a:latin typeface="Microsoft Sans Serif"/>
                <a:cs typeface="Microsoft Sans Serif"/>
              </a:rPr>
              <a:t>y</a:t>
            </a:r>
            <a:r>
              <a:rPr dirty="0" sz="1150" spc="-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45">
                <a:solidFill>
                  <a:srgbClr val="9CA2AF"/>
                </a:solidFill>
                <a:latin typeface="Microsoft Sans Serif"/>
                <a:cs typeface="Microsoft Sans Serif"/>
              </a:rPr>
              <a:t>gestión</a:t>
            </a:r>
            <a:r>
              <a:rPr dirty="0" sz="1150" spc="10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5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1150" spc="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activos</a:t>
            </a:r>
            <a:r>
              <a:rPr dirty="0" sz="1150" spc="3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9CA2AF"/>
                </a:solidFill>
                <a:latin typeface="Microsoft Sans Serif"/>
                <a:cs typeface="Microsoft Sans Serif"/>
              </a:rPr>
              <a:t>tokenizados: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173479" y="3337563"/>
            <a:ext cx="4091940" cy="1005840"/>
            <a:chOff x="1173479" y="3337563"/>
            <a:chExt cx="4091940" cy="1005840"/>
          </a:xfrm>
        </p:grpSpPr>
        <p:sp>
          <p:nvSpPr>
            <p:cNvPr id="6" name="object 6"/>
            <p:cNvSpPr/>
            <p:nvPr/>
          </p:nvSpPr>
          <p:spPr>
            <a:xfrm>
              <a:off x="1173479" y="3337563"/>
              <a:ext cx="4091940" cy="1005840"/>
            </a:xfrm>
            <a:custGeom>
              <a:avLst/>
              <a:gdLst/>
              <a:ahLst/>
              <a:cxnLst/>
              <a:rect l="l" t="t" r="r" b="b"/>
              <a:pathLst>
                <a:path w="4091940" h="1005839">
                  <a:moveTo>
                    <a:pt x="3848099" y="1005839"/>
                  </a:moveTo>
                  <a:lnTo>
                    <a:pt x="243839" y="1005839"/>
                  </a:lnTo>
                  <a:lnTo>
                    <a:pt x="231860" y="1005547"/>
                  </a:lnTo>
                  <a:lnTo>
                    <a:pt x="184577" y="998530"/>
                  </a:lnTo>
                  <a:lnTo>
                    <a:pt x="139571" y="982423"/>
                  </a:lnTo>
                  <a:lnTo>
                    <a:pt x="98572" y="957846"/>
                  </a:lnTo>
                  <a:lnTo>
                    <a:pt x="63155" y="925743"/>
                  </a:lnTo>
                  <a:lnTo>
                    <a:pt x="34682" y="887346"/>
                  </a:lnTo>
                  <a:lnTo>
                    <a:pt x="14247" y="844133"/>
                  </a:lnTo>
                  <a:lnTo>
                    <a:pt x="2635" y="797764"/>
                  </a:lnTo>
                  <a:lnTo>
                    <a:pt x="0" y="761999"/>
                  </a:lnTo>
                  <a:lnTo>
                    <a:pt x="0" y="243839"/>
                  </a:lnTo>
                  <a:lnTo>
                    <a:pt x="4685" y="196269"/>
                  </a:lnTo>
                  <a:lnTo>
                    <a:pt x="18561" y="150526"/>
                  </a:lnTo>
                  <a:lnTo>
                    <a:pt x="41094" y="108369"/>
                  </a:lnTo>
                  <a:lnTo>
                    <a:pt x="71419" y="71419"/>
                  </a:lnTo>
                  <a:lnTo>
                    <a:pt x="108369" y="41094"/>
                  </a:lnTo>
                  <a:lnTo>
                    <a:pt x="150526" y="18561"/>
                  </a:lnTo>
                  <a:lnTo>
                    <a:pt x="196269" y="4685"/>
                  </a:lnTo>
                  <a:lnTo>
                    <a:pt x="243839" y="0"/>
                  </a:lnTo>
                  <a:lnTo>
                    <a:pt x="3848099" y="0"/>
                  </a:lnTo>
                  <a:lnTo>
                    <a:pt x="3895670" y="4685"/>
                  </a:lnTo>
                  <a:lnTo>
                    <a:pt x="3941412" y="18561"/>
                  </a:lnTo>
                  <a:lnTo>
                    <a:pt x="3983569" y="41094"/>
                  </a:lnTo>
                  <a:lnTo>
                    <a:pt x="4020520" y="71419"/>
                  </a:lnTo>
                  <a:lnTo>
                    <a:pt x="4050844" y="108369"/>
                  </a:lnTo>
                  <a:lnTo>
                    <a:pt x="4073378" y="150526"/>
                  </a:lnTo>
                  <a:lnTo>
                    <a:pt x="4087254" y="196269"/>
                  </a:lnTo>
                  <a:lnTo>
                    <a:pt x="4091939" y="243839"/>
                  </a:lnTo>
                  <a:lnTo>
                    <a:pt x="4091939" y="761999"/>
                  </a:lnTo>
                  <a:lnTo>
                    <a:pt x="4087254" y="809570"/>
                  </a:lnTo>
                  <a:lnTo>
                    <a:pt x="4073378" y="855313"/>
                  </a:lnTo>
                  <a:lnTo>
                    <a:pt x="4050844" y="897470"/>
                  </a:lnTo>
                  <a:lnTo>
                    <a:pt x="4020520" y="934420"/>
                  </a:lnTo>
                  <a:lnTo>
                    <a:pt x="3983569" y="964745"/>
                  </a:lnTo>
                  <a:lnTo>
                    <a:pt x="3941412" y="987278"/>
                  </a:lnTo>
                  <a:lnTo>
                    <a:pt x="3895670" y="1001154"/>
                  </a:lnTo>
                  <a:lnTo>
                    <a:pt x="3848099" y="100583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173479" y="3337563"/>
              <a:ext cx="4091940" cy="1004569"/>
            </a:xfrm>
            <a:custGeom>
              <a:avLst/>
              <a:gdLst/>
              <a:ahLst/>
              <a:cxnLst/>
              <a:rect l="l" t="t" r="r" b="b"/>
              <a:pathLst>
                <a:path w="4091940" h="1004570">
                  <a:moveTo>
                    <a:pt x="3872000" y="1004570"/>
                  </a:moveTo>
                  <a:lnTo>
                    <a:pt x="219939" y="1004570"/>
                  </a:lnTo>
                  <a:lnTo>
                    <a:pt x="208075" y="1002030"/>
                  </a:lnTo>
                  <a:lnTo>
                    <a:pt x="196269" y="1000760"/>
                  </a:lnTo>
                  <a:lnTo>
                    <a:pt x="150526" y="986790"/>
                  </a:lnTo>
                  <a:lnTo>
                    <a:pt x="108369" y="963930"/>
                  </a:lnTo>
                  <a:lnTo>
                    <a:pt x="71419" y="933450"/>
                  </a:lnTo>
                  <a:lnTo>
                    <a:pt x="41094" y="896620"/>
                  </a:lnTo>
                  <a:lnTo>
                    <a:pt x="18561" y="854710"/>
                  </a:lnTo>
                  <a:lnTo>
                    <a:pt x="4685" y="808990"/>
                  </a:lnTo>
                  <a:lnTo>
                    <a:pt x="0" y="760730"/>
                  </a:lnTo>
                  <a:lnTo>
                    <a:pt x="0" y="242570"/>
                  </a:lnTo>
                  <a:lnTo>
                    <a:pt x="195" y="234950"/>
                  </a:lnTo>
                  <a:lnTo>
                    <a:pt x="292" y="231140"/>
                  </a:lnTo>
                  <a:lnTo>
                    <a:pt x="7309" y="184150"/>
                  </a:lnTo>
                  <a:lnTo>
                    <a:pt x="23416" y="138430"/>
                  </a:lnTo>
                  <a:lnTo>
                    <a:pt x="47993" y="97790"/>
                  </a:lnTo>
                  <a:lnTo>
                    <a:pt x="80096" y="62230"/>
                  </a:lnTo>
                  <a:lnTo>
                    <a:pt x="118492" y="34290"/>
                  </a:lnTo>
                  <a:lnTo>
                    <a:pt x="184577" y="6350"/>
                  </a:lnTo>
                  <a:lnTo>
                    <a:pt x="208075" y="2540"/>
                  </a:lnTo>
                  <a:lnTo>
                    <a:pt x="219939" y="0"/>
                  </a:lnTo>
                  <a:lnTo>
                    <a:pt x="3872000" y="0"/>
                  </a:lnTo>
                  <a:lnTo>
                    <a:pt x="3883864" y="2540"/>
                  </a:lnTo>
                  <a:lnTo>
                    <a:pt x="3895670" y="3810"/>
                  </a:lnTo>
                  <a:lnTo>
                    <a:pt x="3907361" y="6350"/>
                  </a:lnTo>
                  <a:lnTo>
                    <a:pt x="236103" y="6350"/>
                  </a:lnTo>
                  <a:lnTo>
                    <a:pt x="228385" y="7620"/>
                  </a:lnTo>
                  <a:lnTo>
                    <a:pt x="212987" y="8890"/>
                  </a:lnTo>
                  <a:lnTo>
                    <a:pt x="190167" y="12700"/>
                  </a:lnTo>
                  <a:lnTo>
                    <a:pt x="182672" y="15240"/>
                  </a:lnTo>
                  <a:lnTo>
                    <a:pt x="167865" y="19050"/>
                  </a:lnTo>
                  <a:lnTo>
                    <a:pt x="160590" y="21590"/>
                  </a:lnTo>
                  <a:lnTo>
                    <a:pt x="146294" y="27940"/>
                  </a:lnTo>
                  <a:lnTo>
                    <a:pt x="139309" y="31750"/>
                  </a:lnTo>
                  <a:lnTo>
                    <a:pt x="125663" y="38100"/>
                  </a:lnTo>
                  <a:lnTo>
                    <a:pt x="88003" y="66040"/>
                  </a:lnTo>
                  <a:lnTo>
                    <a:pt x="66147" y="87630"/>
                  </a:lnTo>
                  <a:lnTo>
                    <a:pt x="56331" y="99060"/>
                  </a:lnTo>
                  <a:lnTo>
                    <a:pt x="31865" y="138430"/>
                  </a:lnTo>
                  <a:lnTo>
                    <a:pt x="15545" y="181610"/>
                  </a:lnTo>
                  <a:lnTo>
                    <a:pt x="7999" y="227330"/>
                  </a:lnTo>
                  <a:lnTo>
                    <a:pt x="7620" y="234950"/>
                  </a:lnTo>
                  <a:lnTo>
                    <a:pt x="7620" y="769620"/>
                  </a:lnTo>
                  <a:lnTo>
                    <a:pt x="13668" y="815340"/>
                  </a:lnTo>
                  <a:lnTo>
                    <a:pt x="28561" y="858520"/>
                  </a:lnTo>
                  <a:lnTo>
                    <a:pt x="51728" y="899160"/>
                  </a:lnTo>
                  <a:lnTo>
                    <a:pt x="66147" y="916940"/>
                  </a:lnTo>
                  <a:lnTo>
                    <a:pt x="71336" y="923290"/>
                  </a:lnTo>
                  <a:lnTo>
                    <a:pt x="99964" y="948690"/>
                  </a:lnTo>
                  <a:lnTo>
                    <a:pt x="139309" y="972820"/>
                  </a:lnTo>
                  <a:lnTo>
                    <a:pt x="146294" y="976630"/>
                  </a:lnTo>
                  <a:lnTo>
                    <a:pt x="160590" y="982980"/>
                  </a:lnTo>
                  <a:lnTo>
                    <a:pt x="167865" y="985520"/>
                  </a:lnTo>
                  <a:lnTo>
                    <a:pt x="182672" y="989330"/>
                  </a:lnTo>
                  <a:lnTo>
                    <a:pt x="190167" y="991870"/>
                  </a:lnTo>
                  <a:lnTo>
                    <a:pt x="212987" y="995680"/>
                  </a:lnTo>
                  <a:lnTo>
                    <a:pt x="228385" y="996950"/>
                  </a:lnTo>
                  <a:lnTo>
                    <a:pt x="3911202" y="996950"/>
                  </a:lnTo>
                  <a:lnTo>
                    <a:pt x="3907361" y="998220"/>
                  </a:lnTo>
                  <a:lnTo>
                    <a:pt x="3895670" y="1000760"/>
                  </a:lnTo>
                  <a:lnTo>
                    <a:pt x="3883864" y="1002030"/>
                  </a:lnTo>
                  <a:lnTo>
                    <a:pt x="3872000" y="1004570"/>
                  </a:lnTo>
                  <a:close/>
                </a:path>
                <a:path w="4091940" h="1004570">
                  <a:moveTo>
                    <a:pt x="3911202" y="996950"/>
                  </a:moveTo>
                  <a:lnTo>
                    <a:pt x="3863554" y="996950"/>
                  </a:lnTo>
                  <a:lnTo>
                    <a:pt x="3878952" y="995680"/>
                  </a:lnTo>
                  <a:lnTo>
                    <a:pt x="3901771" y="991870"/>
                  </a:lnTo>
                  <a:lnTo>
                    <a:pt x="3909267" y="989330"/>
                  </a:lnTo>
                  <a:lnTo>
                    <a:pt x="3924073" y="985520"/>
                  </a:lnTo>
                  <a:lnTo>
                    <a:pt x="3931349" y="982980"/>
                  </a:lnTo>
                  <a:lnTo>
                    <a:pt x="3945644" y="976630"/>
                  </a:lnTo>
                  <a:lnTo>
                    <a:pt x="3952629" y="972820"/>
                  </a:lnTo>
                  <a:lnTo>
                    <a:pt x="3966275" y="966470"/>
                  </a:lnTo>
                  <a:lnTo>
                    <a:pt x="4003936" y="938530"/>
                  </a:lnTo>
                  <a:lnTo>
                    <a:pt x="4025792" y="916940"/>
                  </a:lnTo>
                  <a:lnTo>
                    <a:pt x="4035608" y="905510"/>
                  </a:lnTo>
                  <a:lnTo>
                    <a:pt x="4060074" y="866140"/>
                  </a:lnTo>
                  <a:lnTo>
                    <a:pt x="4076394" y="822960"/>
                  </a:lnTo>
                  <a:lnTo>
                    <a:pt x="4083940" y="777240"/>
                  </a:lnTo>
                  <a:lnTo>
                    <a:pt x="4084319" y="769620"/>
                  </a:lnTo>
                  <a:lnTo>
                    <a:pt x="4084319" y="234950"/>
                  </a:lnTo>
                  <a:lnTo>
                    <a:pt x="4078271" y="189230"/>
                  </a:lnTo>
                  <a:lnTo>
                    <a:pt x="4063377" y="146050"/>
                  </a:lnTo>
                  <a:lnTo>
                    <a:pt x="4040211" y="105410"/>
                  </a:lnTo>
                  <a:lnTo>
                    <a:pt x="4025792" y="87630"/>
                  </a:lnTo>
                  <a:lnTo>
                    <a:pt x="4020602" y="81280"/>
                  </a:lnTo>
                  <a:lnTo>
                    <a:pt x="3991975" y="55880"/>
                  </a:lnTo>
                  <a:lnTo>
                    <a:pt x="3952629" y="31750"/>
                  </a:lnTo>
                  <a:lnTo>
                    <a:pt x="3945644" y="27940"/>
                  </a:lnTo>
                  <a:lnTo>
                    <a:pt x="3931349" y="21590"/>
                  </a:lnTo>
                  <a:lnTo>
                    <a:pt x="3924073" y="19050"/>
                  </a:lnTo>
                  <a:lnTo>
                    <a:pt x="3909267" y="15240"/>
                  </a:lnTo>
                  <a:lnTo>
                    <a:pt x="3901771" y="12700"/>
                  </a:lnTo>
                  <a:lnTo>
                    <a:pt x="3878952" y="8890"/>
                  </a:lnTo>
                  <a:lnTo>
                    <a:pt x="3863554" y="7620"/>
                  </a:lnTo>
                  <a:lnTo>
                    <a:pt x="3855836" y="6350"/>
                  </a:lnTo>
                  <a:lnTo>
                    <a:pt x="3907361" y="6350"/>
                  </a:lnTo>
                  <a:lnTo>
                    <a:pt x="3941412" y="17780"/>
                  </a:lnTo>
                  <a:lnTo>
                    <a:pt x="3983569" y="40640"/>
                  </a:lnTo>
                  <a:lnTo>
                    <a:pt x="4020520" y="71120"/>
                  </a:lnTo>
                  <a:lnTo>
                    <a:pt x="4050844" y="107950"/>
                  </a:lnTo>
                  <a:lnTo>
                    <a:pt x="4073378" y="149860"/>
                  </a:lnTo>
                  <a:lnTo>
                    <a:pt x="4087254" y="195580"/>
                  </a:lnTo>
                  <a:lnTo>
                    <a:pt x="4091939" y="242570"/>
                  </a:lnTo>
                  <a:lnTo>
                    <a:pt x="4091939" y="760730"/>
                  </a:lnTo>
                  <a:lnTo>
                    <a:pt x="4087254" y="808990"/>
                  </a:lnTo>
                  <a:lnTo>
                    <a:pt x="4073378" y="854710"/>
                  </a:lnTo>
                  <a:lnTo>
                    <a:pt x="4050844" y="896620"/>
                  </a:lnTo>
                  <a:lnTo>
                    <a:pt x="4020520" y="933450"/>
                  </a:lnTo>
                  <a:lnTo>
                    <a:pt x="3983569" y="963930"/>
                  </a:lnTo>
                  <a:lnTo>
                    <a:pt x="3941412" y="986790"/>
                  </a:lnTo>
                  <a:lnTo>
                    <a:pt x="3911202" y="99695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0965" y="3535052"/>
              <a:ext cx="153670" cy="15367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578213" y="3747906"/>
            <a:ext cx="3291204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59815" marR="5080" indent="-1047750">
              <a:lnSpc>
                <a:spcPct val="114300"/>
              </a:lnSpc>
              <a:spcBef>
                <a:spcPts val="95"/>
              </a:spcBef>
            </a:pPr>
            <a:r>
              <a:rPr dirty="0" sz="1050" spc="-105">
                <a:solidFill>
                  <a:srgbClr val="FFFFFF"/>
                </a:solidFill>
                <a:latin typeface="Arial Black"/>
                <a:cs typeface="Arial Black"/>
              </a:rPr>
              <a:t>Validación</a:t>
            </a:r>
            <a:r>
              <a:rPr dirty="0" sz="1050" spc="-3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105">
                <a:solidFill>
                  <a:srgbClr val="FFFFFF"/>
                </a:solidFill>
                <a:latin typeface="Arial Black"/>
                <a:cs typeface="Arial Black"/>
              </a:rPr>
              <a:t>del</a:t>
            </a:r>
            <a:r>
              <a:rPr dirty="0" sz="1050" spc="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85">
                <a:solidFill>
                  <a:srgbClr val="FFFFFF"/>
                </a:solidFill>
                <a:latin typeface="Arial Black"/>
                <a:cs typeface="Arial Black"/>
              </a:rPr>
              <a:t>Documento</a:t>
            </a:r>
            <a:r>
              <a:rPr dirty="0" sz="105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80">
                <a:solidFill>
                  <a:srgbClr val="FFFFFF"/>
                </a:solidFill>
                <a:latin typeface="Arial Black"/>
                <a:cs typeface="Arial Black"/>
              </a:rPr>
              <a:t>de </a:t>
            </a:r>
            <a:r>
              <a:rPr dirty="0" sz="1050" spc="-95">
                <a:solidFill>
                  <a:srgbClr val="FFFFFF"/>
                </a:solidFill>
                <a:latin typeface="Arial Black"/>
                <a:cs typeface="Arial Black"/>
              </a:rPr>
              <a:t>Emisión</a:t>
            </a:r>
            <a:r>
              <a:rPr dirty="0" sz="1050" spc="-3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70">
                <a:solidFill>
                  <a:srgbClr val="FFFFFF"/>
                </a:solidFill>
                <a:latin typeface="Arial Black"/>
                <a:cs typeface="Arial Black"/>
              </a:rPr>
              <a:t>o</a:t>
            </a:r>
            <a:r>
              <a:rPr dirty="0" sz="105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95">
                <a:solidFill>
                  <a:srgbClr val="FFFFFF"/>
                </a:solidFill>
                <a:latin typeface="Arial Black"/>
                <a:cs typeface="Arial Black"/>
              </a:rPr>
              <a:t>Registro</a:t>
            </a:r>
            <a:r>
              <a:rPr dirty="0" sz="1050" spc="-8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25">
                <a:solidFill>
                  <a:srgbClr val="FFFFFF"/>
                </a:solidFill>
                <a:latin typeface="Arial Black"/>
                <a:cs typeface="Arial Black"/>
              </a:rPr>
              <a:t>de </a:t>
            </a:r>
            <a:r>
              <a:rPr dirty="0" sz="1050" spc="-95">
                <a:solidFill>
                  <a:srgbClr val="FFFFFF"/>
                </a:solidFill>
                <a:latin typeface="Arial Black"/>
                <a:cs typeface="Arial Black"/>
              </a:rPr>
              <a:t>Folleto</a:t>
            </a:r>
            <a:r>
              <a:rPr dirty="0" sz="1050" spc="-7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95">
                <a:solidFill>
                  <a:srgbClr val="FFFFFF"/>
                </a:solidFill>
                <a:latin typeface="Arial Black"/>
                <a:cs typeface="Arial Black"/>
              </a:rPr>
              <a:t>ante</a:t>
            </a:r>
            <a:r>
              <a:rPr dirty="0" sz="1050" spc="-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20">
                <a:solidFill>
                  <a:srgbClr val="FFFFFF"/>
                </a:solidFill>
                <a:latin typeface="Arial Black"/>
                <a:cs typeface="Arial Black"/>
              </a:rPr>
              <a:t>CNMV</a:t>
            </a:r>
            <a:endParaRPr sz="1050">
              <a:latin typeface="Arial Black"/>
              <a:cs typeface="Arial Black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417819" y="3337563"/>
            <a:ext cx="4099560" cy="1005840"/>
            <a:chOff x="5417819" y="3337563"/>
            <a:chExt cx="4099560" cy="1005840"/>
          </a:xfrm>
        </p:grpSpPr>
        <p:sp>
          <p:nvSpPr>
            <p:cNvPr id="11" name="object 11"/>
            <p:cNvSpPr/>
            <p:nvPr/>
          </p:nvSpPr>
          <p:spPr>
            <a:xfrm>
              <a:off x="5417819" y="3337563"/>
              <a:ext cx="4099560" cy="1005840"/>
            </a:xfrm>
            <a:custGeom>
              <a:avLst/>
              <a:gdLst/>
              <a:ahLst/>
              <a:cxnLst/>
              <a:rect l="l" t="t" r="r" b="b"/>
              <a:pathLst>
                <a:path w="4099559" h="1005839">
                  <a:moveTo>
                    <a:pt x="3855719" y="1005839"/>
                  </a:moveTo>
                  <a:lnTo>
                    <a:pt x="243839" y="1005839"/>
                  </a:lnTo>
                  <a:lnTo>
                    <a:pt x="231860" y="1005547"/>
                  </a:lnTo>
                  <a:lnTo>
                    <a:pt x="184577" y="998530"/>
                  </a:lnTo>
                  <a:lnTo>
                    <a:pt x="139571" y="982423"/>
                  </a:lnTo>
                  <a:lnTo>
                    <a:pt x="98572" y="957846"/>
                  </a:lnTo>
                  <a:lnTo>
                    <a:pt x="63155" y="925743"/>
                  </a:lnTo>
                  <a:lnTo>
                    <a:pt x="34682" y="887346"/>
                  </a:lnTo>
                  <a:lnTo>
                    <a:pt x="14247" y="844133"/>
                  </a:lnTo>
                  <a:lnTo>
                    <a:pt x="2635" y="797764"/>
                  </a:lnTo>
                  <a:lnTo>
                    <a:pt x="0" y="761999"/>
                  </a:lnTo>
                  <a:lnTo>
                    <a:pt x="0" y="243839"/>
                  </a:lnTo>
                  <a:lnTo>
                    <a:pt x="4685" y="196269"/>
                  </a:lnTo>
                  <a:lnTo>
                    <a:pt x="18561" y="150526"/>
                  </a:lnTo>
                  <a:lnTo>
                    <a:pt x="41094" y="108369"/>
                  </a:lnTo>
                  <a:lnTo>
                    <a:pt x="71419" y="71419"/>
                  </a:lnTo>
                  <a:lnTo>
                    <a:pt x="108369" y="41094"/>
                  </a:lnTo>
                  <a:lnTo>
                    <a:pt x="150526" y="18561"/>
                  </a:lnTo>
                  <a:lnTo>
                    <a:pt x="196269" y="4685"/>
                  </a:lnTo>
                  <a:lnTo>
                    <a:pt x="243839" y="0"/>
                  </a:lnTo>
                  <a:lnTo>
                    <a:pt x="3855719" y="0"/>
                  </a:lnTo>
                  <a:lnTo>
                    <a:pt x="3903290" y="4685"/>
                  </a:lnTo>
                  <a:lnTo>
                    <a:pt x="3949032" y="18561"/>
                  </a:lnTo>
                  <a:lnTo>
                    <a:pt x="3991189" y="41094"/>
                  </a:lnTo>
                  <a:lnTo>
                    <a:pt x="4028140" y="71419"/>
                  </a:lnTo>
                  <a:lnTo>
                    <a:pt x="4058464" y="108369"/>
                  </a:lnTo>
                  <a:lnTo>
                    <a:pt x="4080998" y="150526"/>
                  </a:lnTo>
                  <a:lnTo>
                    <a:pt x="4094874" y="196269"/>
                  </a:lnTo>
                  <a:lnTo>
                    <a:pt x="4099559" y="243839"/>
                  </a:lnTo>
                  <a:lnTo>
                    <a:pt x="4099559" y="761999"/>
                  </a:lnTo>
                  <a:lnTo>
                    <a:pt x="4094874" y="809570"/>
                  </a:lnTo>
                  <a:lnTo>
                    <a:pt x="4080998" y="855313"/>
                  </a:lnTo>
                  <a:lnTo>
                    <a:pt x="4058464" y="897470"/>
                  </a:lnTo>
                  <a:lnTo>
                    <a:pt x="4028140" y="934420"/>
                  </a:lnTo>
                  <a:lnTo>
                    <a:pt x="3991189" y="964745"/>
                  </a:lnTo>
                  <a:lnTo>
                    <a:pt x="3949032" y="987278"/>
                  </a:lnTo>
                  <a:lnTo>
                    <a:pt x="3903290" y="1001154"/>
                  </a:lnTo>
                  <a:lnTo>
                    <a:pt x="3855719" y="100583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417819" y="3337563"/>
              <a:ext cx="4099560" cy="1004569"/>
            </a:xfrm>
            <a:custGeom>
              <a:avLst/>
              <a:gdLst/>
              <a:ahLst/>
              <a:cxnLst/>
              <a:rect l="l" t="t" r="r" b="b"/>
              <a:pathLst>
                <a:path w="4099559" h="1004570">
                  <a:moveTo>
                    <a:pt x="3879620" y="1004570"/>
                  </a:moveTo>
                  <a:lnTo>
                    <a:pt x="219939" y="1004570"/>
                  </a:lnTo>
                  <a:lnTo>
                    <a:pt x="208075" y="1002030"/>
                  </a:lnTo>
                  <a:lnTo>
                    <a:pt x="196269" y="1000760"/>
                  </a:lnTo>
                  <a:lnTo>
                    <a:pt x="150526" y="986790"/>
                  </a:lnTo>
                  <a:lnTo>
                    <a:pt x="108369" y="963930"/>
                  </a:lnTo>
                  <a:lnTo>
                    <a:pt x="71419" y="933450"/>
                  </a:lnTo>
                  <a:lnTo>
                    <a:pt x="41094" y="896620"/>
                  </a:lnTo>
                  <a:lnTo>
                    <a:pt x="18561" y="854710"/>
                  </a:lnTo>
                  <a:lnTo>
                    <a:pt x="4685" y="808990"/>
                  </a:lnTo>
                  <a:lnTo>
                    <a:pt x="0" y="760730"/>
                  </a:lnTo>
                  <a:lnTo>
                    <a:pt x="0" y="242570"/>
                  </a:lnTo>
                  <a:lnTo>
                    <a:pt x="195" y="234950"/>
                  </a:lnTo>
                  <a:lnTo>
                    <a:pt x="292" y="231140"/>
                  </a:lnTo>
                  <a:lnTo>
                    <a:pt x="7309" y="184150"/>
                  </a:lnTo>
                  <a:lnTo>
                    <a:pt x="23416" y="138430"/>
                  </a:lnTo>
                  <a:lnTo>
                    <a:pt x="47993" y="97790"/>
                  </a:lnTo>
                  <a:lnTo>
                    <a:pt x="80096" y="62230"/>
                  </a:lnTo>
                  <a:lnTo>
                    <a:pt x="118492" y="34290"/>
                  </a:lnTo>
                  <a:lnTo>
                    <a:pt x="184577" y="6350"/>
                  </a:lnTo>
                  <a:lnTo>
                    <a:pt x="208075" y="2540"/>
                  </a:lnTo>
                  <a:lnTo>
                    <a:pt x="219939" y="0"/>
                  </a:lnTo>
                  <a:lnTo>
                    <a:pt x="3879620" y="0"/>
                  </a:lnTo>
                  <a:lnTo>
                    <a:pt x="3891484" y="2540"/>
                  </a:lnTo>
                  <a:lnTo>
                    <a:pt x="3903290" y="3810"/>
                  </a:lnTo>
                  <a:lnTo>
                    <a:pt x="3914982" y="6350"/>
                  </a:lnTo>
                  <a:lnTo>
                    <a:pt x="236103" y="6350"/>
                  </a:lnTo>
                  <a:lnTo>
                    <a:pt x="228385" y="7620"/>
                  </a:lnTo>
                  <a:lnTo>
                    <a:pt x="212987" y="8890"/>
                  </a:lnTo>
                  <a:lnTo>
                    <a:pt x="190167" y="12700"/>
                  </a:lnTo>
                  <a:lnTo>
                    <a:pt x="182672" y="15240"/>
                  </a:lnTo>
                  <a:lnTo>
                    <a:pt x="167865" y="19050"/>
                  </a:lnTo>
                  <a:lnTo>
                    <a:pt x="160590" y="21590"/>
                  </a:lnTo>
                  <a:lnTo>
                    <a:pt x="146294" y="27940"/>
                  </a:lnTo>
                  <a:lnTo>
                    <a:pt x="139309" y="31750"/>
                  </a:lnTo>
                  <a:lnTo>
                    <a:pt x="125663" y="38100"/>
                  </a:lnTo>
                  <a:lnTo>
                    <a:pt x="88003" y="66040"/>
                  </a:lnTo>
                  <a:lnTo>
                    <a:pt x="66147" y="87630"/>
                  </a:lnTo>
                  <a:lnTo>
                    <a:pt x="56331" y="99060"/>
                  </a:lnTo>
                  <a:lnTo>
                    <a:pt x="31865" y="138430"/>
                  </a:lnTo>
                  <a:lnTo>
                    <a:pt x="15545" y="181610"/>
                  </a:lnTo>
                  <a:lnTo>
                    <a:pt x="7999" y="227330"/>
                  </a:lnTo>
                  <a:lnTo>
                    <a:pt x="7619" y="234950"/>
                  </a:lnTo>
                  <a:lnTo>
                    <a:pt x="7619" y="769620"/>
                  </a:lnTo>
                  <a:lnTo>
                    <a:pt x="13668" y="815340"/>
                  </a:lnTo>
                  <a:lnTo>
                    <a:pt x="28561" y="858520"/>
                  </a:lnTo>
                  <a:lnTo>
                    <a:pt x="51728" y="899160"/>
                  </a:lnTo>
                  <a:lnTo>
                    <a:pt x="66147" y="916940"/>
                  </a:lnTo>
                  <a:lnTo>
                    <a:pt x="71336" y="923290"/>
                  </a:lnTo>
                  <a:lnTo>
                    <a:pt x="99964" y="948690"/>
                  </a:lnTo>
                  <a:lnTo>
                    <a:pt x="139309" y="972820"/>
                  </a:lnTo>
                  <a:lnTo>
                    <a:pt x="146294" y="976630"/>
                  </a:lnTo>
                  <a:lnTo>
                    <a:pt x="160590" y="982980"/>
                  </a:lnTo>
                  <a:lnTo>
                    <a:pt x="167865" y="985520"/>
                  </a:lnTo>
                  <a:lnTo>
                    <a:pt x="182672" y="989330"/>
                  </a:lnTo>
                  <a:lnTo>
                    <a:pt x="190167" y="991870"/>
                  </a:lnTo>
                  <a:lnTo>
                    <a:pt x="212987" y="995680"/>
                  </a:lnTo>
                  <a:lnTo>
                    <a:pt x="228385" y="996950"/>
                  </a:lnTo>
                  <a:lnTo>
                    <a:pt x="3918822" y="996950"/>
                  </a:lnTo>
                  <a:lnTo>
                    <a:pt x="3914982" y="998220"/>
                  </a:lnTo>
                  <a:lnTo>
                    <a:pt x="3903290" y="1000760"/>
                  </a:lnTo>
                  <a:lnTo>
                    <a:pt x="3891484" y="1002030"/>
                  </a:lnTo>
                  <a:lnTo>
                    <a:pt x="3879620" y="1004570"/>
                  </a:lnTo>
                  <a:close/>
                </a:path>
                <a:path w="4099559" h="1004570">
                  <a:moveTo>
                    <a:pt x="3918822" y="996950"/>
                  </a:moveTo>
                  <a:lnTo>
                    <a:pt x="3871174" y="996950"/>
                  </a:lnTo>
                  <a:lnTo>
                    <a:pt x="3886572" y="995680"/>
                  </a:lnTo>
                  <a:lnTo>
                    <a:pt x="3909391" y="991870"/>
                  </a:lnTo>
                  <a:lnTo>
                    <a:pt x="3916887" y="989330"/>
                  </a:lnTo>
                  <a:lnTo>
                    <a:pt x="3931694" y="985520"/>
                  </a:lnTo>
                  <a:lnTo>
                    <a:pt x="3938969" y="982980"/>
                  </a:lnTo>
                  <a:lnTo>
                    <a:pt x="3953265" y="976630"/>
                  </a:lnTo>
                  <a:lnTo>
                    <a:pt x="3960250" y="972820"/>
                  </a:lnTo>
                  <a:lnTo>
                    <a:pt x="3973896" y="966470"/>
                  </a:lnTo>
                  <a:lnTo>
                    <a:pt x="4011556" y="938530"/>
                  </a:lnTo>
                  <a:lnTo>
                    <a:pt x="4033412" y="916940"/>
                  </a:lnTo>
                  <a:lnTo>
                    <a:pt x="4043228" y="905510"/>
                  </a:lnTo>
                  <a:lnTo>
                    <a:pt x="4067693" y="866140"/>
                  </a:lnTo>
                  <a:lnTo>
                    <a:pt x="4084013" y="822960"/>
                  </a:lnTo>
                  <a:lnTo>
                    <a:pt x="4091561" y="777240"/>
                  </a:lnTo>
                  <a:lnTo>
                    <a:pt x="4091940" y="769620"/>
                  </a:lnTo>
                  <a:lnTo>
                    <a:pt x="4091940" y="234950"/>
                  </a:lnTo>
                  <a:lnTo>
                    <a:pt x="4085891" y="189230"/>
                  </a:lnTo>
                  <a:lnTo>
                    <a:pt x="4070997" y="146050"/>
                  </a:lnTo>
                  <a:lnTo>
                    <a:pt x="4047831" y="105410"/>
                  </a:lnTo>
                  <a:lnTo>
                    <a:pt x="4033412" y="87630"/>
                  </a:lnTo>
                  <a:lnTo>
                    <a:pt x="4028223" y="81280"/>
                  </a:lnTo>
                  <a:lnTo>
                    <a:pt x="3999596" y="55880"/>
                  </a:lnTo>
                  <a:lnTo>
                    <a:pt x="3960250" y="31750"/>
                  </a:lnTo>
                  <a:lnTo>
                    <a:pt x="3953265" y="27940"/>
                  </a:lnTo>
                  <a:lnTo>
                    <a:pt x="3938969" y="21590"/>
                  </a:lnTo>
                  <a:lnTo>
                    <a:pt x="3931694" y="19050"/>
                  </a:lnTo>
                  <a:lnTo>
                    <a:pt x="3916887" y="15240"/>
                  </a:lnTo>
                  <a:lnTo>
                    <a:pt x="3909391" y="12700"/>
                  </a:lnTo>
                  <a:lnTo>
                    <a:pt x="3886572" y="8890"/>
                  </a:lnTo>
                  <a:lnTo>
                    <a:pt x="3871174" y="7620"/>
                  </a:lnTo>
                  <a:lnTo>
                    <a:pt x="3863456" y="6350"/>
                  </a:lnTo>
                  <a:lnTo>
                    <a:pt x="3914982" y="6350"/>
                  </a:lnTo>
                  <a:lnTo>
                    <a:pt x="3949032" y="17780"/>
                  </a:lnTo>
                  <a:lnTo>
                    <a:pt x="3991189" y="40640"/>
                  </a:lnTo>
                  <a:lnTo>
                    <a:pt x="4028140" y="71120"/>
                  </a:lnTo>
                  <a:lnTo>
                    <a:pt x="4058464" y="107950"/>
                  </a:lnTo>
                  <a:lnTo>
                    <a:pt x="4080998" y="149860"/>
                  </a:lnTo>
                  <a:lnTo>
                    <a:pt x="4094874" y="195580"/>
                  </a:lnTo>
                  <a:lnTo>
                    <a:pt x="4099559" y="242570"/>
                  </a:lnTo>
                  <a:lnTo>
                    <a:pt x="4099559" y="760730"/>
                  </a:lnTo>
                  <a:lnTo>
                    <a:pt x="4099354" y="769620"/>
                  </a:lnTo>
                  <a:lnTo>
                    <a:pt x="4099266" y="773430"/>
                  </a:lnTo>
                  <a:lnTo>
                    <a:pt x="4092249" y="820420"/>
                  </a:lnTo>
                  <a:lnTo>
                    <a:pt x="4076143" y="866140"/>
                  </a:lnTo>
                  <a:lnTo>
                    <a:pt x="4051565" y="906780"/>
                  </a:lnTo>
                  <a:lnTo>
                    <a:pt x="4019462" y="942340"/>
                  </a:lnTo>
                  <a:lnTo>
                    <a:pt x="3981066" y="970280"/>
                  </a:lnTo>
                  <a:lnTo>
                    <a:pt x="3949032" y="986790"/>
                  </a:lnTo>
                  <a:lnTo>
                    <a:pt x="3918822" y="99695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15304" y="3535052"/>
              <a:ext cx="153670" cy="15367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663485" y="3769969"/>
            <a:ext cx="3611879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05">
                <a:solidFill>
                  <a:srgbClr val="FFFFFF"/>
                </a:solidFill>
                <a:latin typeface="Arial Black"/>
                <a:cs typeface="Arial Black"/>
              </a:rPr>
              <a:t>Servicio</a:t>
            </a:r>
            <a:r>
              <a:rPr dirty="0" sz="1050" spc="-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8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dirty="0" sz="105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125">
                <a:solidFill>
                  <a:srgbClr val="FFFFFF"/>
                </a:solidFill>
                <a:latin typeface="Arial Black"/>
                <a:cs typeface="Arial Black"/>
              </a:rPr>
              <a:t>E.R.I.R.</a:t>
            </a:r>
            <a:r>
              <a:rPr dirty="0" sz="1050" spc="-3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114">
                <a:solidFill>
                  <a:srgbClr val="FFFFFF"/>
                </a:solidFill>
                <a:latin typeface="Arial Black"/>
                <a:cs typeface="Arial Black"/>
              </a:rPr>
              <a:t>para</a:t>
            </a:r>
            <a:r>
              <a:rPr dirty="0" sz="1050" spc="-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130">
                <a:solidFill>
                  <a:srgbClr val="FFFFFF"/>
                </a:solidFill>
                <a:latin typeface="Arial Black"/>
                <a:cs typeface="Arial Black"/>
              </a:rPr>
              <a:t>el</a:t>
            </a:r>
            <a:r>
              <a:rPr dirty="0" sz="1050" spc="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90">
                <a:solidFill>
                  <a:srgbClr val="FFFFFF"/>
                </a:solidFill>
                <a:latin typeface="Arial Black"/>
                <a:cs typeface="Arial Black"/>
              </a:rPr>
              <a:t>registro</a:t>
            </a:r>
            <a:r>
              <a:rPr dirty="0" sz="105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8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dirty="0" sz="105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114">
                <a:solidFill>
                  <a:srgbClr val="FFFFFF"/>
                </a:solidFill>
                <a:latin typeface="Arial Black"/>
                <a:cs typeface="Arial Black"/>
              </a:rPr>
              <a:t>activos</a:t>
            </a:r>
            <a:r>
              <a:rPr dirty="0" sz="105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60">
                <a:solidFill>
                  <a:srgbClr val="FFFFFF"/>
                </a:solidFill>
                <a:latin typeface="Arial Black"/>
                <a:cs typeface="Arial Black"/>
              </a:rPr>
              <a:t>tokenizados</a:t>
            </a:r>
            <a:endParaRPr sz="1050">
              <a:latin typeface="Arial Black"/>
              <a:cs typeface="Arial Black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173479" y="4495800"/>
            <a:ext cx="4091940" cy="1005840"/>
            <a:chOff x="1173479" y="4495800"/>
            <a:chExt cx="4091940" cy="1005840"/>
          </a:xfrm>
        </p:grpSpPr>
        <p:sp>
          <p:nvSpPr>
            <p:cNvPr id="16" name="object 16"/>
            <p:cNvSpPr/>
            <p:nvPr/>
          </p:nvSpPr>
          <p:spPr>
            <a:xfrm>
              <a:off x="1173479" y="4495800"/>
              <a:ext cx="4091940" cy="1005840"/>
            </a:xfrm>
            <a:custGeom>
              <a:avLst/>
              <a:gdLst/>
              <a:ahLst/>
              <a:cxnLst/>
              <a:rect l="l" t="t" r="r" b="b"/>
              <a:pathLst>
                <a:path w="4091940" h="1005839">
                  <a:moveTo>
                    <a:pt x="3848099" y="1005839"/>
                  </a:moveTo>
                  <a:lnTo>
                    <a:pt x="243839" y="1005839"/>
                  </a:lnTo>
                  <a:lnTo>
                    <a:pt x="231860" y="1005547"/>
                  </a:lnTo>
                  <a:lnTo>
                    <a:pt x="184577" y="998530"/>
                  </a:lnTo>
                  <a:lnTo>
                    <a:pt x="139571" y="982423"/>
                  </a:lnTo>
                  <a:lnTo>
                    <a:pt x="98572" y="957846"/>
                  </a:lnTo>
                  <a:lnTo>
                    <a:pt x="63155" y="925743"/>
                  </a:lnTo>
                  <a:lnTo>
                    <a:pt x="34682" y="887347"/>
                  </a:lnTo>
                  <a:lnTo>
                    <a:pt x="14247" y="844133"/>
                  </a:lnTo>
                  <a:lnTo>
                    <a:pt x="2635" y="797764"/>
                  </a:lnTo>
                  <a:lnTo>
                    <a:pt x="0" y="761999"/>
                  </a:lnTo>
                  <a:lnTo>
                    <a:pt x="0" y="243839"/>
                  </a:lnTo>
                  <a:lnTo>
                    <a:pt x="4685" y="196269"/>
                  </a:lnTo>
                  <a:lnTo>
                    <a:pt x="18561" y="150526"/>
                  </a:lnTo>
                  <a:lnTo>
                    <a:pt x="41094" y="108369"/>
                  </a:lnTo>
                  <a:lnTo>
                    <a:pt x="71419" y="71419"/>
                  </a:lnTo>
                  <a:lnTo>
                    <a:pt x="108369" y="41094"/>
                  </a:lnTo>
                  <a:lnTo>
                    <a:pt x="150526" y="18561"/>
                  </a:lnTo>
                  <a:lnTo>
                    <a:pt x="196269" y="4685"/>
                  </a:lnTo>
                  <a:lnTo>
                    <a:pt x="243839" y="0"/>
                  </a:lnTo>
                  <a:lnTo>
                    <a:pt x="3848099" y="0"/>
                  </a:lnTo>
                  <a:lnTo>
                    <a:pt x="3895670" y="4685"/>
                  </a:lnTo>
                  <a:lnTo>
                    <a:pt x="3941412" y="18561"/>
                  </a:lnTo>
                  <a:lnTo>
                    <a:pt x="3983569" y="41094"/>
                  </a:lnTo>
                  <a:lnTo>
                    <a:pt x="4020520" y="71419"/>
                  </a:lnTo>
                  <a:lnTo>
                    <a:pt x="4050844" y="108369"/>
                  </a:lnTo>
                  <a:lnTo>
                    <a:pt x="4073378" y="150526"/>
                  </a:lnTo>
                  <a:lnTo>
                    <a:pt x="4087254" y="196269"/>
                  </a:lnTo>
                  <a:lnTo>
                    <a:pt x="4091939" y="243839"/>
                  </a:lnTo>
                  <a:lnTo>
                    <a:pt x="4091939" y="761999"/>
                  </a:lnTo>
                  <a:lnTo>
                    <a:pt x="4087254" y="809570"/>
                  </a:lnTo>
                  <a:lnTo>
                    <a:pt x="4073378" y="855313"/>
                  </a:lnTo>
                  <a:lnTo>
                    <a:pt x="4050844" y="897470"/>
                  </a:lnTo>
                  <a:lnTo>
                    <a:pt x="4020520" y="934420"/>
                  </a:lnTo>
                  <a:lnTo>
                    <a:pt x="3983569" y="964745"/>
                  </a:lnTo>
                  <a:lnTo>
                    <a:pt x="3941412" y="987278"/>
                  </a:lnTo>
                  <a:lnTo>
                    <a:pt x="3895670" y="1001154"/>
                  </a:lnTo>
                  <a:lnTo>
                    <a:pt x="3848099" y="100583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173479" y="4495800"/>
              <a:ext cx="4091940" cy="1004569"/>
            </a:xfrm>
            <a:custGeom>
              <a:avLst/>
              <a:gdLst/>
              <a:ahLst/>
              <a:cxnLst/>
              <a:rect l="l" t="t" r="r" b="b"/>
              <a:pathLst>
                <a:path w="4091940" h="1004570">
                  <a:moveTo>
                    <a:pt x="3872000" y="1004570"/>
                  </a:moveTo>
                  <a:lnTo>
                    <a:pt x="219939" y="1004570"/>
                  </a:lnTo>
                  <a:lnTo>
                    <a:pt x="208075" y="1002030"/>
                  </a:lnTo>
                  <a:lnTo>
                    <a:pt x="196269" y="1000760"/>
                  </a:lnTo>
                  <a:lnTo>
                    <a:pt x="150526" y="986790"/>
                  </a:lnTo>
                  <a:lnTo>
                    <a:pt x="108369" y="963930"/>
                  </a:lnTo>
                  <a:lnTo>
                    <a:pt x="71419" y="933450"/>
                  </a:lnTo>
                  <a:lnTo>
                    <a:pt x="41094" y="896620"/>
                  </a:lnTo>
                  <a:lnTo>
                    <a:pt x="18561" y="854710"/>
                  </a:lnTo>
                  <a:lnTo>
                    <a:pt x="4685" y="808990"/>
                  </a:lnTo>
                  <a:lnTo>
                    <a:pt x="0" y="760730"/>
                  </a:lnTo>
                  <a:lnTo>
                    <a:pt x="0" y="242570"/>
                  </a:lnTo>
                  <a:lnTo>
                    <a:pt x="195" y="234950"/>
                  </a:lnTo>
                  <a:lnTo>
                    <a:pt x="4685" y="195580"/>
                  </a:lnTo>
                  <a:lnTo>
                    <a:pt x="18561" y="149860"/>
                  </a:lnTo>
                  <a:lnTo>
                    <a:pt x="41094" y="107950"/>
                  </a:lnTo>
                  <a:lnTo>
                    <a:pt x="71419" y="71120"/>
                  </a:lnTo>
                  <a:lnTo>
                    <a:pt x="108369" y="40640"/>
                  </a:lnTo>
                  <a:lnTo>
                    <a:pt x="150526" y="17780"/>
                  </a:lnTo>
                  <a:lnTo>
                    <a:pt x="196269" y="3810"/>
                  </a:lnTo>
                  <a:lnTo>
                    <a:pt x="208075" y="2540"/>
                  </a:lnTo>
                  <a:lnTo>
                    <a:pt x="219939" y="0"/>
                  </a:lnTo>
                  <a:lnTo>
                    <a:pt x="3872000" y="0"/>
                  </a:lnTo>
                  <a:lnTo>
                    <a:pt x="3883864" y="2540"/>
                  </a:lnTo>
                  <a:lnTo>
                    <a:pt x="3895670" y="3810"/>
                  </a:lnTo>
                  <a:lnTo>
                    <a:pt x="3907361" y="6350"/>
                  </a:lnTo>
                  <a:lnTo>
                    <a:pt x="236103" y="6350"/>
                  </a:lnTo>
                  <a:lnTo>
                    <a:pt x="228385" y="7620"/>
                  </a:lnTo>
                  <a:lnTo>
                    <a:pt x="212987" y="8890"/>
                  </a:lnTo>
                  <a:lnTo>
                    <a:pt x="190167" y="12700"/>
                  </a:lnTo>
                  <a:lnTo>
                    <a:pt x="182672" y="15240"/>
                  </a:lnTo>
                  <a:lnTo>
                    <a:pt x="167865" y="19050"/>
                  </a:lnTo>
                  <a:lnTo>
                    <a:pt x="160590" y="21590"/>
                  </a:lnTo>
                  <a:lnTo>
                    <a:pt x="146294" y="27940"/>
                  </a:lnTo>
                  <a:lnTo>
                    <a:pt x="139309" y="31750"/>
                  </a:lnTo>
                  <a:lnTo>
                    <a:pt x="125663" y="38100"/>
                  </a:lnTo>
                  <a:lnTo>
                    <a:pt x="88003" y="66040"/>
                  </a:lnTo>
                  <a:lnTo>
                    <a:pt x="66147" y="87630"/>
                  </a:lnTo>
                  <a:lnTo>
                    <a:pt x="56331" y="99060"/>
                  </a:lnTo>
                  <a:lnTo>
                    <a:pt x="31865" y="138430"/>
                  </a:lnTo>
                  <a:lnTo>
                    <a:pt x="15545" y="181610"/>
                  </a:lnTo>
                  <a:lnTo>
                    <a:pt x="7999" y="227330"/>
                  </a:lnTo>
                  <a:lnTo>
                    <a:pt x="7620" y="234950"/>
                  </a:lnTo>
                  <a:lnTo>
                    <a:pt x="7620" y="769620"/>
                  </a:lnTo>
                  <a:lnTo>
                    <a:pt x="13668" y="815340"/>
                  </a:lnTo>
                  <a:lnTo>
                    <a:pt x="28561" y="858520"/>
                  </a:lnTo>
                  <a:lnTo>
                    <a:pt x="51728" y="899160"/>
                  </a:lnTo>
                  <a:lnTo>
                    <a:pt x="66147" y="916940"/>
                  </a:lnTo>
                  <a:lnTo>
                    <a:pt x="71336" y="923290"/>
                  </a:lnTo>
                  <a:lnTo>
                    <a:pt x="99964" y="948690"/>
                  </a:lnTo>
                  <a:lnTo>
                    <a:pt x="139309" y="972820"/>
                  </a:lnTo>
                  <a:lnTo>
                    <a:pt x="146294" y="976630"/>
                  </a:lnTo>
                  <a:lnTo>
                    <a:pt x="160590" y="982980"/>
                  </a:lnTo>
                  <a:lnTo>
                    <a:pt x="167865" y="985520"/>
                  </a:lnTo>
                  <a:lnTo>
                    <a:pt x="182672" y="989330"/>
                  </a:lnTo>
                  <a:lnTo>
                    <a:pt x="190167" y="991870"/>
                  </a:lnTo>
                  <a:lnTo>
                    <a:pt x="212987" y="995680"/>
                  </a:lnTo>
                  <a:lnTo>
                    <a:pt x="228385" y="996950"/>
                  </a:lnTo>
                  <a:lnTo>
                    <a:pt x="3911202" y="996950"/>
                  </a:lnTo>
                  <a:lnTo>
                    <a:pt x="3907361" y="998220"/>
                  </a:lnTo>
                  <a:lnTo>
                    <a:pt x="3895670" y="1000760"/>
                  </a:lnTo>
                  <a:lnTo>
                    <a:pt x="3883864" y="1002030"/>
                  </a:lnTo>
                  <a:lnTo>
                    <a:pt x="3872000" y="1004570"/>
                  </a:lnTo>
                  <a:close/>
                </a:path>
                <a:path w="4091940" h="1004570">
                  <a:moveTo>
                    <a:pt x="3911202" y="996950"/>
                  </a:moveTo>
                  <a:lnTo>
                    <a:pt x="3863554" y="996950"/>
                  </a:lnTo>
                  <a:lnTo>
                    <a:pt x="3878952" y="995680"/>
                  </a:lnTo>
                  <a:lnTo>
                    <a:pt x="3901771" y="991870"/>
                  </a:lnTo>
                  <a:lnTo>
                    <a:pt x="3909267" y="989330"/>
                  </a:lnTo>
                  <a:lnTo>
                    <a:pt x="3924073" y="985520"/>
                  </a:lnTo>
                  <a:lnTo>
                    <a:pt x="3931349" y="982980"/>
                  </a:lnTo>
                  <a:lnTo>
                    <a:pt x="3945644" y="976630"/>
                  </a:lnTo>
                  <a:lnTo>
                    <a:pt x="3952629" y="972820"/>
                  </a:lnTo>
                  <a:lnTo>
                    <a:pt x="3966275" y="966470"/>
                  </a:lnTo>
                  <a:lnTo>
                    <a:pt x="4003936" y="938530"/>
                  </a:lnTo>
                  <a:lnTo>
                    <a:pt x="4025792" y="916940"/>
                  </a:lnTo>
                  <a:lnTo>
                    <a:pt x="4035608" y="905510"/>
                  </a:lnTo>
                  <a:lnTo>
                    <a:pt x="4060074" y="866140"/>
                  </a:lnTo>
                  <a:lnTo>
                    <a:pt x="4076394" y="822960"/>
                  </a:lnTo>
                  <a:lnTo>
                    <a:pt x="4083940" y="777240"/>
                  </a:lnTo>
                  <a:lnTo>
                    <a:pt x="4084319" y="769620"/>
                  </a:lnTo>
                  <a:lnTo>
                    <a:pt x="4084319" y="234950"/>
                  </a:lnTo>
                  <a:lnTo>
                    <a:pt x="4078271" y="189230"/>
                  </a:lnTo>
                  <a:lnTo>
                    <a:pt x="4063377" y="146050"/>
                  </a:lnTo>
                  <a:lnTo>
                    <a:pt x="4040211" y="105410"/>
                  </a:lnTo>
                  <a:lnTo>
                    <a:pt x="4025792" y="87630"/>
                  </a:lnTo>
                  <a:lnTo>
                    <a:pt x="4020602" y="81280"/>
                  </a:lnTo>
                  <a:lnTo>
                    <a:pt x="3991975" y="55880"/>
                  </a:lnTo>
                  <a:lnTo>
                    <a:pt x="3952629" y="31750"/>
                  </a:lnTo>
                  <a:lnTo>
                    <a:pt x="3945644" y="27940"/>
                  </a:lnTo>
                  <a:lnTo>
                    <a:pt x="3931349" y="21590"/>
                  </a:lnTo>
                  <a:lnTo>
                    <a:pt x="3924073" y="19050"/>
                  </a:lnTo>
                  <a:lnTo>
                    <a:pt x="3909267" y="15240"/>
                  </a:lnTo>
                  <a:lnTo>
                    <a:pt x="3901771" y="12700"/>
                  </a:lnTo>
                  <a:lnTo>
                    <a:pt x="3878952" y="8890"/>
                  </a:lnTo>
                  <a:lnTo>
                    <a:pt x="3863554" y="7620"/>
                  </a:lnTo>
                  <a:lnTo>
                    <a:pt x="3855836" y="6350"/>
                  </a:lnTo>
                  <a:lnTo>
                    <a:pt x="3907361" y="6350"/>
                  </a:lnTo>
                  <a:lnTo>
                    <a:pt x="3941412" y="17780"/>
                  </a:lnTo>
                  <a:lnTo>
                    <a:pt x="3983569" y="40640"/>
                  </a:lnTo>
                  <a:lnTo>
                    <a:pt x="4020520" y="71120"/>
                  </a:lnTo>
                  <a:lnTo>
                    <a:pt x="4050844" y="107950"/>
                  </a:lnTo>
                  <a:lnTo>
                    <a:pt x="4073378" y="149860"/>
                  </a:lnTo>
                  <a:lnTo>
                    <a:pt x="4087254" y="195580"/>
                  </a:lnTo>
                  <a:lnTo>
                    <a:pt x="4091939" y="242570"/>
                  </a:lnTo>
                  <a:lnTo>
                    <a:pt x="4091939" y="760730"/>
                  </a:lnTo>
                  <a:lnTo>
                    <a:pt x="4087254" y="808990"/>
                  </a:lnTo>
                  <a:lnTo>
                    <a:pt x="4073378" y="854710"/>
                  </a:lnTo>
                  <a:lnTo>
                    <a:pt x="4050844" y="896620"/>
                  </a:lnTo>
                  <a:lnTo>
                    <a:pt x="4020520" y="933450"/>
                  </a:lnTo>
                  <a:lnTo>
                    <a:pt x="3983569" y="963930"/>
                  </a:lnTo>
                  <a:lnTo>
                    <a:pt x="3941412" y="986790"/>
                  </a:lnTo>
                  <a:lnTo>
                    <a:pt x="3911202" y="99695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0965" y="4693284"/>
              <a:ext cx="153670" cy="15367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607859" y="4906142"/>
            <a:ext cx="323151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87680" marR="5080" indent="-475615">
              <a:lnSpc>
                <a:spcPct val="114300"/>
              </a:lnSpc>
              <a:spcBef>
                <a:spcPts val="95"/>
              </a:spcBef>
            </a:pPr>
            <a:r>
              <a:rPr dirty="0" sz="1050" spc="-114">
                <a:solidFill>
                  <a:srgbClr val="FFFFFF"/>
                </a:solidFill>
                <a:latin typeface="Arial Black"/>
                <a:cs typeface="Arial Black"/>
              </a:rPr>
              <a:t>Colocación</a:t>
            </a:r>
            <a:r>
              <a:rPr dirty="0" sz="1050" spc="-1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8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dirty="0" sz="1050" spc="-5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90">
                <a:solidFill>
                  <a:srgbClr val="FFFFFF"/>
                </a:solidFill>
                <a:latin typeface="Arial Black"/>
                <a:cs typeface="Arial Black"/>
              </a:rPr>
              <a:t>instrumentos</a:t>
            </a:r>
            <a:r>
              <a:rPr dirty="0" sz="1050" spc="-5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100">
                <a:solidFill>
                  <a:srgbClr val="FFFFFF"/>
                </a:solidFill>
                <a:latin typeface="Arial Black"/>
                <a:cs typeface="Arial Black"/>
              </a:rPr>
              <a:t>financieros</a:t>
            </a:r>
            <a:r>
              <a:rPr dirty="0" sz="1050" spc="-5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160">
                <a:solidFill>
                  <a:srgbClr val="FFFFFF"/>
                </a:solidFill>
                <a:latin typeface="Arial Black"/>
                <a:cs typeface="Arial Black"/>
              </a:rPr>
              <a:t>a</a:t>
            </a:r>
            <a:r>
              <a:rPr dirty="0" sz="1050" spc="-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114">
                <a:solidFill>
                  <a:srgbClr val="FFFFFF"/>
                </a:solidFill>
                <a:latin typeface="Arial Black"/>
                <a:cs typeface="Arial Black"/>
              </a:rPr>
              <a:t>través</a:t>
            </a:r>
            <a:r>
              <a:rPr dirty="0" sz="1050" spc="-5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25">
                <a:solidFill>
                  <a:srgbClr val="FFFFFF"/>
                </a:solidFill>
                <a:latin typeface="Arial Black"/>
                <a:cs typeface="Arial Black"/>
              </a:rPr>
              <a:t>de </a:t>
            </a:r>
            <a:r>
              <a:rPr dirty="0" sz="1050" spc="-105">
                <a:solidFill>
                  <a:srgbClr val="FFFFFF"/>
                </a:solidFill>
                <a:latin typeface="Arial Black"/>
                <a:cs typeface="Arial Black"/>
              </a:rPr>
              <a:t>Agencia</a:t>
            </a:r>
            <a:r>
              <a:rPr dirty="0" sz="1050" spc="-3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8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dirty="0" sz="105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120">
                <a:solidFill>
                  <a:srgbClr val="FFFFFF"/>
                </a:solidFill>
                <a:latin typeface="Arial Black"/>
                <a:cs typeface="Arial Black"/>
              </a:rPr>
              <a:t>Valores</a:t>
            </a:r>
            <a:r>
              <a:rPr dirty="0" sz="1050" spc="-8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70">
                <a:solidFill>
                  <a:srgbClr val="FFFFFF"/>
                </a:solidFill>
                <a:latin typeface="Arial Black"/>
                <a:cs typeface="Arial Black"/>
              </a:rPr>
              <a:t>o</a:t>
            </a:r>
            <a:r>
              <a:rPr dirty="0" sz="105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Arial Black"/>
                <a:cs typeface="Arial Black"/>
              </a:rPr>
              <a:t>Crowdfunding</a:t>
            </a:r>
            <a:endParaRPr sz="1050">
              <a:latin typeface="Arial Black"/>
              <a:cs typeface="Arial Black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417819" y="4495800"/>
            <a:ext cx="4099560" cy="1005840"/>
            <a:chOff x="5417819" y="4495800"/>
            <a:chExt cx="4099560" cy="1005840"/>
          </a:xfrm>
        </p:grpSpPr>
        <p:sp>
          <p:nvSpPr>
            <p:cNvPr id="21" name="object 21"/>
            <p:cNvSpPr/>
            <p:nvPr/>
          </p:nvSpPr>
          <p:spPr>
            <a:xfrm>
              <a:off x="5417819" y="4495800"/>
              <a:ext cx="4099560" cy="1005840"/>
            </a:xfrm>
            <a:custGeom>
              <a:avLst/>
              <a:gdLst/>
              <a:ahLst/>
              <a:cxnLst/>
              <a:rect l="l" t="t" r="r" b="b"/>
              <a:pathLst>
                <a:path w="4099559" h="1005839">
                  <a:moveTo>
                    <a:pt x="3855719" y="1005839"/>
                  </a:moveTo>
                  <a:lnTo>
                    <a:pt x="243839" y="1005839"/>
                  </a:lnTo>
                  <a:lnTo>
                    <a:pt x="231860" y="1005547"/>
                  </a:lnTo>
                  <a:lnTo>
                    <a:pt x="184577" y="998530"/>
                  </a:lnTo>
                  <a:lnTo>
                    <a:pt x="139571" y="982423"/>
                  </a:lnTo>
                  <a:lnTo>
                    <a:pt x="98572" y="957846"/>
                  </a:lnTo>
                  <a:lnTo>
                    <a:pt x="63155" y="925743"/>
                  </a:lnTo>
                  <a:lnTo>
                    <a:pt x="34682" y="887347"/>
                  </a:lnTo>
                  <a:lnTo>
                    <a:pt x="14247" y="844133"/>
                  </a:lnTo>
                  <a:lnTo>
                    <a:pt x="2635" y="797764"/>
                  </a:lnTo>
                  <a:lnTo>
                    <a:pt x="0" y="761999"/>
                  </a:lnTo>
                  <a:lnTo>
                    <a:pt x="0" y="243839"/>
                  </a:lnTo>
                  <a:lnTo>
                    <a:pt x="4685" y="196269"/>
                  </a:lnTo>
                  <a:lnTo>
                    <a:pt x="18561" y="150526"/>
                  </a:lnTo>
                  <a:lnTo>
                    <a:pt x="41094" y="108369"/>
                  </a:lnTo>
                  <a:lnTo>
                    <a:pt x="71419" y="71419"/>
                  </a:lnTo>
                  <a:lnTo>
                    <a:pt x="108369" y="41094"/>
                  </a:lnTo>
                  <a:lnTo>
                    <a:pt x="150526" y="18561"/>
                  </a:lnTo>
                  <a:lnTo>
                    <a:pt x="196269" y="4685"/>
                  </a:lnTo>
                  <a:lnTo>
                    <a:pt x="243839" y="0"/>
                  </a:lnTo>
                  <a:lnTo>
                    <a:pt x="3855719" y="0"/>
                  </a:lnTo>
                  <a:lnTo>
                    <a:pt x="3903290" y="4685"/>
                  </a:lnTo>
                  <a:lnTo>
                    <a:pt x="3949032" y="18561"/>
                  </a:lnTo>
                  <a:lnTo>
                    <a:pt x="3991189" y="41094"/>
                  </a:lnTo>
                  <a:lnTo>
                    <a:pt x="4028140" y="71419"/>
                  </a:lnTo>
                  <a:lnTo>
                    <a:pt x="4058464" y="108369"/>
                  </a:lnTo>
                  <a:lnTo>
                    <a:pt x="4080998" y="150526"/>
                  </a:lnTo>
                  <a:lnTo>
                    <a:pt x="4094874" y="196269"/>
                  </a:lnTo>
                  <a:lnTo>
                    <a:pt x="4099559" y="243839"/>
                  </a:lnTo>
                  <a:lnTo>
                    <a:pt x="4099559" y="761999"/>
                  </a:lnTo>
                  <a:lnTo>
                    <a:pt x="4094874" y="809570"/>
                  </a:lnTo>
                  <a:lnTo>
                    <a:pt x="4080998" y="855313"/>
                  </a:lnTo>
                  <a:lnTo>
                    <a:pt x="4058464" y="897470"/>
                  </a:lnTo>
                  <a:lnTo>
                    <a:pt x="4028140" y="934420"/>
                  </a:lnTo>
                  <a:lnTo>
                    <a:pt x="3991189" y="964745"/>
                  </a:lnTo>
                  <a:lnTo>
                    <a:pt x="3949032" y="987278"/>
                  </a:lnTo>
                  <a:lnTo>
                    <a:pt x="3903290" y="1001154"/>
                  </a:lnTo>
                  <a:lnTo>
                    <a:pt x="3855719" y="100583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417819" y="4495800"/>
              <a:ext cx="4099560" cy="1004569"/>
            </a:xfrm>
            <a:custGeom>
              <a:avLst/>
              <a:gdLst/>
              <a:ahLst/>
              <a:cxnLst/>
              <a:rect l="l" t="t" r="r" b="b"/>
              <a:pathLst>
                <a:path w="4099559" h="1004570">
                  <a:moveTo>
                    <a:pt x="3879620" y="1004570"/>
                  </a:moveTo>
                  <a:lnTo>
                    <a:pt x="219939" y="1004570"/>
                  </a:lnTo>
                  <a:lnTo>
                    <a:pt x="208075" y="1002030"/>
                  </a:lnTo>
                  <a:lnTo>
                    <a:pt x="196269" y="1000760"/>
                  </a:lnTo>
                  <a:lnTo>
                    <a:pt x="150526" y="986790"/>
                  </a:lnTo>
                  <a:lnTo>
                    <a:pt x="108369" y="963930"/>
                  </a:lnTo>
                  <a:lnTo>
                    <a:pt x="71419" y="933450"/>
                  </a:lnTo>
                  <a:lnTo>
                    <a:pt x="41094" y="896620"/>
                  </a:lnTo>
                  <a:lnTo>
                    <a:pt x="18561" y="854710"/>
                  </a:lnTo>
                  <a:lnTo>
                    <a:pt x="4685" y="808990"/>
                  </a:lnTo>
                  <a:lnTo>
                    <a:pt x="0" y="760730"/>
                  </a:lnTo>
                  <a:lnTo>
                    <a:pt x="0" y="242570"/>
                  </a:lnTo>
                  <a:lnTo>
                    <a:pt x="4685" y="195580"/>
                  </a:lnTo>
                  <a:lnTo>
                    <a:pt x="18561" y="149860"/>
                  </a:lnTo>
                  <a:lnTo>
                    <a:pt x="41094" y="107950"/>
                  </a:lnTo>
                  <a:lnTo>
                    <a:pt x="71419" y="71120"/>
                  </a:lnTo>
                  <a:lnTo>
                    <a:pt x="108369" y="40640"/>
                  </a:lnTo>
                  <a:lnTo>
                    <a:pt x="150526" y="17780"/>
                  </a:lnTo>
                  <a:lnTo>
                    <a:pt x="196269" y="3810"/>
                  </a:lnTo>
                  <a:lnTo>
                    <a:pt x="208075" y="2540"/>
                  </a:lnTo>
                  <a:lnTo>
                    <a:pt x="219939" y="0"/>
                  </a:lnTo>
                  <a:lnTo>
                    <a:pt x="3879620" y="0"/>
                  </a:lnTo>
                  <a:lnTo>
                    <a:pt x="3891484" y="2540"/>
                  </a:lnTo>
                  <a:lnTo>
                    <a:pt x="3903290" y="3810"/>
                  </a:lnTo>
                  <a:lnTo>
                    <a:pt x="3914982" y="6350"/>
                  </a:lnTo>
                  <a:lnTo>
                    <a:pt x="236103" y="6350"/>
                  </a:lnTo>
                  <a:lnTo>
                    <a:pt x="228385" y="7620"/>
                  </a:lnTo>
                  <a:lnTo>
                    <a:pt x="212987" y="8890"/>
                  </a:lnTo>
                  <a:lnTo>
                    <a:pt x="190167" y="12700"/>
                  </a:lnTo>
                  <a:lnTo>
                    <a:pt x="182672" y="15240"/>
                  </a:lnTo>
                  <a:lnTo>
                    <a:pt x="167865" y="19050"/>
                  </a:lnTo>
                  <a:lnTo>
                    <a:pt x="160590" y="21590"/>
                  </a:lnTo>
                  <a:lnTo>
                    <a:pt x="146294" y="27940"/>
                  </a:lnTo>
                  <a:lnTo>
                    <a:pt x="139309" y="31750"/>
                  </a:lnTo>
                  <a:lnTo>
                    <a:pt x="125663" y="38100"/>
                  </a:lnTo>
                  <a:lnTo>
                    <a:pt x="88003" y="66040"/>
                  </a:lnTo>
                  <a:lnTo>
                    <a:pt x="66147" y="87630"/>
                  </a:lnTo>
                  <a:lnTo>
                    <a:pt x="56331" y="99060"/>
                  </a:lnTo>
                  <a:lnTo>
                    <a:pt x="31865" y="138430"/>
                  </a:lnTo>
                  <a:lnTo>
                    <a:pt x="15545" y="181610"/>
                  </a:lnTo>
                  <a:lnTo>
                    <a:pt x="7999" y="227330"/>
                  </a:lnTo>
                  <a:lnTo>
                    <a:pt x="7619" y="234950"/>
                  </a:lnTo>
                  <a:lnTo>
                    <a:pt x="7619" y="769620"/>
                  </a:lnTo>
                  <a:lnTo>
                    <a:pt x="13668" y="815340"/>
                  </a:lnTo>
                  <a:lnTo>
                    <a:pt x="28561" y="858520"/>
                  </a:lnTo>
                  <a:lnTo>
                    <a:pt x="51728" y="899160"/>
                  </a:lnTo>
                  <a:lnTo>
                    <a:pt x="66147" y="916940"/>
                  </a:lnTo>
                  <a:lnTo>
                    <a:pt x="71336" y="923290"/>
                  </a:lnTo>
                  <a:lnTo>
                    <a:pt x="99964" y="948690"/>
                  </a:lnTo>
                  <a:lnTo>
                    <a:pt x="139309" y="972820"/>
                  </a:lnTo>
                  <a:lnTo>
                    <a:pt x="146294" y="976630"/>
                  </a:lnTo>
                  <a:lnTo>
                    <a:pt x="160590" y="982980"/>
                  </a:lnTo>
                  <a:lnTo>
                    <a:pt x="167865" y="985520"/>
                  </a:lnTo>
                  <a:lnTo>
                    <a:pt x="182672" y="989330"/>
                  </a:lnTo>
                  <a:lnTo>
                    <a:pt x="190167" y="991870"/>
                  </a:lnTo>
                  <a:lnTo>
                    <a:pt x="212987" y="995680"/>
                  </a:lnTo>
                  <a:lnTo>
                    <a:pt x="228385" y="996950"/>
                  </a:lnTo>
                  <a:lnTo>
                    <a:pt x="3918822" y="996950"/>
                  </a:lnTo>
                  <a:lnTo>
                    <a:pt x="3914982" y="998220"/>
                  </a:lnTo>
                  <a:lnTo>
                    <a:pt x="3903290" y="1000760"/>
                  </a:lnTo>
                  <a:lnTo>
                    <a:pt x="3891484" y="1002030"/>
                  </a:lnTo>
                  <a:lnTo>
                    <a:pt x="3879620" y="1004570"/>
                  </a:lnTo>
                  <a:close/>
                </a:path>
                <a:path w="4099559" h="1004570">
                  <a:moveTo>
                    <a:pt x="3918822" y="996950"/>
                  </a:moveTo>
                  <a:lnTo>
                    <a:pt x="3871174" y="996950"/>
                  </a:lnTo>
                  <a:lnTo>
                    <a:pt x="3886572" y="995680"/>
                  </a:lnTo>
                  <a:lnTo>
                    <a:pt x="3909391" y="991870"/>
                  </a:lnTo>
                  <a:lnTo>
                    <a:pt x="3916887" y="989330"/>
                  </a:lnTo>
                  <a:lnTo>
                    <a:pt x="3931694" y="985520"/>
                  </a:lnTo>
                  <a:lnTo>
                    <a:pt x="3938969" y="982980"/>
                  </a:lnTo>
                  <a:lnTo>
                    <a:pt x="3953265" y="976630"/>
                  </a:lnTo>
                  <a:lnTo>
                    <a:pt x="3960250" y="972820"/>
                  </a:lnTo>
                  <a:lnTo>
                    <a:pt x="3973896" y="966470"/>
                  </a:lnTo>
                  <a:lnTo>
                    <a:pt x="4011556" y="938530"/>
                  </a:lnTo>
                  <a:lnTo>
                    <a:pt x="4033412" y="916940"/>
                  </a:lnTo>
                  <a:lnTo>
                    <a:pt x="4043228" y="905510"/>
                  </a:lnTo>
                  <a:lnTo>
                    <a:pt x="4067693" y="866140"/>
                  </a:lnTo>
                  <a:lnTo>
                    <a:pt x="4084013" y="822960"/>
                  </a:lnTo>
                  <a:lnTo>
                    <a:pt x="4091561" y="777240"/>
                  </a:lnTo>
                  <a:lnTo>
                    <a:pt x="4091940" y="769620"/>
                  </a:lnTo>
                  <a:lnTo>
                    <a:pt x="4091940" y="234950"/>
                  </a:lnTo>
                  <a:lnTo>
                    <a:pt x="4085891" y="189230"/>
                  </a:lnTo>
                  <a:lnTo>
                    <a:pt x="4070997" y="146050"/>
                  </a:lnTo>
                  <a:lnTo>
                    <a:pt x="4047831" y="105410"/>
                  </a:lnTo>
                  <a:lnTo>
                    <a:pt x="4033412" y="87630"/>
                  </a:lnTo>
                  <a:lnTo>
                    <a:pt x="4028223" y="81280"/>
                  </a:lnTo>
                  <a:lnTo>
                    <a:pt x="3999596" y="55880"/>
                  </a:lnTo>
                  <a:lnTo>
                    <a:pt x="3960250" y="31750"/>
                  </a:lnTo>
                  <a:lnTo>
                    <a:pt x="3953265" y="27940"/>
                  </a:lnTo>
                  <a:lnTo>
                    <a:pt x="3938969" y="21590"/>
                  </a:lnTo>
                  <a:lnTo>
                    <a:pt x="3931694" y="19050"/>
                  </a:lnTo>
                  <a:lnTo>
                    <a:pt x="3916887" y="15240"/>
                  </a:lnTo>
                  <a:lnTo>
                    <a:pt x="3909391" y="12700"/>
                  </a:lnTo>
                  <a:lnTo>
                    <a:pt x="3886572" y="8890"/>
                  </a:lnTo>
                  <a:lnTo>
                    <a:pt x="3871174" y="7620"/>
                  </a:lnTo>
                  <a:lnTo>
                    <a:pt x="3863456" y="6350"/>
                  </a:lnTo>
                  <a:lnTo>
                    <a:pt x="3914982" y="6350"/>
                  </a:lnTo>
                  <a:lnTo>
                    <a:pt x="3949032" y="17780"/>
                  </a:lnTo>
                  <a:lnTo>
                    <a:pt x="3991189" y="40640"/>
                  </a:lnTo>
                  <a:lnTo>
                    <a:pt x="4028140" y="71120"/>
                  </a:lnTo>
                  <a:lnTo>
                    <a:pt x="4058464" y="107950"/>
                  </a:lnTo>
                  <a:lnTo>
                    <a:pt x="4080998" y="149860"/>
                  </a:lnTo>
                  <a:lnTo>
                    <a:pt x="4094874" y="195580"/>
                  </a:lnTo>
                  <a:lnTo>
                    <a:pt x="4099559" y="242570"/>
                  </a:lnTo>
                  <a:lnTo>
                    <a:pt x="4099559" y="760730"/>
                  </a:lnTo>
                  <a:lnTo>
                    <a:pt x="4099354" y="769620"/>
                  </a:lnTo>
                  <a:lnTo>
                    <a:pt x="4099266" y="773430"/>
                  </a:lnTo>
                  <a:lnTo>
                    <a:pt x="4092249" y="820420"/>
                  </a:lnTo>
                  <a:lnTo>
                    <a:pt x="4076143" y="866140"/>
                  </a:lnTo>
                  <a:lnTo>
                    <a:pt x="4051565" y="906780"/>
                  </a:lnTo>
                  <a:lnTo>
                    <a:pt x="4019462" y="942340"/>
                  </a:lnTo>
                  <a:lnTo>
                    <a:pt x="3981066" y="970280"/>
                  </a:lnTo>
                  <a:lnTo>
                    <a:pt x="3949032" y="986790"/>
                  </a:lnTo>
                  <a:lnTo>
                    <a:pt x="3918822" y="99695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15304" y="4693284"/>
              <a:ext cx="153670" cy="15367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5669557" y="4906142"/>
            <a:ext cx="3599179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53845" marR="5080" indent="-1541780">
              <a:lnSpc>
                <a:spcPct val="114300"/>
              </a:lnSpc>
              <a:spcBef>
                <a:spcPts val="95"/>
              </a:spcBef>
            </a:pPr>
            <a:r>
              <a:rPr dirty="0" sz="1050" spc="-110">
                <a:solidFill>
                  <a:srgbClr val="FFFFFF"/>
                </a:solidFill>
                <a:latin typeface="Arial Black"/>
                <a:cs typeface="Arial Black"/>
              </a:rPr>
              <a:t>Recepción</a:t>
            </a:r>
            <a:r>
              <a:rPr dirty="0" sz="1050" spc="-3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25">
                <a:solidFill>
                  <a:srgbClr val="FFFFFF"/>
                </a:solidFill>
                <a:latin typeface="Arial Black"/>
                <a:cs typeface="Arial Black"/>
              </a:rPr>
              <a:t>y</a:t>
            </a:r>
            <a:r>
              <a:rPr dirty="0" sz="1050" spc="-1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100">
                <a:solidFill>
                  <a:srgbClr val="FFFFFF"/>
                </a:solidFill>
                <a:latin typeface="Arial Black"/>
                <a:cs typeface="Arial Black"/>
              </a:rPr>
              <a:t>transmisión</a:t>
            </a:r>
            <a:r>
              <a:rPr dirty="0" sz="1050" spc="-3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8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dirty="0" sz="105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95">
                <a:solidFill>
                  <a:srgbClr val="FFFFFF"/>
                </a:solidFill>
                <a:latin typeface="Arial Black"/>
                <a:cs typeface="Arial Black"/>
              </a:rPr>
              <a:t>órdenes</a:t>
            </a:r>
            <a:r>
              <a:rPr dirty="0" sz="105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130">
                <a:solidFill>
                  <a:srgbClr val="FFFFFF"/>
                </a:solidFill>
                <a:latin typeface="Arial Black"/>
                <a:cs typeface="Arial Black"/>
              </a:rPr>
              <a:t>(RTO)</a:t>
            </a:r>
            <a:r>
              <a:rPr dirty="0" sz="1050" spc="1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75">
                <a:solidFill>
                  <a:srgbClr val="FFFFFF"/>
                </a:solidFill>
                <a:latin typeface="Arial Black"/>
                <a:cs typeface="Arial Black"/>
              </a:rPr>
              <a:t>por</a:t>
            </a:r>
            <a:r>
              <a:rPr dirty="0" sz="1050" spc="-6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105">
                <a:solidFill>
                  <a:srgbClr val="FFFFFF"/>
                </a:solidFill>
                <a:latin typeface="Arial Black"/>
                <a:cs typeface="Arial Black"/>
              </a:rPr>
              <a:t>cuenta</a:t>
            </a:r>
            <a:r>
              <a:rPr dirty="0" sz="1050" spc="-25">
                <a:solidFill>
                  <a:srgbClr val="FFFFFF"/>
                </a:solidFill>
                <a:latin typeface="Arial Black"/>
                <a:cs typeface="Arial Black"/>
              </a:rPr>
              <a:t> de </a:t>
            </a:r>
            <a:r>
              <a:rPr dirty="0" sz="1050" spc="-10">
                <a:solidFill>
                  <a:srgbClr val="FFFFFF"/>
                </a:solidFill>
                <a:latin typeface="Arial Black"/>
                <a:cs typeface="Arial Black"/>
              </a:rPr>
              <a:t>clientes</a:t>
            </a:r>
            <a:endParaRPr sz="10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90306" y="1581091"/>
            <a:ext cx="697230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0" b="1">
                <a:solidFill>
                  <a:srgbClr val="1754B9"/>
                </a:solidFill>
                <a:latin typeface="Georgia"/>
                <a:cs typeface="Georgia"/>
              </a:rPr>
              <a:t>T</a:t>
            </a:r>
            <a:r>
              <a:rPr dirty="0" sz="750" spc="-7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229" b="1">
                <a:solidFill>
                  <a:srgbClr val="1754B9"/>
                </a:solidFill>
                <a:latin typeface="Georgia"/>
                <a:cs typeface="Georgia"/>
              </a:rPr>
              <a:t>O</a:t>
            </a:r>
            <a:r>
              <a:rPr dirty="0" sz="750" spc="-5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95" b="1">
                <a:solidFill>
                  <a:srgbClr val="1754B9"/>
                </a:solidFill>
                <a:latin typeface="Georgia"/>
                <a:cs typeface="Georgia"/>
              </a:rPr>
              <a:t>K</a:t>
            </a:r>
            <a:r>
              <a:rPr dirty="0" sz="750" spc="-8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50" b="1">
                <a:solidFill>
                  <a:srgbClr val="1754B9"/>
                </a:solidFill>
                <a:latin typeface="Georgia"/>
                <a:cs typeface="Georgia"/>
              </a:rPr>
              <a:t>E</a:t>
            </a:r>
            <a:r>
              <a:rPr dirty="0" sz="750" spc="-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0" b="1">
                <a:solidFill>
                  <a:srgbClr val="1754B9"/>
                </a:solidFill>
                <a:latin typeface="Georgia"/>
                <a:cs typeface="Georgia"/>
              </a:rPr>
              <a:t>N</a:t>
            </a:r>
            <a:r>
              <a:rPr dirty="0" sz="750" spc="3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40" b="1">
                <a:solidFill>
                  <a:srgbClr val="1754B9"/>
                </a:solidFill>
                <a:latin typeface="Georgia"/>
                <a:cs typeface="Georgia"/>
              </a:rPr>
              <a:t>C</a:t>
            </a:r>
            <a:r>
              <a:rPr dirty="0" sz="750" spc="-5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b="1">
                <a:solidFill>
                  <a:srgbClr val="1754B9"/>
                </a:solidFill>
                <a:latin typeface="Georgia"/>
                <a:cs typeface="Georgia"/>
              </a:rPr>
              <a:t>I</a:t>
            </a:r>
            <a:r>
              <a:rPr dirty="0" sz="750" spc="-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00" b="1">
                <a:solidFill>
                  <a:srgbClr val="1754B9"/>
                </a:solidFill>
                <a:latin typeface="Georgia"/>
                <a:cs typeface="Georgia"/>
              </a:rPr>
              <a:t>T</a:t>
            </a:r>
            <a:r>
              <a:rPr dirty="0" sz="750" spc="-7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50" b="1">
                <a:solidFill>
                  <a:srgbClr val="1754B9"/>
                </a:solidFill>
                <a:latin typeface="Georgia"/>
                <a:cs typeface="Georgia"/>
              </a:rPr>
              <a:t>Y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417008" y="1627793"/>
            <a:ext cx="5863590" cy="5899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70"/>
              <a:t>Infraestructura</a:t>
            </a:r>
            <a:r>
              <a:rPr dirty="0" spc="-120"/>
              <a:t> </a:t>
            </a:r>
            <a:r>
              <a:rPr dirty="0" spc="-60"/>
              <a:t>tecnológica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12935" y="2257472"/>
            <a:ext cx="62591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35025" marR="5080" indent="-822960">
              <a:lnSpc>
                <a:spcPct val="121700"/>
              </a:lnSpc>
              <a:spcBef>
                <a:spcPts val="95"/>
              </a:spcBef>
            </a:pP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Soluciones</a:t>
            </a:r>
            <a:r>
              <a:rPr dirty="0" sz="1150" spc="7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45">
                <a:solidFill>
                  <a:srgbClr val="9CA2AF"/>
                </a:solidFill>
                <a:latin typeface="Microsoft Sans Serif"/>
                <a:cs typeface="Microsoft Sans Serif"/>
              </a:rPr>
              <a:t>tecnológicas</a:t>
            </a:r>
            <a:r>
              <a:rPr dirty="0" sz="1150" spc="8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robustas</a:t>
            </a:r>
            <a:r>
              <a:rPr dirty="0" sz="1150" spc="7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para</a:t>
            </a:r>
            <a:r>
              <a:rPr dirty="0" sz="1150" spc="17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empresas</a:t>
            </a:r>
            <a:r>
              <a:rPr dirty="0" sz="1150" spc="7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e</a:t>
            </a:r>
            <a:r>
              <a:rPr dirty="0" sz="1150" spc="8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9CA2AF"/>
                </a:solidFill>
                <a:latin typeface="Microsoft Sans Serif"/>
                <a:cs typeface="Microsoft Sans Serif"/>
              </a:rPr>
              <a:t>instituciones</a:t>
            </a:r>
            <a:r>
              <a:rPr dirty="0" sz="1150" spc="8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financieras:</a:t>
            </a:r>
            <a:r>
              <a:rPr dirty="0" sz="1150" spc="16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9CA2AF"/>
                </a:solidFill>
                <a:latin typeface="Microsoft Sans Serif"/>
                <a:cs typeface="Microsoft Sans Serif"/>
              </a:rPr>
              <a:t>tokenización, </a:t>
            </a:r>
            <a:r>
              <a:rPr dirty="0" sz="1150" spc="45">
                <a:solidFill>
                  <a:srgbClr val="9CA2AF"/>
                </a:solidFill>
                <a:latin typeface="Microsoft Sans Serif"/>
                <a:cs typeface="Microsoft Sans Serif"/>
              </a:rPr>
              <a:t>registro</a:t>
            </a:r>
            <a:r>
              <a:rPr dirty="0" sz="1150" spc="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80">
                <a:solidFill>
                  <a:srgbClr val="9CA2AF"/>
                </a:solidFill>
                <a:latin typeface="Microsoft Sans Serif"/>
                <a:cs typeface="Microsoft Sans Serif"/>
              </a:rPr>
              <a:t>y</a:t>
            </a:r>
            <a:r>
              <a:rPr dirty="0" sz="1150" spc="-2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0">
                <a:solidFill>
                  <a:srgbClr val="9CA2AF"/>
                </a:solidFill>
                <a:latin typeface="Microsoft Sans Serif"/>
                <a:cs typeface="Microsoft Sans Serif"/>
              </a:rPr>
              <a:t>compra-</a:t>
            </a:r>
            <a:r>
              <a:rPr dirty="0" sz="1150" spc="20">
                <a:solidFill>
                  <a:srgbClr val="9CA2AF"/>
                </a:solidFill>
                <a:latin typeface="Microsoft Sans Serif"/>
                <a:cs typeface="Microsoft Sans Serif"/>
              </a:rPr>
              <a:t>venta</a:t>
            </a:r>
            <a:r>
              <a:rPr dirty="0" sz="1150" spc="114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5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1150" spc="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70">
                <a:solidFill>
                  <a:srgbClr val="9CA2AF"/>
                </a:solidFill>
                <a:latin typeface="Microsoft Sans Serif"/>
                <a:cs typeface="Microsoft Sans Serif"/>
              </a:rPr>
              <a:t>instrumentos</a:t>
            </a:r>
            <a:r>
              <a:rPr dirty="0" sz="1150" spc="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9CA2AF"/>
                </a:solidFill>
                <a:latin typeface="Microsoft Sans Serif"/>
                <a:cs typeface="Microsoft Sans Serif"/>
              </a:rPr>
              <a:t>financieros</a:t>
            </a:r>
            <a:r>
              <a:rPr dirty="0" sz="1150" spc="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9CA2AF"/>
                </a:solidFill>
                <a:latin typeface="Microsoft Sans Serif"/>
                <a:cs typeface="Microsoft Sans Serif"/>
              </a:rPr>
              <a:t>tokenizados.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173479" y="3032754"/>
            <a:ext cx="4091940" cy="822960"/>
            <a:chOff x="1173479" y="3032754"/>
            <a:chExt cx="4091940" cy="822960"/>
          </a:xfrm>
        </p:grpSpPr>
        <p:sp>
          <p:nvSpPr>
            <p:cNvPr id="6" name="object 6"/>
            <p:cNvSpPr/>
            <p:nvPr/>
          </p:nvSpPr>
          <p:spPr>
            <a:xfrm>
              <a:off x="1173479" y="3032754"/>
              <a:ext cx="4091940" cy="822960"/>
            </a:xfrm>
            <a:custGeom>
              <a:avLst/>
              <a:gdLst/>
              <a:ahLst/>
              <a:cxnLst/>
              <a:rect l="l" t="t" r="r" b="b"/>
              <a:pathLst>
                <a:path w="4091940" h="822960">
                  <a:moveTo>
                    <a:pt x="3848099" y="822959"/>
                  </a:moveTo>
                  <a:lnTo>
                    <a:pt x="243839" y="822959"/>
                  </a:lnTo>
                  <a:lnTo>
                    <a:pt x="231860" y="822667"/>
                  </a:lnTo>
                  <a:lnTo>
                    <a:pt x="184577" y="815650"/>
                  </a:lnTo>
                  <a:lnTo>
                    <a:pt x="139571" y="799543"/>
                  </a:lnTo>
                  <a:lnTo>
                    <a:pt x="98572" y="774966"/>
                  </a:lnTo>
                  <a:lnTo>
                    <a:pt x="63155" y="742863"/>
                  </a:lnTo>
                  <a:lnTo>
                    <a:pt x="34682" y="704467"/>
                  </a:lnTo>
                  <a:lnTo>
                    <a:pt x="14247" y="661254"/>
                  </a:lnTo>
                  <a:lnTo>
                    <a:pt x="2635" y="614884"/>
                  </a:lnTo>
                  <a:lnTo>
                    <a:pt x="0" y="579119"/>
                  </a:lnTo>
                  <a:lnTo>
                    <a:pt x="0" y="243839"/>
                  </a:lnTo>
                  <a:lnTo>
                    <a:pt x="4685" y="196269"/>
                  </a:lnTo>
                  <a:lnTo>
                    <a:pt x="18561" y="150526"/>
                  </a:lnTo>
                  <a:lnTo>
                    <a:pt x="41094" y="108369"/>
                  </a:lnTo>
                  <a:lnTo>
                    <a:pt x="71419" y="71419"/>
                  </a:lnTo>
                  <a:lnTo>
                    <a:pt x="108369" y="41094"/>
                  </a:lnTo>
                  <a:lnTo>
                    <a:pt x="150526" y="18561"/>
                  </a:lnTo>
                  <a:lnTo>
                    <a:pt x="196269" y="4685"/>
                  </a:lnTo>
                  <a:lnTo>
                    <a:pt x="243839" y="0"/>
                  </a:lnTo>
                  <a:lnTo>
                    <a:pt x="3848099" y="0"/>
                  </a:lnTo>
                  <a:lnTo>
                    <a:pt x="3895670" y="4685"/>
                  </a:lnTo>
                  <a:lnTo>
                    <a:pt x="3941412" y="18561"/>
                  </a:lnTo>
                  <a:lnTo>
                    <a:pt x="3983569" y="41094"/>
                  </a:lnTo>
                  <a:lnTo>
                    <a:pt x="4020520" y="71419"/>
                  </a:lnTo>
                  <a:lnTo>
                    <a:pt x="4050844" y="108369"/>
                  </a:lnTo>
                  <a:lnTo>
                    <a:pt x="4073378" y="150526"/>
                  </a:lnTo>
                  <a:lnTo>
                    <a:pt x="4087254" y="196269"/>
                  </a:lnTo>
                  <a:lnTo>
                    <a:pt x="4091939" y="243839"/>
                  </a:lnTo>
                  <a:lnTo>
                    <a:pt x="4091939" y="579119"/>
                  </a:lnTo>
                  <a:lnTo>
                    <a:pt x="4087254" y="626690"/>
                  </a:lnTo>
                  <a:lnTo>
                    <a:pt x="4073378" y="672433"/>
                  </a:lnTo>
                  <a:lnTo>
                    <a:pt x="4050844" y="714590"/>
                  </a:lnTo>
                  <a:lnTo>
                    <a:pt x="4020520" y="751540"/>
                  </a:lnTo>
                  <a:lnTo>
                    <a:pt x="3983569" y="781865"/>
                  </a:lnTo>
                  <a:lnTo>
                    <a:pt x="3941412" y="804398"/>
                  </a:lnTo>
                  <a:lnTo>
                    <a:pt x="3895670" y="818274"/>
                  </a:lnTo>
                  <a:lnTo>
                    <a:pt x="3848099" y="82295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173479" y="3032754"/>
              <a:ext cx="4091940" cy="821690"/>
            </a:xfrm>
            <a:custGeom>
              <a:avLst/>
              <a:gdLst/>
              <a:ahLst/>
              <a:cxnLst/>
              <a:rect l="l" t="t" r="r" b="b"/>
              <a:pathLst>
                <a:path w="4091940" h="821689">
                  <a:moveTo>
                    <a:pt x="3872000" y="821690"/>
                  </a:moveTo>
                  <a:lnTo>
                    <a:pt x="219939" y="821690"/>
                  </a:lnTo>
                  <a:lnTo>
                    <a:pt x="208075" y="819150"/>
                  </a:lnTo>
                  <a:lnTo>
                    <a:pt x="196269" y="817880"/>
                  </a:lnTo>
                  <a:lnTo>
                    <a:pt x="150526" y="803910"/>
                  </a:lnTo>
                  <a:lnTo>
                    <a:pt x="108369" y="781050"/>
                  </a:lnTo>
                  <a:lnTo>
                    <a:pt x="71419" y="750570"/>
                  </a:lnTo>
                  <a:lnTo>
                    <a:pt x="41094" y="713740"/>
                  </a:lnTo>
                  <a:lnTo>
                    <a:pt x="18561" y="671830"/>
                  </a:lnTo>
                  <a:lnTo>
                    <a:pt x="4685" y="626110"/>
                  </a:lnTo>
                  <a:lnTo>
                    <a:pt x="0" y="577850"/>
                  </a:lnTo>
                  <a:lnTo>
                    <a:pt x="0" y="242570"/>
                  </a:lnTo>
                  <a:lnTo>
                    <a:pt x="195" y="234950"/>
                  </a:lnTo>
                  <a:lnTo>
                    <a:pt x="4685" y="195580"/>
                  </a:lnTo>
                  <a:lnTo>
                    <a:pt x="18561" y="149860"/>
                  </a:lnTo>
                  <a:lnTo>
                    <a:pt x="41094" y="107950"/>
                  </a:lnTo>
                  <a:lnTo>
                    <a:pt x="71419" y="71120"/>
                  </a:lnTo>
                  <a:lnTo>
                    <a:pt x="108369" y="40640"/>
                  </a:lnTo>
                  <a:lnTo>
                    <a:pt x="150526" y="17780"/>
                  </a:lnTo>
                  <a:lnTo>
                    <a:pt x="196269" y="3810"/>
                  </a:lnTo>
                  <a:lnTo>
                    <a:pt x="208075" y="2540"/>
                  </a:lnTo>
                  <a:lnTo>
                    <a:pt x="219939" y="0"/>
                  </a:lnTo>
                  <a:lnTo>
                    <a:pt x="3872000" y="0"/>
                  </a:lnTo>
                  <a:lnTo>
                    <a:pt x="3883864" y="2540"/>
                  </a:lnTo>
                  <a:lnTo>
                    <a:pt x="3895670" y="3810"/>
                  </a:lnTo>
                  <a:lnTo>
                    <a:pt x="3907361" y="6350"/>
                  </a:lnTo>
                  <a:lnTo>
                    <a:pt x="3911202" y="7620"/>
                  </a:lnTo>
                  <a:lnTo>
                    <a:pt x="228385" y="7620"/>
                  </a:lnTo>
                  <a:lnTo>
                    <a:pt x="212987" y="8890"/>
                  </a:lnTo>
                  <a:lnTo>
                    <a:pt x="190167" y="12700"/>
                  </a:lnTo>
                  <a:lnTo>
                    <a:pt x="182672" y="15240"/>
                  </a:lnTo>
                  <a:lnTo>
                    <a:pt x="167865" y="19050"/>
                  </a:lnTo>
                  <a:lnTo>
                    <a:pt x="160590" y="21590"/>
                  </a:lnTo>
                  <a:lnTo>
                    <a:pt x="146294" y="27940"/>
                  </a:lnTo>
                  <a:lnTo>
                    <a:pt x="139309" y="31750"/>
                  </a:lnTo>
                  <a:lnTo>
                    <a:pt x="125663" y="38100"/>
                  </a:lnTo>
                  <a:lnTo>
                    <a:pt x="88003" y="66040"/>
                  </a:lnTo>
                  <a:lnTo>
                    <a:pt x="66147" y="87630"/>
                  </a:lnTo>
                  <a:lnTo>
                    <a:pt x="56331" y="99060"/>
                  </a:lnTo>
                  <a:lnTo>
                    <a:pt x="31865" y="138430"/>
                  </a:lnTo>
                  <a:lnTo>
                    <a:pt x="15545" y="181610"/>
                  </a:lnTo>
                  <a:lnTo>
                    <a:pt x="7999" y="227330"/>
                  </a:lnTo>
                  <a:lnTo>
                    <a:pt x="7620" y="234950"/>
                  </a:lnTo>
                  <a:lnTo>
                    <a:pt x="7620" y="586740"/>
                  </a:lnTo>
                  <a:lnTo>
                    <a:pt x="13668" y="632460"/>
                  </a:lnTo>
                  <a:lnTo>
                    <a:pt x="28561" y="675640"/>
                  </a:lnTo>
                  <a:lnTo>
                    <a:pt x="51728" y="716280"/>
                  </a:lnTo>
                  <a:lnTo>
                    <a:pt x="66147" y="734060"/>
                  </a:lnTo>
                  <a:lnTo>
                    <a:pt x="71336" y="740410"/>
                  </a:lnTo>
                  <a:lnTo>
                    <a:pt x="99964" y="765810"/>
                  </a:lnTo>
                  <a:lnTo>
                    <a:pt x="139309" y="789940"/>
                  </a:lnTo>
                  <a:lnTo>
                    <a:pt x="146294" y="793750"/>
                  </a:lnTo>
                  <a:lnTo>
                    <a:pt x="160590" y="800100"/>
                  </a:lnTo>
                  <a:lnTo>
                    <a:pt x="167865" y="802640"/>
                  </a:lnTo>
                  <a:lnTo>
                    <a:pt x="182672" y="806450"/>
                  </a:lnTo>
                  <a:lnTo>
                    <a:pt x="190167" y="808990"/>
                  </a:lnTo>
                  <a:lnTo>
                    <a:pt x="212987" y="812800"/>
                  </a:lnTo>
                  <a:lnTo>
                    <a:pt x="228385" y="814070"/>
                  </a:lnTo>
                  <a:lnTo>
                    <a:pt x="3911202" y="814070"/>
                  </a:lnTo>
                  <a:lnTo>
                    <a:pt x="3907361" y="815340"/>
                  </a:lnTo>
                  <a:lnTo>
                    <a:pt x="3895670" y="817880"/>
                  </a:lnTo>
                  <a:lnTo>
                    <a:pt x="3883864" y="819150"/>
                  </a:lnTo>
                  <a:lnTo>
                    <a:pt x="3872000" y="821690"/>
                  </a:lnTo>
                  <a:close/>
                </a:path>
                <a:path w="4091940" h="821689">
                  <a:moveTo>
                    <a:pt x="3911202" y="814070"/>
                  </a:moveTo>
                  <a:lnTo>
                    <a:pt x="3863554" y="814070"/>
                  </a:lnTo>
                  <a:lnTo>
                    <a:pt x="3878952" y="812800"/>
                  </a:lnTo>
                  <a:lnTo>
                    <a:pt x="3901771" y="808990"/>
                  </a:lnTo>
                  <a:lnTo>
                    <a:pt x="3909267" y="806450"/>
                  </a:lnTo>
                  <a:lnTo>
                    <a:pt x="3924073" y="802640"/>
                  </a:lnTo>
                  <a:lnTo>
                    <a:pt x="3931349" y="800100"/>
                  </a:lnTo>
                  <a:lnTo>
                    <a:pt x="3945644" y="793750"/>
                  </a:lnTo>
                  <a:lnTo>
                    <a:pt x="3952629" y="789940"/>
                  </a:lnTo>
                  <a:lnTo>
                    <a:pt x="3966275" y="783590"/>
                  </a:lnTo>
                  <a:lnTo>
                    <a:pt x="4003936" y="755650"/>
                  </a:lnTo>
                  <a:lnTo>
                    <a:pt x="4025792" y="734060"/>
                  </a:lnTo>
                  <a:lnTo>
                    <a:pt x="4035608" y="722630"/>
                  </a:lnTo>
                  <a:lnTo>
                    <a:pt x="4060074" y="683260"/>
                  </a:lnTo>
                  <a:lnTo>
                    <a:pt x="4076394" y="640080"/>
                  </a:lnTo>
                  <a:lnTo>
                    <a:pt x="4083940" y="594360"/>
                  </a:lnTo>
                  <a:lnTo>
                    <a:pt x="4084319" y="586740"/>
                  </a:lnTo>
                  <a:lnTo>
                    <a:pt x="4084319" y="234950"/>
                  </a:lnTo>
                  <a:lnTo>
                    <a:pt x="4078271" y="189230"/>
                  </a:lnTo>
                  <a:lnTo>
                    <a:pt x="4063377" y="146050"/>
                  </a:lnTo>
                  <a:lnTo>
                    <a:pt x="4040211" y="105410"/>
                  </a:lnTo>
                  <a:lnTo>
                    <a:pt x="4025792" y="87630"/>
                  </a:lnTo>
                  <a:lnTo>
                    <a:pt x="4020602" y="81280"/>
                  </a:lnTo>
                  <a:lnTo>
                    <a:pt x="3991975" y="55880"/>
                  </a:lnTo>
                  <a:lnTo>
                    <a:pt x="3952629" y="31750"/>
                  </a:lnTo>
                  <a:lnTo>
                    <a:pt x="3945644" y="27940"/>
                  </a:lnTo>
                  <a:lnTo>
                    <a:pt x="3931349" y="21590"/>
                  </a:lnTo>
                  <a:lnTo>
                    <a:pt x="3924073" y="19050"/>
                  </a:lnTo>
                  <a:lnTo>
                    <a:pt x="3909267" y="15240"/>
                  </a:lnTo>
                  <a:lnTo>
                    <a:pt x="3901771" y="12700"/>
                  </a:lnTo>
                  <a:lnTo>
                    <a:pt x="3878952" y="8890"/>
                  </a:lnTo>
                  <a:lnTo>
                    <a:pt x="3863554" y="7620"/>
                  </a:lnTo>
                  <a:lnTo>
                    <a:pt x="3911202" y="7620"/>
                  </a:lnTo>
                  <a:lnTo>
                    <a:pt x="3952368" y="22860"/>
                  </a:lnTo>
                  <a:lnTo>
                    <a:pt x="3993367" y="46990"/>
                  </a:lnTo>
                  <a:lnTo>
                    <a:pt x="4028783" y="80010"/>
                  </a:lnTo>
                  <a:lnTo>
                    <a:pt x="4057256" y="118110"/>
                  </a:lnTo>
                  <a:lnTo>
                    <a:pt x="4077691" y="161290"/>
                  </a:lnTo>
                  <a:lnTo>
                    <a:pt x="4089303" y="207010"/>
                  </a:lnTo>
                  <a:lnTo>
                    <a:pt x="4091939" y="242570"/>
                  </a:lnTo>
                  <a:lnTo>
                    <a:pt x="4091939" y="577850"/>
                  </a:lnTo>
                  <a:lnTo>
                    <a:pt x="4087254" y="626110"/>
                  </a:lnTo>
                  <a:lnTo>
                    <a:pt x="4073378" y="671830"/>
                  </a:lnTo>
                  <a:lnTo>
                    <a:pt x="4050844" y="713740"/>
                  </a:lnTo>
                  <a:lnTo>
                    <a:pt x="4020520" y="750570"/>
                  </a:lnTo>
                  <a:lnTo>
                    <a:pt x="3983569" y="781050"/>
                  </a:lnTo>
                  <a:lnTo>
                    <a:pt x="3941412" y="803910"/>
                  </a:lnTo>
                  <a:lnTo>
                    <a:pt x="3911202" y="81407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0965" y="3230241"/>
              <a:ext cx="153670" cy="15367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611788" y="3465159"/>
            <a:ext cx="322389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95">
                <a:solidFill>
                  <a:srgbClr val="FFFFFF"/>
                </a:solidFill>
                <a:latin typeface="Arial Black"/>
                <a:cs typeface="Arial Black"/>
              </a:rPr>
              <a:t>Desarrollo</a:t>
            </a:r>
            <a:r>
              <a:rPr dirty="0" sz="1050" spc="-7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8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dirty="0" sz="1050" spc="-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95">
                <a:solidFill>
                  <a:srgbClr val="FFFFFF"/>
                </a:solidFill>
                <a:latin typeface="Arial Black"/>
                <a:cs typeface="Arial Black"/>
              </a:rPr>
              <a:t>Smart</a:t>
            </a:r>
            <a:r>
              <a:rPr dirty="0" sz="1050" spc="-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114">
                <a:solidFill>
                  <a:srgbClr val="FFFFFF"/>
                </a:solidFill>
                <a:latin typeface="Arial Black"/>
                <a:cs typeface="Arial Black"/>
              </a:rPr>
              <a:t>Contracts</a:t>
            </a:r>
            <a:r>
              <a:rPr dirty="0" sz="1050" spc="-7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25">
                <a:solidFill>
                  <a:srgbClr val="FFFFFF"/>
                </a:solidFill>
                <a:latin typeface="Arial Black"/>
                <a:cs typeface="Arial Black"/>
              </a:rPr>
              <a:t>y</a:t>
            </a:r>
            <a:r>
              <a:rPr dirty="0" sz="1050" spc="-114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90">
                <a:solidFill>
                  <a:srgbClr val="FFFFFF"/>
                </a:solidFill>
                <a:latin typeface="Arial Black"/>
                <a:cs typeface="Arial Black"/>
              </a:rPr>
              <a:t>gestión</a:t>
            </a:r>
            <a:r>
              <a:rPr dirty="0" sz="1050" spc="-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8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dirty="0" sz="1050" spc="-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35">
                <a:solidFill>
                  <a:srgbClr val="FFFFFF"/>
                </a:solidFill>
                <a:latin typeface="Arial Black"/>
                <a:cs typeface="Arial Black"/>
              </a:rPr>
              <a:t>Wallets</a:t>
            </a:r>
            <a:endParaRPr sz="1050">
              <a:latin typeface="Arial Black"/>
              <a:cs typeface="Arial Black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417819" y="3032754"/>
            <a:ext cx="4099560" cy="822960"/>
            <a:chOff x="5417819" y="3032754"/>
            <a:chExt cx="4099560" cy="822960"/>
          </a:xfrm>
        </p:grpSpPr>
        <p:sp>
          <p:nvSpPr>
            <p:cNvPr id="11" name="object 11"/>
            <p:cNvSpPr/>
            <p:nvPr/>
          </p:nvSpPr>
          <p:spPr>
            <a:xfrm>
              <a:off x="5417819" y="3032754"/>
              <a:ext cx="4099560" cy="822960"/>
            </a:xfrm>
            <a:custGeom>
              <a:avLst/>
              <a:gdLst/>
              <a:ahLst/>
              <a:cxnLst/>
              <a:rect l="l" t="t" r="r" b="b"/>
              <a:pathLst>
                <a:path w="4099559" h="822960">
                  <a:moveTo>
                    <a:pt x="3855719" y="822959"/>
                  </a:moveTo>
                  <a:lnTo>
                    <a:pt x="243839" y="822959"/>
                  </a:lnTo>
                  <a:lnTo>
                    <a:pt x="231860" y="822667"/>
                  </a:lnTo>
                  <a:lnTo>
                    <a:pt x="184577" y="815650"/>
                  </a:lnTo>
                  <a:lnTo>
                    <a:pt x="139571" y="799543"/>
                  </a:lnTo>
                  <a:lnTo>
                    <a:pt x="98572" y="774966"/>
                  </a:lnTo>
                  <a:lnTo>
                    <a:pt x="63155" y="742863"/>
                  </a:lnTo>
                  <a:lnTo>
                    <a:pt x="34682" y="704467"/>
                  </a:lnTo>
                  <a:lnTo>
                    <a:pt x="14247" y="661254"/>
                  </a:lnTo>
                  <a:lnTo>
                    <a:pt x="2635" y="614884"/>
                  </a:lnTo>
                  <a:lnTo>
                    <a:pt x="0" y="579119"/>
                  </a:lnTo>
                  <a:lnTo>
                    <a:pt x="0" y="243839"/>
                  </a:lnTo>
                  <a:lnTo>
                    <a:pt x="4685" y="196269"/>
                  </a:lnTo>
                  <a:lnTo>
                    <a:pt x="18561" y="150526"/>
                  </a:lnTo>
                  <a:lnTo>
                    <a:pt x="41094" y="108369"/>
                  </a:lnTo>
                  <a:lnTo>
                    <a:pt x="71419" y="71419"/>
                  </a:lnTo>
                  <a:lnTo>
                    <a:pt x="108369" y="41094"/>
                  </a:lnTo>
                  <a:lnTo>
                    <a:pt x="150526" y="18561"/>
                  </a:lnTo>
                  <a:lnTo>
                    <a:pt x="196269" y="4685"/>
                  </a:lnTo>
                  <a:lnTo>
                    <a:pt x="243839" y="0"/>
                  </a:lnTo>
                  <a:lnTo>
                    <a:pt x="3855719" y="0"/>
                  </a:lnTo>
                  <a:lnTo>
                    <a:pt x="3903290" y="4685"/>
                  </a:lnTo>
                  <a:lnTo>
                    <a:pt x="3949032" y="18561"/>
                  </a:lnTo>
                  <a:lnTo>
                    <a:pt x="3991189" y="41094"/>
                  </a:lnTo>
                  <a:lnTo>
                    <a:pt x="4028140" y="71419"/>
                  </a:lnTo>
                  <a:lnTo>
                    <a:pt x="4058464" y="108369"/>
                  </a:lnTo>
                  <a:lnTo>
                    <a:pt x="4080998" y="150526"/>
                  </a:lnTo>
                  <a:lnTo>
                    <a:pt x="4094874" y="196269"/>
                  </a:lnTo>
                  <a:lnTo>
                    <a:pt x="4099559" y="243839"/>
                  </a:lnTo>
                  <a:lnTo>
                    <a:pt x="4099559" y="579119"/>
                  </a:lnTo>
                  <a:lnTo>
                    <a:pt x="4094874" y="626690"/>
                  </a:lnTo>
                  <a:lnTo>
                    <a:pt x="4080998" y="672433"/>
                  </a:lnTo>
                  <a:lnTo>
                    <a:pt x="4058464" y="714590"/>
                  </a:lnTo>
                  <a:lnTo>
                    <a:pt x="4028140" y="751540"/>
                  </a:lnTo>
                  <a:lnTo>
                    <a:pt x="3991189" y="781865"/>
                  </a:lnTo>
                  <a:lnTo>
                    <a:pt x="3949032" y="804398"/>
                  </a:lnTo>
                  <a:lnTo>
                    <a:pt x="3903290" y="818274"/>
                  </a:lnTo>
                  <a:lnTo>
                    <a:pt x="3855719" y="82295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417819" y="3032754"/>
              <a:ext cx="4099560" cy="821690"/>
            </a:xfrm>
            <a:custGeom>
              <a:avLst/>
              <a:gdLst/>
              <a:ahLst/>
              <a:cxnLst/>
              <a:rect l="l" t="t" r="r" b="b"/>
              <a:pathLst>
                <a:path w="4099559" h="821689">
                  <a:moveTo>
                    <a:pt x="3879620" y="821690"/>
                  </a:moveTo>
                  <a:lnTo>
                    <a:pt x="219939" y="821690"/>
                  </a:lnTo>
                  <a:lnTo>
                    <a:pt x="208075" y="819150"/>
                  </a:lnTo>
                  <a:lnTo>
                    <a:pt x="196269" y="817880"/>
                  </a:lnTo>
                  <a:lnTo>
                    <a:pt x="150526" y="803910"/>
                  </a:lnTo>
                  <a:lnTo>
                    <a:pt x="108369" y="781050"/>
                  </a:lnTo>
                  <a:lnTo>
                    <a:pt x="71419" y="750570"/>
                  </a:lnTo>
                  <a:lnTo>
                    <a:pt x="41094" y="713740"/>
                  </a:lnTo>
                  <a:lnTo>
                    <a:pt x="18561" y="671830"/>
                  </a:lnTo>
                  <a:lnTo>
                    <a:pt x="4685" y="626110"/>
                  </a:lnTo>
                  <a:lnTo>
                    <a:pt x="0" y="577850"/>
                  </a:lnTo>
                  <a:lnTo>
                    <a:pt x="0" y="242570"/>
                  </a:lnTo>
                  <a:lnTo>
                    <a:pt x="195" y="234950"/>
                  </a:lnTo>
                  <a:lnTo>
                    <a:pt x="292" y="231140"/>
                  </a:lnTo>
                  <a:lnTo>
                    <a:pt x="7309" y="184150"/>
                  </a:lnTo>
                  <a:lnTo>
                    <a:pt x="23416" y="138430"/>
                  </a:lnTo>
                  <a:lnTo>
                    <a:pt x="47993" y="97790"/>
                  </a:lnTo>
                  <a:lnTo>
                    <a:pt x="80096" y="62230"/>
                  </a:lnTo>
                  <a:lnTo>
                    <a:pt x="118492" y="34290"/>
                  </a:lnTo>
                  <a:lnTo>
                    <a:pt x="184577" y="6350"/>
                  </a:lnTo>
                  <a:lnTo>
                    <a:pt x="208075" y="2540"/>
                  </a:lnTo>
                  <a:lnTo>
                    <a:pt x="219939" y="0"/>
                  </a:lnTo>
                  <a:lnTo>
                    <a:pt x="3879620" y="0"/>
                  </a:lnTo>
                  <a:lnTo>
                    <a:pt x="3891484" y="2540"/>
                  </a:lnTo>
                  <a:lnTo>
                    <a:pt x="3903290" y="3810"/>
                  </a:lnTo>
                  <a:lnTo>
                    <a:pt x="3914982" y="6350"/>
                  </a:lnTo>
                  <a:lnTo>
                    <a:pt x="3918822" y="7620"/>
                  </a:lnTo>
                  <a:lnTo>
                    <a:pt x="228385" y="7620"/>
                  </a:lnTo>
                  <a:lnTo>
                    <a:pt x="212987" y="8890"/>
                  </a:lnTo>
                  <a:lnTo>
                    <a:pt x="190167" y="12700"/>
                  </a:lnTo>
                  <a:lnTo>
                    <a:pt x="182672" y="15240"/>
                  </a:lnTo>
                  <a:lnTo>
                    <a:pt x="167865" y="19050"/>
                  </a:lnTo>
                  <a:lnTo>
                    <a:pt x="160590" y="21590"/>
                  </a:lnTo>
                  <a:lnTo>
                    <a:pt x="146294" y="27940"/>
                  </a:lnTo>
                  <a:lnTo>
                    <a:pt x="139309" y="31750"/>
                  </a:lnTo>
                  <a:lnTo>
                    <a:pt x="125663" y="38100"/>
                  </a:lnTo>
                  <a:lnTo>
                    <a:pt x="88003" y="66040"/>
                  </a:lnTo>
                  <a:lnTo>
                    <a:pt x="66147" y="87630"/>
                  </a:lnTo>
                  <a:lnTo>
                    <a:pt x="56331" y="99060"/>
                  </a:lnTo>
                  <a:lnTo>
                    <a:pt x="31865" y="138430"/>
                  </a:lnTo>
                  <a:lnTo>
                    <a:pt x="15545" y="181610"/>
                  </a:lnTo>
                  <a:lnTo>
                    <a:pt x="7999" y="227330"/>
                  </a:lnTo>
                  <a:lnTo>
                    <a:pt x="7619" y="234950"/>
                  </a:lnTo>
                  <a:lnTo>
                    <a:pt x="7619" y="586740"/>
                  </a:lnTo>
                  <a:lnTo>
                    <a:pt x="13668" y="632460"/>
                  </a:lnTo>
                  <a:lnTo>
                    <a:pt x="28561" y="675640"/>
                  </a:lnTo>
                  <a:lnTo>
                    <a:pt x="51728" y="716280"/>
                  </a:lnTo>
                  <a:lnTo>
                    <a:pt x="66147" y="734060"/>
                  </a:lnTo>
                  <a:lnTo>
                    <a:pt x="71336" y="740410"/>
                  </a:lnTo>
                  <a:lnTo>
                    <a:pt x="99964" y="765810"/>
                  </a:lnTo>
                  <a:lnTo>
                    <a:pt x="139309" y="789940"/>
                  </a:lnTo>
                  <a:lnTo>
                    <a:pt x="146294" y="793750"/>
                  </a:lnTo>
                  <a:lnTo>
                    <a:pt x="160590" y="800100"/>
                  </a:lnTo>
                  <a:lnTo>
                    <a:pt x="167865" y="802640"/>
                  </a:lnTo>
                  <a:lnTo>
                    <a:pt x="182672" y="806450"/>
                  </a:lnTo>
                  <a:lnTo>
                    <a:pt x="190167" y="808990"/>
                  </a:lnTo>
                  <a:lnTo>
                    <a:pt x="212987" y="812800"/>
                  </a:lnTo>
                  <a:lnTo>
                    <a:pt x="228385" y="814070"/>
                  </a:lnTo>
                  <a:lnTo>
                    <a:pt x="3918822" y="814070"/>
                  </a:lnTo>
                  <a:lnTo>
                    <a:pt x="3914982" y="815340"/>
                  </a:lnTo>
                  <a:lnTo>
                    <a:pt x="3903290" y="817880"/>
                  </a:lnTo>
                  <a:lnTo>
                    <a:pt x="3891484" y="819150"/>
                  </a:lnTo>
                  <a:lnTo>
                    <a:pt x="3879620" y="821690"/>
                  </a:lnTo>
                  <a:close/>
                </a:path>
                <a:path w="4099559" h="821689">
                  <a:moveTo>
                    <a:pt x="3918822" y="814070"/>
                  </a:moveTo>
                  <a:lnTo>
                    <a:pt x="3871174" y="814070"/>
                  </a:lnTo>
                  <a:lnTo>
                    <a:pt x="3886572" y="812800"/>
                  </a:lnTo>
                  <a:lnTo>
                    <a:pt x="3909391" y="808990"/>
                  </a:lnTo>
                  <a:lnTo>
                    <a:pt x="3916887" y="806450"/>
                  </a:lnTo>
                  <a:lnTo>
                    <a:pt x="3931694" y="802640"/>
                  </a:lnTo>
                  <a:lnTo>
                    <a:pt x="3938969" y="800100"/>
                  </a:lnTo>
                  <a:lnTo>
                    <a:pt x="3953265" y="793750"/>
                  </a:lnTo>
                  <a:lnTo>
                    <a:pt x="3960250" y="789940"/>
                  </a:lnTo>
                  <a:lnTo>
                    <a:pt x="3973896" y="783590"/>
                  </a:lnTo>
                  <a:lnTo>
                    <a:pt x="4011556" y="755650"/>
                  </a:lnTo>
                  <a:lnTo>
                    <a:pt x="4033412" y="734060"/>
                  </a:lnTo>
                  <a:lnTo>
                    <a:pt x="4043228" y="722630"/>
                  </a:lnTo>
                  <a:lnTo>
                    <a:pt x="4067693" y="683260"/>
                  </a:lnTo>
                  <a:lnTo>
                    <a:pt x="4084013" y="640080"/>
                  </a:lnTo>
                  <a:lnTo>
                    <a:pt x="4091561" y="594360"/>
                  </a:lnTo>
                  <a:lnTo>
                    <a:pt x="4091940" y="586740"/>
                  </a:lnTo>
                  <a:lnTo>
                    <a:pt x="4091940" y="234950"/>
                  </a:lnTo>
                  <a:lnTo>
                    <a:pt x="4085891" y="189230"/>
                  </a:lnTo>
                  <a:lnTo>
                    <a:pt x="4070997" y="146050"/>
                  </a:lnTo>
                  <a:lnTo>
                    <a:pt x="4047831" y="105410"/>
                  </a:lnTo>
                  <a:lnTo>
                    <a:pt x="4033412" y="87630"/>
                  </a:lnTo>
                  <a:lnTo>
                    <a:pt x="4028223" y="81280"/>
                  </a:lnTo>
                  <a:lnTo>
                    <a:pt x="3999596" y="55880"/>
                  </a:lnTo>
                  <a:lnTo>
                    <a:pt x="3960250" y="31750"/>
                  </a:lnTo>
                  <a:lnTo>
                    <a:pt x="3953265" y="27940"/>
                  </a:lnTo>
                  <a:lnTo>
                    <a:pt x="3938969" y="21590"/>
                  </a:lnTo>
                  <a:lnTo>
                    <a:pt x="3931694" y="19050"/>
                  </a:lnTo>
                  <a:lnTo>
                    <a:pt x="3916887" y="15240"/>
                  </a:lnTo>
                  <a:lnTo>
                    <a:pt x="3909391" y="12700"/>
                  </a:lnTo>
                  <a:lnTo>
                    <a:pt x="3886572" y="8890"/>
                  </a:lnTo>
                  <a:lnTo>
                    <a:pt x="3871174" y="7620"/>
                  </a:lnTo>
                  <a:lnTo>
                    <a:pt x="3918822" y="7620"/>
                  </a:lnTo>
                  <a:lnTo>
                    <a:pt x="3959988" y="22860"/>
                  </a:lnTo>
                  <a:lnTo>
                    <a:pt x="4000987" y="46990"/>
                  </a:lnTo>
                  <a:lnTo>
                    <a:pt x="4036403" y="80010"/>
                  </a:lnTo>
                  <a:lnTo>
                    <a:pt x="4064876" y="118110"/>
                  </a:lnTo>
                  <a:lnTo>
                    <a:pt x="4085311" y="161290"/>
                  </a:lnTo>
                  <a:lnTo>
                    <a:pt x="4096923" y="207010"/>
                  </a:lnTo>
                  <a:lnTo>
                    <a:pt x="4099559" y="242570"/>
                  </a:lnTo>
                  <a:lnTo>
                    <a:pt x="4099559" y="577850"/>
                  </a:lnTo>
                  <a:lnTo>
                    <a:pt x="4099354" y="586740"/>
                  </a:lnTo>
                  <a:lnTo>
                    <a:pt x="4099266" y="590550"/>
                  </a:lnTo>
                  <a:lnTo>
                    <a:pt x="4092249" y="637540"/>
                  </a:lnTo>
                  <a:lnTo>
                    <a:pt x="4076143" y="683260"/>
                  </a:lnTo>
                  <a:lnTo>
                    <a:pt x="4051565" y="723900"/>
                  </a:lnTo>
                  <a:lnTo>
                    <a:pt x="4019462" y="759460"/>
                  </a:lnTo>
                  <a:lnTo>
                    <a:pt x="3981066" y="787400"/>
                  </a:lnTo>
                  <a:lnTo>
                    <a:pt x="3949032" y="803910"/>
                  </a:lnTo>
                  <a:lnTo>
                    <a:pt x="3918822" y="81407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15304" y="3230241"/>
              <a:ext cx="153670" cy="15367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740042" y="3465159"/>
            <a:ext cx="345249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05">
                <a:solidFill>
                  <a:srgbClr val="FFFFFF"/>
                </a:solidFill>
                <a:latin typeface="Arial Black"/>
                <a:cs typeface="Arial Black"/>
              </a:rPr>
              <a:t>Infraestructura</a:t>
            </a:r>
            <a:r>
              <a:rPr dirty="0" sz="1050" spc="-1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114">
                <a:solidFill>
                  <a:srgbClr val="FFFFFF"/>
                </a:solidFill>
                <a:latin typeface="Arial Black"/>
                <a:cs typeface="Arial Black"/>
              </a:rPr>
              <a:t>para</a:t>
            </a:r>
            <a:r>
              <a:rPr dirty="0" sz="1050" spc="-1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100">
                <a:solidFill>
                  <a:srgbClr val="FFFFFF"/>
                </a:solidFill>
                <a:latin typeface="Arial Black"/>
                <a:cs typeface="Arial Black"/>
              </a:rPr>
              <a:t>mercado</a:t>
            </a:r>
            <a:r>
              <a:rPr dirty="0" sz="1050" spc="-7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85">
                <a:solidFill>
                  <a:srgbClr val="FFFFFF"/>
                </a:solidFill>
                <a:latin typeface="Arial Black"/>
                <a:cs typeface="Arial Black"/>
              </a:rPr>
              <a:t>privado</a:t>
            </a:r>
            <a:r>
              <a:rPr dirty="0" sz="1050" spc="-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100">
                <a:solidFill>
                  <a:srgbClr val="FFFFFF"/>
                </a:solidFill>
                <a:latin typeface="Arial Black"/>
                <a:cs typeface="Arial Black"/>
              </a:rPr>
              <a:t>en</a:t>
            </a:r>
            <a:r>
              <a:rPr dirty="0" sz="1050" spc="-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114">
                <a:solidFill>
                  <a:srgbClr val="FFFFFF"/>
                </a:solidFill>
                <a:latin typeface="Arial Black"/>
                <a:cs typeface="Arial Black"/>
              </a:rPr>
              <a:t>marca</a:t>
            </a:r>
            <a:r>
              <a:rPr dirty="0" sz="1050" spc="-1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30">
                <a:solidFill>
                  <a:srgbClr val="FFFFFF"/>
                </a:solidFill>
                <a:latin typeface="Arial Black"/>
                <a:cs typeface="Arial Black"/>
              </a:rPr>
              <a:t>blanca</a:t>
            </a:r>
            <a:endParaRPr sz="1050">
              <a:latin typeface="Arial Black"/>
              <a:cs typeface="Arial Black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173479" y="4008118"/>
            <a:ext cx="4091940" cy="822960"/>
            <a:chOff x="1173479" y="4008118"/>
            <a:chExt cx="4091940" cy="822960"/>
          </a:xfrm>
        </p:grpSpPr>
        <p:sp>
          <p:nvSpPr>
            <p:cNvPr id="16" name="object 16"/>
            <p:cNvSpPr/>
            <p:nvPr/>
          </p:nvSpPr>
          <p:spPr>
            <a:xfrm>
              <a:off x="1173479" y="4008118"/>
              <a:ext cx="4091940" cy="822960"/>
            </a:xfrm>
            <a:custGeom>
              <a:avLst/>
              <a:gdLst/>
              <a:ahLst/>
              <a:cxnLst/>
              <a:rect l="l" t="t" r="r" b="b"/>
              <a:pathLst>
                <a:path w="4091940" h="822960">
                  <a:moveTo>
                    <a:pt x="3848099" y="822959"/>
                  </a:moveTo>
                  <a:lnTo>
                    <a:pt x="243839" y="822959"/>
                  </a:lnTo>
                  <a:lnTo>
                    <a:pt x="231860" y="822667"/>
                  </a:lnTo>
                  <a:lnTo>
                    <a:pt x="184577" y="815650"/>
                  </a:lnTo>
                  <a:lnTo>
                    <a:pt x="139571" y="799543"/>
                  </a:lnTo>
                  <a:lnTo>
                    <a:pt x="98572" y="774966"/>
                  </a:lnTo>
                  <a:lnTo>
                    <a:pt x="63155" y="742863"/>
                  </a:lnTo>
                  <a:lnTo>
                    <a:pt x="34682" y="704467"/>
                  </a:lnTo>
                  <a:lnTo>
                    <a:pt x="14247" y="661254"/>
                  </a:lnTo>
                  <a:lnTo>
                    <a:pt x="2635" y="614884"/>
                  </a:lnTo>
                  <a:lnTo>
                    <a:pt x="0" y="579119"/>
                  </a:lnTo>
                  <a:lnTo>
                    <a:pt x="0" y="243839"/>
                  </a:lnTo>
                  <a:lnTo>
                    <a:pt x="4685" y="196269"/>
                  </a:lnTo>
                  <a:lnTo>
                    <a:pt x="18561" y="150526"/>
                  </a:lnTo>
                  <a:lnTo>
                    <a:pt x="41094" y="108369"/>
                  </a:lnTo>
                  <a:lnTo>
                    <a:pt x="71419" y="71419"/>
                  </a:lnTo>
                  <a:lnTo>
                    <a:pt x="108369" y="41094"/>
                  </a:lnTo>
                  <a:lnTo>
                    <a:pt x="150526" y="18561"/>
                  </a:lnTo>
                  <a:lnTo>
                    <a:pt x="196269" y="4685"/>
                  </a:lnTo>
                  <a:lnTo>
                    <a:pt x="243839" y="0"/>
                  </a:lnTo>
                  <a:lnTo>
                    <a:pt x="3848099" y="0"/>
                  </a:lnTo>
                  <a:lnTo>
                    <a:pt x="3895670" y="4685"/>
                  </a:lnTo>
                  <a:lnTo>
                    <a:pt x="3941412" y="18561"/>
                  </a:lnTo>
                  <a:lnTo>
                    <a:pt x="3983569" y="41094"/>
                  </a:lnTo>
                  <a:lnTo>
                    <a:pt x="4020520" y="71419"/>
                  </a:lnTo>
                  <a:lnTo>
                    <a:pt x="4050844" y="108369"/>
                  </a:lnTo>
                  <a:lnTo>
                    <a:pt x="4073378" y="150526"/>
                  </a:lnTo>
                  <a:lnTo>
                    <a:pt x="4087254" y="196269"/>
                  </a:lnTo>
                  <a:lnTo>
                    <a:pt x="4091939" y="243839"/>
                  </a:lnTo>
                  <a:lnTo>
                    <a:pt x="4091939" y="579119"/>
                  </a:lnTo>
                  <a:lnTo>
                    <a:pt x="4087254" y="626690"/>
                  </a:lnTo>
                  <a:lnTo>
                    <a:pt x="4073378" y="672433"/>
                  </a:lnTo>
                  <a:lnTo>
                    <a:pt x="4050844" y="714590"/>
                  </a:lnTo>
                  <a:lnTo>
                    <a:pt x="4020520" y="751540"/>
                  </a:lnTo>
                  <a:lnTo>
                    <a:pt x="3983569" y="781865"/>
                  </a:lnTo>
                  <a:lnTo>
                    <a:pt x="3941412" y="804398"/>
                  </a:lnTo>
                  <a:lnTo>
                    <a:pt x="3895669" y="818274"/>
                  </a:lnTo>
                  <a:lnTo>
                    <a:pt x="3848099" y="82295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173479" y="4008118"/>
              <a:ext cx="4091940" cy="821690"/>
            </a:xfrm>
            <a:custGeom>
              <a:avLst/>
              <a:gdLst/>
              <a:ahLst/>
              <a:cxnLst/>
              <a:rect l="l" t="t" r="r" b="b"/>
              <a:pathLst>
                <a:path w="4091940" h="821689">
                  <a:moveTo>
                    <a:pt x="3872000" y="821690"/>
                  </a:moveTo>
                  <a:lnTo>
                    <a:pt x="219939" y="821690"/>
                  </a:lnTo>
                  <a:lnTo>
                    <a:pt x="208075" y="819150"/>
                  </a:lnTo>
                  <a:lnTo>
                    <a:pt x="196269" y="817880"/>
                  </a:lnTo>
                  <a:lnTo>
                    <a:pt x="150526" y="803910"/>
                  </a:lnTo>
                  <a:lnTo>
                    <a:pt x="108369" y="781050"/>
                  </a:lnTo>
                  <a:lnTo>
                    <a:pt x="71419" y="750570"/>
                  </a:lnTo>
                  <a:lnTo>
                    <a:pt x="41094" y="713740"/>
                  </a:lnTo>
                  <a:lnTo>
                    <a:pt x="18561" y="671830"/>
                  </a:lnTo>
                  <a:lnTo>
                    <a:pt x="4685" y="626110"/>
                  </a:lnTo>
                  <a:lnTo>
                    <a:pt x="0" y="577850"/>
                  </a:lnTo>
                  <a:lnTo>
                    <a:pt x="0" y="242570"/>
                  </a:lnTo>
                  <a:lnTo>
                    <a:pt x="195" y="234950"/>
                  </a:lnTo>
                  <a:lnTo>
                    <a:pt x="4685" y="195580"/>
                  </a:lnTo>
                  <a:lnTo>
                    <a:pt x="18561" y="149860"/>
                  </a:lnTo>
                  <a:lnTo>
                    <a:pt x="41094" y="107950"/>
                  </a:lnTo>
                  <a:lnTo>
                    <a:pt x="71419" y="71120"/>
                  </a:lnTo>
                  <a:lnTo>
                    <a:pt x="108369" y="40640"/>
                  </a:lnTo>
                  <a:lnTo>
                    <a:pt x="150526" y="17780"/>
                  </a:lnTo>
                  <a:lnTo>
                    <a:pt x="196269" y="3810"/>
                  </a:lnTo>
                  <a:lnTo>
                    <a:pt x="208075" y="2540"/>
                  </a:lnTo>
                  <a:lnTo>
                    <a:pt x="219939" y="0"/>
                  </a:lnTo>
                  <a:lnTo>
                    <a:pt x="3872000" y="0"/>
                  </a:lnTo>
                  <a:lnTo>
                    <a:pt x="3883864" y="2540"/>
                  </a:lnTo>
                  <a:lnTo>
                    <a:pt x="3895670" y="3810"/>
                  </a:lnTo>
                  <a:lnTo>
                    <a:pt x="3907361" y="6350"/>
                  </a:lnTo>
                  <a:lnTo>
                    <a:pt x="236103" y="6350"/>
                  </a:lnTo>
                  <a:lnTo>
                    <a:pt x="228385" y="7620"/>
                  </a:lnTo>
                  <a:lnTo>
                    <a:pt x="212987" y="8890"/>
                  </a:lnTo>
                  <a:lnTo>
                    <a:pt x="190167" y="12700"/>
                  </a:lnTo>
                  <a:lnTo>
                    <a:pt x="182672" y="15240"/>
                  </a:lnTo>
                  <a:lnTo>
                    <a:pt x="167865" y="19050"/>
                  </a:lnTo>
                  <a:lnTo>
                    <a:pt x="160590" y="21590"/>
                  </a:lnTo>
                  <a:lnTo>
                    <a:pt x="146294" y="27940"/>
                  </a:lnTo>
                  <a:lnTo>
                    <a:pt x="139309" y="31750"/>
                  </a:lnTo>
                  <a:lnTo>
                    <a:pt x="125663" y="38100"/>
                  </a:lnTo>
                  <a:lnTo>
                    <a:pt x="88003" y="66040"/>
                  </a:lnTo>
                  <a:lnTo>
                    <a:pt x="66147" y="87630"/>
                  </a:lnTo>
                  <a:lnTo>
                    <a:pt x="56331" y="99060"/>
                  </a:lnTo>
                  <a:lnTo>
                    <a:pt x="31865" y="138430"/>
                  </a:lnTo>
                  <a:lnTo>
                    <a:pt x="15545" y="181610"/>
                  </a:lnTo>
                  <a:lnTo>
                    <a:pt x="7999" y="227330"/>
                  </a:lnTo>
                  <a:lnTo>
                    <a:pt x="7620" y="234950"/>
                  </a:lnTo>
                  <a:lnTo>
                    <a:pt x="7620" y="586740"/>
                  </a:lnTo>
                  <a:lnTo>
                    <a:pt x="13668" y="632460"/>
                  </a:lnTo>
                  <a:lnTo>
                    <a:pt x="28561" y="675640"/>
                  </a:lnTo>
                  <a:lnTo>
                    <a:pt x="51728" y="716280"/>
                  </a:lnTo>
                  <a:lnTo>
                    <a:pt x="66147" y="734060"/>
                  </a:lnTo>
                  <a:lnTo>
                    <a:pt x="71336" y="740410"/>
                  </a:lnTo>
                  <a:lnTo>
                    <a:pt x="99964" y="765810"/>
                  </a:lnTo>
                  <a:lnTo>
                    <a:pt x="139309" y="789940"/>
                  </a:lnTo>
                  <a:lnTo>
                    <a:pt x="146294" y="793750"/>
                  </a:lnTo>
                  <a:lnTo>
                    <a:pt x="160590" y="800100"/>
                  </a:lnTo>
                  <a:lnTo>
                    <a:pt x="167865" y="802640"/>
                  </a:lnTo>
                  <a:lnTo>
                    <a:pt x="182672" y="806450"/>
                  </a:lnTo>
                  <a:lnTo>
                    <a:pt x="190167" y="808990"/>
                  </a:lnTo>
                  <a:lnTo>
                    <a:pt x="212987" y="812800"/>
                  </a:lnTo>
                  <a:lnTo>
                    <a:pt x="228385" y="814070"/>
                  </a:lnTo>
                  <a:lnTo>
                    <a:pt x="3911201" y="814070"/>
                  </a:lnTo>
                  <a:lnTo>
                    <a:pt x="3907361" y="815340"/>
                  </a:lnTo>
                  <a:lnTo>
                    <a:pt x="3895669" y="817880"/>
                  </a:lnTo>
                  <a:lnTo>
                    <a:pt x="3883863" y="819150"/>
                  </a:lnTo>
                  <a:lnTo>
                    <a:pt x="3872000" y="821690"/>
                  </a:lnTo>
                  <a:close/>
                </a:path>
                <a:path w="4091940" h="821689">
                  <a:moveTo>
                    <a:pt x="3911201" y="814070"/>
                  </a:moveTo>
                  <a:lnTo>
                    <a:pt x="3863554" y="814070"/>
                  </a:lnTo>
                  <a:lnTo>
                    <a:pt x="3878952" y="812800"/>
                  </a:lnTo>
                  <a:lnTo>
                    <a:pt x="3901771" y="808990"/>
                  </a:lnTo>
                  <a:lnTo>
                    <a:pt x="3909267" y="806450"/>
                  </a:lnTo>
                  <a:lnTo>
                    <a:pt x="3924073" y="802640"/>
                  </a:lnTo>
                  <a:lnTo>
                    <a:pt x="3931349" y="800100"/>
                  </a:lnTo>
                  <a:lnTo>
                    <a:pt x="3945644" y="793750"/>
                  </a:lnTo>
                  <a:lnTo>
                    <a:pt x="3952629" y="789940"/>
                  </a:lnTo>
                  <a:lnTo>
                    <a:pt x="3966275" y="783590"/>
                  </a:lnTo>
                  <a:lnTo>
                    <a:pt x="4003936" y="755650"/>
                  </a:lnTo>
                  <a:lnTo>
                    <a:pt x="4025792" y="734060"/>
                  </a:lnTo>
                  <a:lnTo>
                    <a:pt x="4035608" y="722630"/>
                  </a:lnTo>
                  <a:lnTo>
                    <a:pt x="4060074" y="683260"/>
                  </a:lnTo>
                  <a:lnTo>
                    <a:pt x="4076394" y="640080"/>
                  </a:lnTo>
                  <a:lnTo>
                    <a:pt x="4083940" y="594360"/>
                  </a:lnTo>
                  <a:lnTo>
                    <a:pt x="4084319" y="586740"/>
                  </a:lnTo>
                  <a:lnTo>
                    <a:pt x="4084319" y="234950"/>
                  </a:lnTo>
                  <a:lnTo>
                    <a:pt x="4078271" y="189230"/>
                  </a:lnTo>
                  <a:lnTo>
                    <a:pt x="4063377" y="146050"/>
                  </a:lnTo>
                  <a:lnTo>
                    <a:pt x="4040211" y="105410"/>
                  </a:lnTo>
                  <a:lnTo>
                    <a:pt x="4025792" y="87630"/>
                  </a:lnTo>
                  <a:lnTo>
                    <a:pt x="4020602" y="81280"/>
                  </a:lnTo>
                  <a:lnTo>
                    <a:pt x="3991975" y="55880"/>
                  </a:lnTo>
                  <a:lnTo>
                    <a:pt x="3952629" y="31750"/>
                  </a:lnTo>
                  <a:lnTo>
                    <a:pt x="3945644" y="27940"/>
                  </a:lnTo>
                  <a:lnTo>
                    <a:pt x="3931349" y="21590"/>
                  </a:lnTo>
                  <a:lnTo>
                    <a:pt x="3924073" y="19050"/>
                  </a:lnTo>
                  <a:lnTo>
                    <a:pt x="3909267" y="15240"/>
                  </a:lnTo>
                  <a:lnTo>
                    <a:pt x="3901771" y="12700"/>
                  </a:lnTo>
                  <a:lnTo>
                    <a:pt x="3878952" y="8890"/>
                  </a:lnTo>
                  <a:lnTo>
                    <a:pt x="3863554" y="7620"/>
                  </a:lnTo>
                  <a:lnTo>
                    <a:pt x="3855836" y="6350"/>
                  </a:lnTo>
                  <a:lnTo>
                    <a:pt x="3907361" y="6350"/>
                  </a:lnTo>
                  <a:lnTo>
                    <a:pt x="3941412" y="17780"/>
                  </a:lnTo>
                  <a:lnTo>
                    <a:pt x="3983569" y="40640"/>
                  </a:lnTo>
                  <a:lnTo>
                    <a:pt x="4020520" y="71120"/>
                  </a:lnTo>
                  <a:lnTo>
                    <a:pt x="4050844" y="107950"/>
                  </a:lnTo>
                  <a:lnTo>
                    <a:pt x="4073378" y="149860"/>
                  </a:lnTo>
                  <a:lnTo>
                    <a:pt x="4087254" y="195580"/>
                  </a:lnTo>
                  <a:lnTo>
                    <a:pt x="4091939" y="242570"/>
                  </a:lnTo>
                  <a:lnTo>
                    <a:pt x="4091939" y="577850"/>
                  </a:lnTo>
                  <a:lnTo>
                    <a:pt x="4087254" y="626110"/>
                  </a:lnTo>
                  <a:lnTo>
                    <a:pt x="4073378" y="671830"/>
                  </a:lnTo>
                  <a:lnTo>
                    <a:pt x="4050844" y="713740"/>
                  </a:lnTo>
                  <a:lnTo>
                    <a:pt x="4020520" y="750570"/>
                  </a:lnTo>
                  <a:lnTo>
                    <a:pt x="3983569" y="781050"/>
                  </a:lnTo>
                  <a:lnTo>
                    <a:pt x="3941412" y="803910"/>
                  </a:lnTo>
                  <a:lnTo>
                    <a:pt x="3911201" y="81407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0965" y="4205608"/>
              <a:ext cx="153670" cy="15367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520229" y="4440523"/>
            <a:ext cx="340741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00">
                <a:solidFill>
                  <a:srgbClr val="FFFFFF"/>
                </a:solidFill>
                <a:latin typeface="Arial Black"/>
                <a:cs typeface="Arial Black"/>
              </a:rPr>
              <a:t>Solución</a:t>
            </a:r>
            <a:r>
              <a:rPr dirty="0" sz="1050" spc="-3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8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dirty="0" sz="105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125">
                <a:solidFill>
                  <a:srgbClr val="FFFFFF"/>
                </a:solidFill>
                <a:latin typeface="Arial Black"/>
                <a:cs typeface="Arial Black"/>
              </a:rPr>
              <a:t>ERIR</a:t>
            </a:r>
            <a:r>
              <a:rPr dirty="0" sz="1050" spc="-8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114">
                <a:solidFill>
                  <a:srgbClr val="FFFFFF"/>
                </a:solidFill>
                <a:latin typeface="Arial Black"/>
                <a:cs typeface="Arial Black"/>
              </a:rPr>
              <a:t>para</a:t>
            </a:r>
            <a:r>
              <a:rPr dirty="0" sz="1050" spc="-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100">
                <a:solidFill>
                  <a:srgbClr val="FFFFFF"/>
                </a:solidFill>
                <a:latin typeface="Arial Black"/>
                <a:cs typeface="Arial Black"/>
              </a:rPr>
              <a:t>inscripción</a:t>
            </a:r>
            <a:r>
              <a:rPr dirty="0" sz="1050" spc="-3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25">
                <a:solidFill>
                  <a:srgbClr val="FFFFFF"/>
                </a:solidFill>
                <a:latin typeface="Arial Black"/>
                <a:cs typeface="Arial Black"/>
              </a:rPr>
              <a:t>y</a:t>
            </a:r>
            <a:r>
              <a:rPr dirty="0" sz="1050" spc="-1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90">
                <a:solidFill>
                  <a:srgbClr val="FFFFFF"/>
                </a:solidFill>
                <a:latin typeface="Arial Black"/>
                <a:cs typeface="Arial Black"/>
              </a:rPr>
              <a:t>registro</a:t>
            </a:r>
            <a:r>
              <a:rPr dirty="0" sz="1050" spc="-80">
                <a:solidFill>
                  <a:srgbClr val="FFFFFF"/>
                </a:solidFill>
                <a:latin typeface="Arial Black"/>
                <a:cs typeface="Arial Black"/>
              </a:rPr>
              <a:t> de</a:t>
            </a:r>
            <a:r>
              <a:rPr dirty="0" sz="105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35">
                <a:solidFill>
                  <a:srgbClr val="FFFFFF"/>
                </a:solidFill>
                <a:latin typeface="Arial Black"/>
                <a:cs typeface="Arial Black"/>
              </a:rPr>
              <a:t>tokens</a:t>
            </a:r>
            <a:endParaRPr sz="1050">
              <a:latin typeface="Arial Black"/>
              <a:cs typeface="Arial Black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417819" y="4008118"/>
            <a:ext cx="4099560" cy="822960"/>
            <a:chOff x="5417819" y="4008118"/>
            <a:chExt cx="4099560" cy="822960"/>
          </a:xfrm>
        </p:grpSpPr>
        <p:sp>
          <p:nvSpPr>
            <p:cNvPr id="21" name="object 21"/>
            <p:cNvSpPr/>
            <p:nvPr/>
          </p:nvSpPr>
          <p:spPr>
            <a:xfrm>
              <a:off x="5417819" y="4008118"/>
              <a:ext cx="4099560" cy="822960"/>
            </a:xfrm>
            <a:custGeom>
              <a:avLst/>
              <a:gdLst/>
              <a:ahLst/>
              <a:cxnLst/>
              <a:rect l="l" t="t" r="r" b="b"/>
              <a:pathLst>
                <a:path w="4099559" h="822960">
                  <a:moveTo>
                    <a:pt x="3855719" y="822959"/>
                  </a:moveTo>
                  <a:lnTo>
                    <a:pt x="243839" y="822959"/>
                  </a:lnTo>
                  <a:lnTo>
                    <a:pt x="231860" y="822667"/>
                  </a:lnTo>
                  <a:lnTo>
                    <a:pt x="184577" y="815650"/>
                  </a:lnTo>
                  <a:lnTo>
                    <a:pt x="139571" y="799543"/>
                  </a:lnTo>
                  <a:lnTo>
                    <a:pt x="98572" y="774966"/>
                  </a:lnTo>
                  <a:lnTo>
                    <a:pt x="63155" y="742863"/>
                  </a:lnTo>
                  <a:lnTo>
                    <a:pt x="34682" y="704467"/>
                  </a:lnTo>
                  <a:lnTo>
                    <a:pt x="14247" y="661254"/>
                  </a:lnTo>
                  <a:lnTo>
                    <a:pt x="2635" y="614884"/>
                  </a:lnTo>
                  <a:lnTo>
                    <a:pt x="0" y="579119"/>
                  </a:lnTo>
                  <a:lnTo>
                    <a:pt x="0" y="243839"/>
                  </a:lnTo>
                  <a:lnTo>
                    <a:pt x="4685" y="196269"/>
                  </a:lnTo>
                  <a:lnTo>
                    <a:pt x="18561" y="150526"/>
                  </a:lnTo>
                  <a:lnTo>
                    <a:pt x="41094" y="108369"/>
                  </a:lnTo>
                  <a:lnTo>
                    <a:pt x="71419" y="71419"/>
                  </a:lnTo>
                  <a:lnTo>
                    <a:pt x="108369" y="41094"/>
                  </a:lnTo>
                  <a:lnTo>
                    <a:pt x="150526" y="18561"/>
                  </a:lnTo>
                  <a:lnTo>
                    <a:pt x="196269" y="4685"/>
                  </a:lnTo>
                  <a:lnTo>
                    <a:pt x="243839" y="0"/>
                  </a:lnTo>
                  <a:lnTo>
                    <a:pt x="3855719" y="0"/>
                  </a:lnTo>
                  <a:lnTo>
                    <a:pt x="3903290" y="4685"/>
                  </a:lnTo>
                  <a:lnTo>
                    <a:pt x="3949032" y="18561"/>
                  </a:lnTo>
                  <a:lnTo>
                    <a:pt x="3991189" y="41094"/>
                  </a:lnTo>
                  <a:lnTo>
                    <a:pt x="4028140" y="71419"/>
                  </a:lnTo>
                  <a:lnTo>
                    <a:pt x="4058464" y="108369"/>
                  </a:lnTo>
                  <a:lnTo>
                    <a:pt x="4080998" y="150526"/>
                  </a:lnTo>
                  <a:lnTo>
                    <a:pt x="4094874" y="196269"/>
                  </a:lnTo>
                  <a:lnTo>
                    <a:pt x="4099559" y="243839"/>
                  </a:lnTo>
                  <a:lnTo>
                    <a:pt x="4099559" y="579119"/>
                  </a:lnTo>
                  <a:lnTo>
                    <a:pt x="4094874" y="626690"/>
                  </a:lnTo>
                  <a:lnTo>
                    <a:pt x="4080998" y="672433"/>
                  </a:lnTo>
                  <a:lnTo>
                    <a:pt x="4058464" y="714590"/>
                  </a:lnTo>
                  <a:lnTo>
                    <a:pt x="4028140" y="751540"/>
                  </a:lnTo>
                  <a:lnTo>
                    <a:pt x="3991189" y="781865"/>
                  </a:lnTo>
                  <a:lnTo>
                    <a:pt x="3949032" y="804398"/>
                  </a:lnTo>
                  <a:lnTo>
                    <a:pt x="3903289" y="818274"/>
                  </a:lnTo>
                  <a:lnTo>
                    <a:pt x="3855719" y="82295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417819" y="4008118"/>
              <a:ext cx="4099560" cy="821690"/>
            </a:xfrm>
            <a:custGeom>
              <a:avLst/>
              <a:gdLst/>
              <a:ahLst/>
              <a:cxnLst/>
              <a:rect l="l" t="t" r="r" b="b"/>
              <a:pathLst>
                <a:path w="4099559" h="821689">
                  <a:moveTo>
                    <a:pt x="3879620" y="821690"/>
                  </a:moveTo>
                  <a:lnTo>
                    <a:pt x="219939" y="821690"/>
                  </a:lnTo>
                  <a:lnTo>
                    <a:pt x="208075" y="819150"/>
                  </a:lnTo>
                  <a:lnTo>
                    <a:pt x="196269" y="817880"/>
                  </a:lnTo>
                  <a:lnTo>
                    <a:pt x="150526" y="803910"/>
                  </a:lnTo>
                  <a:lnTo>
                    <a:pt x="108369" y="781050"/>
                  </a:lnTo>
                  <a:lnTo>
                    <a:pt x="71419" y="750570"/>
                  </a:lnTo>
                  <a:lnTo>
                    <a:pt x="41094" y="713740"/>
                  </a:lnTo>
                  <a:lnTo>
                    <a:pt x="18561" y="671830"/>
                  </a:lnTo>
                  <a:lnTo>
                    <a:pt x="4685" y="626110"/>
                  </a:lnTo>
                  <a:lnTo>
                    <a:pt x="0" y="577850"/>
                  </a:lnTo>
                  <a:lnTo>
                    <a:pt x="0" y="242570"/>
                  </a:lnTo>
                  <a:lnTo>
                    <a:pt x="4685" y="195580"/>
                  </a:lnTo>
                  <a:lnTo>
                    <a:pt x="18561" y="149860"/>
                  </a:lnTo>
                  <a:lnTo>
                    <a:pt x="41094" y="107950"/>
                  </a:lnTo>
                  <a:lnTo>
                    <a:pt x="71419" y="71120"/>
                  </a:lnTo>
                  <a:lnTo>
                    <a:pt x="108369" y="40640"/>
                  </a:lnTo>
                  <a:lnTo>
                    <a:pt x="150526" y="17780"/>
                  </a:lnTo>
                  <a:lnTo>
                    <a:pt x="196269" y="3810"/>
                  </a:lnTo>
                  <a:lnTo>
                    <a:pt x="208075" y="2540"/>
                  </a:lnTo>
                  <a:lnTo>
                    <a:pt x="219939" y="0"/>
                  </a:lnTo>
                  <a:lnTo>
                    <a:pt x="3879620" y="0"/>
                  </a:lnTo>
                  <a:lnTo>
                    <a:pt x="3891484" y="2540"/>
                  </a:lnTo>
                  <a:lnTo>
                    <a:pt x="3903290" y="3810"/>
                  </a:lnTo>
                  <a:lnTo>
                    <a:pt x="3914982" y="6350"/>
                  </a:lnTo>
                  <a:lnTo>
                    <a:pt x="236103" y="6350"/>
                  </a:lnTo>
                  <a:lnTo>
                    <a:pt x="228385" y="7620"/>
                  </a:lnTo>
                  <a:lnTo>
                    <a:pt x="212987" y="8890"/>
                  </a:lnTo>
                  <a:lnTo>
                    <a:pt x="190167" y="12700"/>
                  </a:lnTo>
                  <a:lnTo>
                    <a:pt x="182672" y="15240"/>
                  </a:lnTo>
                  <a:lnTo>
                    <a:pt x="167865" y="19050"/>
                  </a:lnTo>
                  <a:lnTo>
                    <a:pt x="160590" y="21590"/>
                  </a:lnTo>
                  <a:lnTo>
                    <a:pt x="146294" y="27940"/>
                  </a:lnTo>
                  <a:lnTo>
                    <a:pt x="139309" y="31750"/>
                  </a:lnTo>
                  <a:lnTo>
                    <a:pt x="125663" y="38100"/>
                  </a:lnTo>
                  <a:lnTo>
                    <a:pt x="88003" y="66040"/>
                  </a:lnTo>
                  <a:lnTo>
                    <a:pt x="66147" y="87630"/>
                  </a:lnTo>
                  <a:lnTo>
                    <a:pt x="56331" y="99060"/>
                  </a:lnTo>
                  <a:lnTo>
                    <a:pt x="31865" y="138430"/>
                  </a:lnTo>
                  <a:lnTo>
                    <a:pt x="15545" y="181610"/>
                  </a:lnTo>
                  <a:lnTo>
                    <a:pt x="7999" y="227330"/>
                  </a:lnTo>
                  <a:lnTo>
                    <a:pt x="7619" y="234950"/>
                  </a:lnTo>
                  <a:lnTo>
                    <a:pt x="7619" y="586740"/>
                  </a:lnTo>
                  <a:lnTo>
                    <a:pt x="13668" y="632460"/>
                  </a:lnTo>
                  <a:lnTo>
                    <a:pt x="28561" y="675640"/>
                  </a:lnTo>
                  <a:lnTo>
                    <a:pt x="51728" y="716280"/>
                  </a:lnTo>
                  <a:lnTo>
                    <a:pt x="66147" y="734060"/>
                  </a:lnTo>
                  <a:lnTo>
                    <a:pt x="71336" y="740410"/>
                  </a:lnTo>
                  <a:lnTo>
                    <a:pt x="99964" y="765810"/>
                  </a:lnTo>
                  <a:lnTo>
                    <a:pt x="139309" y="789940"/>
                  </a:lnTo>
                  <a:lnTo>
                    <a:pt x="146294" y="793750"/>
                  </a:lnTo>
                  <a:lnTo>
                    <a:pt x="160590" y="800100"/>
                  </a:lnTo>
                  <a:lnTo>
                    <a:pt x="167865" y="802640"/>
                  </a:lnTo>
                  <a:lnTo>
                    <a:pt x="182672" y="806450"/>
                  </a:lnTo>
                  <a:lnTo>
                    <a:pt x="190167" y="808990"/>
                  </a:lnTo>
                  <a:lnTo>
                    <a:pt x="212987" y="812800"/>
                  </a:lnTo>
                  <a:lnTo>
                    <a:pt x="228385" y="814070"/>
                  </a:lnTo>
                  <a:lnTo>
                    <a:pt x="3918822" y="814070"/>
                  </a:lnTo>
                  <a:lnTo>
                    <a:pt x="3914981" y="815340"/>
                  </a:lnTo>
                  <a:lnTo>
                    <a:pt x="3903289" y="817880"/>
                  </a:lnTo>
                  <a:lnTo>
                    <a:pt x="3891483" y="819150"/>
                  </a:lnTo>
                  <a:lnTo>
                    <a:pt x="3879620" y="821690"/>
                  </a:lnTo>
                  <a:close/>
                </a:path>
                <a:path w="4099559" h="821689">
                  <a:moveTo>
                    <a:pt x="3918822" y="814070"/>
                  </a:moveTo>
                  <a:lnTo>
                    <a:pt x="3871174" y="814070"/>
                  </a:lnTo>
                  <a:lnTo>
                    <a:pt x="3886572" y="812800"/>
                  </a:lnTo>
                  <a:lnTo>
                    <a:pt x="3909391" y="808990"/>
                  </a:lnTo>
                  <a:lnTo>
                    <a:pt x="3916887" y="806450"/>
                  </a:lnTo>
                  <a:lnTo>
                    <a:pt x="3931694" y="802640"/>
                  </a:lnTo>
                  <a:lnTo>
                    <a:pt x="3938969" y="800100"/>
                  </a:lnTo>
                  <a:lnTo>
                    <a:pt x="3953265" y="793750"/>
                  </a:lnTo>
                  <a:lnTo>
                    <a:pt x="3960250" y="789940"/>
                  </a:lnTo>
                  <a:lnTo>
                    <a:pt x="3973896" y="783590"/>
                  </a:lnTo>
                  <a:lnTo>
                    <a:pt x="4011556" y="755650"/>
                  </a:lnTo>
                  <a:lnTo>
                    <a:pt x="4033412" y="734060"/>
                  </a:lnTo>
                  <a:lnTo>
                    <a:pt x="4043228" y="722630"/>
                  </a:lnTo>
                  <a:lnTo>
                    <a:pt x="4067693" y="683260"/>
                  </a:lnTo>
                  <a:lnTo>
                    <a:pt x="4084013" y="640080"/>
                  </a:lnTo>
                  <a:lnTo>
                    <a:pt x="4091561" y="594360"/>
                  </a:lnTo>
                  <a:lnTo>
                    <a:pt x="4091940" y="586740"/>
                  </a:lnTo>
                  <a:lnTo>
                    <a:pt x="4091940" y="234950"/>
                  </a:lnTo>
                  <a:lnTo>
                    <a:pt x="4085891" y="189230"/>
                  </a:lnTo>
                  <a:lnTo>
                    <a:pt x="4070997" y="146050"/>
                  </a:lnTo>
                  <a:lnTo>
                    <a:pt x="4047831" y="105410"/>
                  </a:lnTo>
                  <a:lnTo>
                    <a:pt x="4033412" y="87630"/>
                  </a:lnTo>
                  <a:lnTo>
                    <a:pt x="4028223" y="81280"/>
                  </a:lnTo>
                  <a:lnTo>
                    <a:pt x="3999596" y="55880"/>
                  </a:lnTo>
                  <a:lnTo>
                    <a:pt x="3960250" y="31750"/>
                  </a:lnTo>
                  <a:lnTo>
                    <a:pt x="3953265" y="27940"/>
                  </a:lnTo>
                  <a:lnTo>
                    <a:pt x="3938969" y="21590"/>
                  </a:lnTo>
                  <a:lnTo>
                    <a:pt x="3931694" y="19050"/>
                  </a:lnTo>
                  <a:lnTo>
                    <a:pt x="3916887" y="15240"/>
                  </a:lnTo>
                  <a:lnTo>
                    <a:pt x="3909391" y="12700"/>
                  </a:lnTo>
                  <a:lnTo>
                    <a:pt x="3886572" y="8890"/>
                  </a:lnTo>
                  <a:lnTo>
                    <a:pt x="3871174" y="7620"/>
                  </a:lnTo>
                  <a:lnTo>
                    <a:pt x="3863456" y="6350"/>
                  </a:lnTo>
                  <a:lnTo>
                    <a:pt x="3914982" y="6350"/>
                  </a:lnTo>
                  <a:lnTo>
                    <a:pt x="3949032" y="17780"/>
                  </a:lnTo>
                  <a:lnTo>
                    <a:pt x="3991189" y="40640"/>
                  </a:lnTo>
                  <a:lnTo>
                    <a:pt x="4028140" y="71120"/>
                  </a:lnTo>
                  <a:lnTo>
                    <a:pt x="4058464" y="107950"/>
                  </a:lnTo>
                  <a:lnTo>
                    <a:pt x="4080998" y="149860"/>
                  </a:lnTo>
                  <a:lnTo>
                    <a:pt x="4094874" y="195580"/>
                  </a:lnTo>
                  <a:lnTo>
                    <a:pt x="4099559" y="242570"/>
                  </a:lnTo>
                  <a:lnTo>
                    <a:pt x="4099559" y="577850"/>
                  </a:lnTo>
                  <a:lnTo>
                    <a:pt x="4099354" y="586740"/>
                  </a:lnTo>
                  <a:lnTo>
                    <a:pt x="4099266" y="590550"/>
                  </a:lnTo>
                  <a:lnTo>
                    <a:pt x="4092249" y="637540"/>
                  </a:lnTo>
                  <a:lnTo>
                    <a:pt x="4076143" y="683260"/>
                  </a:lnTo>
                  <a:lnTo>
                    <a:pt x="4051565" y="723900"/>
                  </a:lnTo>
                  <a:lnTo>
                    <a:pt x="4019462" y="759460"/>
                  </a:lnTo>
                  <a:lnTo>
                    <a:pt x="3981066" y="787400"/>
                  </a:lnTo>
                  <a:lnTo>
                    <a:pt x="3949032" y="803910"/>
                  </a:lnTo>
                  <a:lnTo>
                    <a:pt x="3918822" y="81407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15304" y="4205608"/>
              <a:ext cx="153670" cy="15367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5633601" y="4440523"/>
            <a:ext cx="367157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00">
                <a:solidFill>
                  <a:srgbClr val="FFFFFF"/>
                </a:solidFill>
                <a:latin typeface="Arial Black"/>
                <a:cs typeface="Arial Black"/>
              </a:rPr>
              <a:t>Integración</a:t>
            </a:r>
            <a:r>
              <a:rPr dirty="0" sz="1050" spc="-3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110">
                <a:solidFill>
                  <a:srgbClr val="FFFFFF"/>
                </a:solidFill>
                <a:latin typeface="Arial Black"/>
                <a:cs typeface="Arial Black"/>
              </a:rPr>
              <a:t>con</a:t>
            </a:r>
            <a:r>
              <a:rPr dirty="0" sz="1050" spc="-3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120">
                <a:solidFill>
                  <a:srgbClr val="FFFFFF"/>
                </a:solidFill>
                <a:latin typeface="Arial Black"/>
                <a:cs typeface="Arial Black"/>
              </a:rPr>
              <a:t>canales</a:t>
            </a:r>
            <a:r>
              <a:rPr dirty="0" sz="105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80">
                <a:solidFill>
                  <a:srgbClr val="FFFFFF"/>
                </a:solidFill>
                <a:latin typeface="Arial Black"/>
                <a:cs typeface="Arial Black"/>
              </a:rPr>
              <a:t>de </a:t>
            </a:r>
            <a:r>
              <a:rPr dirty="0" sz="1050" spc="-105">
                <a:solidFill>
                  <a:srgbClr val="FFFFFF"/>
                </a:solidFill>
                <a:latin typeface="Arial Black"/>
                <a:cs typeface="Arial Black"/>
              </a:rPr>
              <a:t>venta</a:t>
            </a:r>
            <a:r>
              <a:rPr dirty="0" sz="1050" spc="-25">
                <a:solidFill>
                  <a:srgbClr val="FFFFFF"/>
                </a:solidFill>
                <a:latin typeface="Arial Black"/>
                <a:cs typeface="Arial Black"/>
              </a:rPr>
              <a:t> y</a:t>
            </a:r>
            <a:r>
              <a:rPr dirty="0" sz="1050" spc="-1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100">
                <a:solidFill>
                  <a:srgbClr val="FFFFFF"/>
                </a:solidFill>
                <a:latin typeface="Arial Black"/>
                <a:cs typeface="Arial Black"/>
              </a:rPr>
              <a:t>negociación</a:t>
            </a:r>
            <a:r>
              <a:rPr dirty="0" sz="1050" spc="-35">
                <a:solidFill>
                  <a:srgbClr val="FFFFFF"/>
                </a:solidFill>
                <a:latin typeface="Arial Black"/>
                <a:cs typeface="Arial Black"/>
              </a:rPr>
              <a:t> regulados</a:t>
            </a:r>
            <a:endParaRPr sz="1050">
              <a:latin typeface="Arial Black"/>
              <a:cs typeface="Arial Black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173479" y="4983472"/>
            <a:ext cx="4091940" cy="822960"/>
            <a:chOff x="1173479" y="4983472"/>
            <a:chExt cx="4091940" cy="822960"/>
          </a:xfrm>
        </p:grpSpPr>
        <p:sp>
          <p:nvSpPr>
            <p:cNvPr id="26" name="object 26"/>
            <p:cNvSpPr/>
            <p:nvPr/>
          </p:nvSpPr>
          <p:spPr>
            <a:xfrm>
              <a:off x="1173479" y="4983472"/>
              <a:ext cx="4091940" cy="822960"/>
            </a:xfrm>
            <a:custGeom>
              <a:avLst/>
              <a:gdLst/>
              <a:ahLst/>
              <a:cxnLst/>
              <a:rect l="l" t="t" r="r" b="b"/>
              <a:pathLst>
                <a:path w="4091940" h="822960">
                  <a:moveTo>
                    <a:pt x="3848099" y="822959"/>
                  </a:moveTo>
                  <a:lnTo>
                    <a:pt x="243839" y="822959"/>
                  </a:lnTo>
                  <a:lnTo>
                    <a:pt x="231860" y="822667"/>
                  </a:lnTo>
                  <a:lnTo>
                    <a:pt x="184577" y="815650"/>
                  </a:lnTo>
                  <a:lnTo>
                    <a:pt x="139571" y="799543"/>
                  </a:lnTo>
                  <a:lnTo>
                    <a:pt x="98572" y="774966"/>
                  </a:lnTo>
                  <a:lnTo>
                    <a:pt x="63155" y="742863"/>
                  </a:lnTo>
                  <a:lnTo>
                    <a:pt x="34682" y="704467"/>
                  </a:lnTo>
                  <a:lnTo>
                    <a:pt x="14247" y="661254"/>
                  </a:lnTo>
                  <a:lnTo>
                    <a:pt x="2635" y="614884"/>
                  </a:lnTo>
                  <a:lnTo>
                    <a:pt x="0" y="579119"/>
                  </a:lnTo>
                  <a:lnTo>
                    <a:pt x="0" y="243839"/>
                  </a:lnTo>
                  <a:lnTo>
                    <a:pt x="4685" y="196269"/>
                  </a:lnTo>
                  <a:lnTo>
                    <a:pt x="18561" y="150526"/>
                  </a:lnTo>
                  <a:lnTo>
                    <a:pt x="41094" y="108369"/>
                  </a:lnTo>
                  <a:lnTo>
                    <a:pt x="71419" y="71419"/>
                  </a:lnTo>
                  <a:lnTo>
                    <a:pt x="108369" y="41094"/>
                  </a:lnTo>
                  <a:lnTo>
                    <a:pt x="150526" y="18561"/>
                  </a:lnTo>
                  <a:lnTo>
                    <a:pt x="196269" y="4685"/>
                  </a:lnTo>
                  <a:lnTo>
                    <a:pt x="243839" y="0"/>
                  </a:lnTo>
                  <a:lnTo>
                    <a:pt x="3848099" y="0"/>
                  </a:lnTo>
                  <a:lnTo>
                    <a:pt x="3895670" y="4685"/>
                  </a:lnTo>
                  <a:lnTo>
                    <a:pt x="3941412" y="18561"/>
                  </a:lnTo>
                  <a:lnTo>
                    <a:pt x="3983569" y="41094"/>
                  </a:lnTo>
                  <a:lnTo>
                    <a:pt x="4020520" y="71419"/>
                  </a:lnTo>
                  <a:lnTo>
                    <a:pt x="4050844" y="108369"/>
                  </a:lnTo>
                  <a:lnTo>
                    <a:pt x="4073378" y="150526"/>
                  </a:lnTo>
                  <a:lnTo>
                    <a:pt x="4087254" y="196269"/>
                  </a:lnTo>
                  <a:lnTo>
                    <a:pt x="4091939" y="243839"/>
                  </a:lnTo>
                  <a:lnTo>
                    <a:pt x="4091939" y="579119"/>
                  </a:lnTo>
                  <a:lnTo>
                    <a:pt x="4087254" y="626690"/>
                  </a:lnTo>
                  <a:lnTo>
                    <a:pt x="4073378" y="672433"/>
                  </a:lnTo>
                  <a:lnTo>
                    <a:pt x="4050844" y="714590"/>
                  </a:lnTo>
                  <a:lnTo>
                    <a:pt x="4020520" y="751540"/>
                  </a:lnTo>
                  <a:lnTo>
                    <a:pt x="3983569" y="781865"/>
                  </a:lnTo>
                  <a:lnTo>
                    <a:pt x="3941412" y="804398"/>
                  </a:lnTo>
                  <a:lnTo>
                    <a:pt x="3895670" y="818274"/>
                  </a:lnTo>
                  <a:lnTo>
                    <a:pt x="3848099" y="82295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173479" y="4983472"/>
              <a:ext cx="4091940" cy="821690"/>
            </a:xfrm>
            <a:custGeom>
              <a:avLst/>
              <a:gdLst/>
              <a:ahLst/>
              <a:cxnLst/>
              <a:rect l="l" t="t" r="r" b="b"/>
              <a:pathLst>
                <a:path w="4091940" h="821689">
                  <a:moveTo>
                    <a:pt x="3872000" y="821690"/>
                  </a:moveTo>
                  <a:lnTo>
                    <a:pt x="219939" y="821690"/>
                  </a:lnTo>
                  <a:lnTo>
                    <a:pt x="208075" y="819150"/>
                  </a:lnTo>
                  <a:lnTo>
                    <a:pt x="196269" y="817880"/>
                  </a:lnTo>
                  <a:lnTo>
                    <a:pt x="150526" y="803910"/>
                  </a:lnTo>
                  <a:lnTo>
                    <a:pt x="108369" y="781050"/>
                  </a:lnTo>
                  <a:lnTo>
                    <a:pt x="71419" y="750570"/>
                  </a:lnTo>
                  <a:lnTo>
                    <a:pt x="41094" y="713740"/>
                  </a:lnTo>
                  <a:lnTo>
                    <a:pt x="18561" y="671830"/>
                  </a:lnTo>
                  <a:lnTo>
                    <a:pt x="4685" y="626110"/>
                  </a:lnTo>
                  <a:lnTo>
                    <a:pt x="0" y="577850"/>
                  </a:lnTo>
                  <a:lnTo>
                    <a:pt x="0" y="242570"/>
                  </a:lnTo>
                  <a:lnTo>
                    <a:pt x="195" y="234950"/>
                  </a:lnTo>
                  <a:lnTo>
                    <a:pt x="292" y="231140"/>
                  </a:lnTo>
                  <a:lnTo>
                    <a:pt x="7309" y="184150"/>
                  </a:lnTo>
                  <a:lnTo>
                    <a:pt x="23416" y="138430"/>
                  </a:lnTo>
                  <a:lnTo>
                    <a:pt x="47993" y="97790"/>
                  </a:lnTo>
                  <a:lnTo>
                    <a:pt x="80096" y="62230"/>
                  </a:lnTo>
                  <a:lnTo>
                    <a:pt x="118492" y="34290"/>
                  </a:lnTo>
                  <a:lnTo>
                    <a:pt x="184577" y="6350"/>
                  </a:lnTo>
                  <a:lnTo>
                    <a:pt x="208075" y="2540"/>
                  </a:lnTo>
                  <a:lnTo>
                    <a:pt x="219939" y="0"/>
                  </a:lnTo>
                  <a:lnTo>
                    <a:pt x="3872000" y="0"/>
                  </a:lnTo>
                  <a:lnTo>
                    <a:pt x="3883864" y="2540"/>
                  </a:lnTo>
                  <a:lnTo>
                    <a:pt x="3895670" y="3810"/>
                  </a:lnTo>
                  <a:lnTo>
                    <a:pt x="3907361" y="6350"/>
                  </a:lnTo>
                  <a:lnTo>
                    <a:pt x="3911202" y="7620"/>
                  </a:lnTo>
                  <a:lnTo>
                    <a:pt x="228385" y="7620"/>
                  </a:lnTo>
                  <a:lnTo>
                    <a:pt x="212987" y="8890"/>
                  </a:lnTo>
                  <a:lnTo>
                    <a:pt x="190167" y="12700"/>
                  </a:lnTo>
                  <a:lnTo>
                    <a:pt x="182672" y="15240"/>
                  </a:lnTo>
                  <a:lnTo>
                    <a:pt x="167865" y="19050"/>
                  </a:lnTo>
                  <a:lnTo>
                    <a:pt x="160590" y="21590"/>
                  </a:lnTo>
                  <a:lnTo>
                    <a:pt x="146294" y="27940"/>
                  </a:lnTo>
                  <a:lnTo>
                    <a:pt x="139309" y="31750"/>
                  </a:lnTo>
                  <a:lnTo>
                    <a:pt x="125663" y="38100"/>
                  </a:lnTo>
                  <a:lnTo>
                    <a:pt x="88003" y="66040"/>
                  </a:lnTo>
                  <a:lnTo>
                    <a:pt x="66147" y="87630"/>
                  </a:lnTo>
                  <a:lnTo>
                    <a:pt x="56331" y="99060"/>
                  </a:lnTo>
                  <a:lnTo>
                    <a:pt x="31865" y="138430"/>
                  </a:lnTo>
                  <a:lnTo>
                    <a:pt x="15545" y="181610"/>
                  </a:lnTo>
                  <a:lnTo>
                    <a:pt x="7999" y="227330"/>
                  </a:lnTo>
                  <a:lnTo>
                    <a:pt x="7620" y="234950"/>
                  </a:lnTo>
                  <a:lnTo>
                    <a:pt x="7620" y="586740"/>
                  </a:lnTo>
                  <a:lnTo>
                    <a:pt x="13668" y="632460"/>
                  </a:lnTo>
                  <a:lnTo>
                    <a:pt x="28561" y="675640"/>
                  </a:lnTo>
                  <a:lnTo>
                    <a:pt x="51728" y="716280"/>
                  </a:lnTo>
                  <a:lnTo>
                    <a:pt x="66147" y="734060"/>
                  </a:lnTo>
                  <a:lnTo>
                    <a:pt x="71336" y="740410"/>
                  </a:lnTo>
                  <a:lnTo>
                    <a:pt x="99964" y="765810"/>
                  </a:lnTo>
                  <a:lnTo>
                    <a:pt x="139309" y="789940"/>
                  </a:lnTo>
                  <a:lnTo>
                    <a:pt x="146294" y="793750"/>
                  </a:lnTo>
                  <a:lnTo>
                    <a:pt x="160590" y="800100"/>
                  </a:lnTo>
                  <a:lnTo>
                    <a:pt x="167865" y="802640"/>
                  </a:lnTo>
                  <a:lnTo>
                    <a:pt x="182672" y="806450"/>
                  </a:lnTo>
                  <a:lnTo>
                    <a:pt x="190167" y="808990"/>
                  </a:lnTo>
                  <a:lnTo>
                    <a:pt x="212987" y="812800"/>
                  </a:lnTo>
                  <a:lnTo>
                    <a:pt x="228385" y="814070"/>
                  </a:lnTo>
                  <a:lnTo>
                    <a:pt x="3911202" y="814070"/>
                  </a:lnTo>
                  <a:lnTo>
                    <a:pt x="3907361" y="815340"/>
                  </a:lnTo>
                  <a:lnTo>
                    <a:pt x="3895670" y="817880"/>
                  </a:lnTo>
                  <a:lnTo>
                    <a:pt x="3883864" y="819150"/>
                  </a:lnTo>
                  <a:lnTo>
                    <a:pt x="3872000" y="821690"/>
                  </a:lnTo>
                  <a:close/>
                </a:path>
                <a:path w="4091940" h="821689">
                  <a:moveTo>
                    <a:pt x="3911202" y="814070"/>
                  </a:moveTo>
                  <a:lnTo>
                    <a:pt x="3863554" y="814070"/>
                  </a:lnTo>
                  <a:lnTo>
                    <a:pt x="3878952" y="812800"/>
                  </a:lnTo>
                  <a:lnTo>
                    <a:pt x="3901771" y="808990"/>
                  </a:lnTo>
                  <a:lnTo>
                    <a:pt x="3909267" y="806450"/>
                  </a:lnTo>
                  <a:lnTo>
                    <a:pt x="3924073" y="802640"/>
                  </a:lnTo>
                  <a:lnTo>
                    <a:pt x="3931349" y="800100"/>
                  </a:lnTo>
                  <a:lnTo>
                    <a:pt x="3945644" y="793750"/>
                  </a:lnTo>
                  <a:lnTo>
                    <a:pt x="3952629" y="789940"/>
                  </a:lnTo>
                  <a:lnTo>
                    <a:pt x="3966275" y="783590"/>
                  </a:lnTo>
                  <a:lnTo>
                    <a:pt x="4003936" y="755650"/>
                  </a:lnTo>
                  <a:lnTo>
                    <a:pt x="4025792" y="734060"/>
                  </a:lnTo>
                  <a:lnTo>
                    <a:pt x="4035608" y="722630"/>
                  </a:lnTo>
                  <a:lnTo>
                    <a:pt x="4060074" y="683260"/>
                  </a:lnTo>
                  <a:lnTo>
                    <a:pt x="4076394" y="640080"/>
                  </a:lnTo>
                  <a:lnTo>
                    <a:pt x="4083940" y="594360"/>
                  </a:lnTo>
                  <a:lnTo>
                    <a:pt x="4084319" y="586740"/>
                  </a:lnTo>
                  <a:lnTo>
                    <a:pt x="4084319" y="234950"/>
                  </a:lnTo>
                  <a:lnTo>
                    <a:pt x="4078271" y="189230"/>
                  </a:lnTo>
                  <a:lnTo>
                    <a:pt x="4063377" y="146050"/>
                  </a:lnTo>
                  <a:lnTo>
                    <a:pt x="4040211" y="105410"/>
                  </a:lnTo>
                  <a:lnTo>
                    <a:pt x="4025792" y="87630"/>
                  </a:lnTo>
                  <a:lnTo>
                    <a:pt x="4020602" y="81280"/>
                  </a:lnTo>
                  <a:lnTo>
                    <a:pt x="3991975" y="55880"/>
                  </a:lnTo>
                  <a:lnTo>
                    <a:pt x="3952629" y="31750"/>
                  </a:lnTo>
                  <a:lnTo>
                    <a:pt x="3945644" y="27940"/>
                  </a:lnTo>
                  <a:lnTo>
                    <a:pt x="3931349" y="21590"/>
                  </a:lnTo>
                  <a:lnTo>
                    <a:pt x="3924073" y="19050"/>
                  </a:lnTo>
                  <a:lnTo>
                    <a:pt x="3909267" y="15240"/>
                  </a:lnTo>
                  <a:lnTo>
                    <a:pt x="3901771" y="12700"/>
                  </a:lnTo>
                  <a:lnTo>
                    <a:pt x="3878952" y="8890"/>
                  </a:lnTo>
                  <a:lnTo>
                    <a:pt x="3863554" y="7620"/>
                  </a:lnTo>
                  <a:lnTo>
                    <a:pt x="3911202" y="7620"/>
                  </a:lnTo>
                  <a:lnTo>
                    <a:pt x="3952368" y="22860"/>
                  </a:lnTo>
                  <a:lnTo>
                    <a:pt x="3993367" y="46990"/>
                  </a:lnTo>
                  <a:lnTo>
                    <a:pt x="4028783" y="80010"/>
                  </a:lnTo>
                  <a:lnTo>
                    <a:pt x="4057256" y="118110"/>
                  </a:lnTo>
                  <a:lnTo>
                    <a:pt x="4077691" y="161290"/>
                  </a:lnTo>
                  <a:lnTo>
                    <a:pt x="4089303" y="207010"/>
                  </a:lnTo>
                  <a:lnTo>
                    <a:pt x="4091939" y="242570"/>
                  </a:lnTo>
                  <a:lnTo>
                    <a:pt x="4091939" y="577850"/>
                  </a:lnTo>
                  <a:lnTo>
                    <a:pt x="4087254" y="626110"/>
                  </a:lnTo>
                  <a:lnTo>
                    <a:pt x="4073378" y="671830"/>
                  </a:lnTo>
                  <a:lnTo>
                    <a:pt x="4050844" y="713740"/>
                  </a:lnTo>
                  <a:lnTo>
                    <a:pt x="4020520" y="750570"/>
                  </a:lnTo>
                  <a:lnTo>
                    <a:pt x="3983569" y="781050"/>
                  </a:lnTo>
                  <a:lnTo>
                    <a:pt x="3941412" y="803910"/>
                  </a:lnTo>
                  <a:lnTo>
                    <a:pt x="3911202" y="81407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0965" y="5180957"/>
              <a:ext cx="153670" cy="153670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1873368" y="5415877"/>
            <a:ext cx="268859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05">
                <a:solidFill>
                  <a:srgbClr val="FFFFFF"/>
                </a:solidFill>
                <a:latin typeface="Arial Black"/>
                <a:cs typeface="Arial Black"/>
              </a:rPr>
              <a:t>Infraestructura</a:t>
            </a:r>
            <a:r>
              <a:rPr dirty="0" sz="1050" spc="-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100">
                <a:solidFill>
                  <a:srgbClr val="FFFFFF"/>
                </a:solidFill>
                <a:latin typeface="Arial Black"/>
                <a:cs typeface="Arial Black"/>
              </a:rPr>
              <a:t>tecnológica</a:t>
            </a:r>
            <a:r>
              <a:rPr dirty="0" sz="1050" spc="-1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160">
                <a:solidFill>
                  <a:srgbClr val="FFFFFF"/>
                </a:solidFill>
                <a:latin typeface="Arial Black"/>
                <a:cs typeface="Arial Black"/>
              </a:rPr>
              <a:t>a</a:t>
            </a:r>
            <a:r>
              <a:rPr dirty="0" sz="1050" spc="-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114">
                <a:solidFill>
                  <a:srgbClr val="FFFFFF"/>
                </a:solidFill>
                <a:latin typeface="Arial Black"/>
                <a:cs typeface="Arial Black"/>
              </a:rPr>
              <a:t>través</a:t>
            </a:r>
            <a:r>
              <a:rPr dirty="0" sz="1050" spc="-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8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dirty="0" sz="1050" spc="-7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25">
                <a:solidFill>
                  <a:srgbClr val="FFFFFF"/>
                </a:solidFill>
                <a:latin typeface="Arial Black"/>
                <a:cs typeface="Arial Black"/>
              </a:rPr>
              <a:t>API</a:t>
            </a:r>
            <a:endParaRPr sz="10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90306" y="2350717"/>
            <a:ext cx="697230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0" b="1">
                <a:solidFill>
                  <a:srgbClr val="1754B9"/>
                </a:solidFill>
                <a:latin typeface="Georgia"/>
                <a:cs typeface="Georgia"/>
              </a:rPr>
              <a:t>T</a:t>
            </a:r>
            <a:r>
              <a:rPr dirty="0" sz="750" spc="-7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229" b="1">
                <a:solidFill>
                  <a:srgbClr val="1754B9"/>
                </a:solidFill>
                <a:latin typeface="Georgia"/>
                <a:cs typeface="Georgia"/>
              </a:rPr>
              <a:t>O</a:t>
            </a:r>
            <a:r>
              <a:rPr dirty="0" sz="750" spc="-5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95" b="1">
                <a:solidFill>
                  <a:srgbClr val="1754B9"/>
                </a:solidFill>
                <a:latin typeface="Georgia"/>
                <a:cs typeface="Georgia"/>
              </a:rPr>
              <a:t>K</a:t>
            </a:r>
            <a:r>
              <a:rPr dirty="0" sz="750" spc="-8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50" b="1">
                <a:solidFill>
                  <a:srgbClr val="1754B9"/>
                </a:solidFill>
                <a:latin typeface="Georgia"/>
                <a:cs typeface="Georgia"/>
              </a:rPr>
              <a:t>E</a:t>
            </a:r>
            <a:r>
              <a:rPr dirty="0" sz="750" spc="-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0" b="1">
                <a:solidFill>
                  <a:srgbClr val="1754B9"/>
                </a:solidFill>
                <a:latin typeface="Georgia"/>
                <a:cs typeface="Georgia"/>
              </a:rPr>
              <a:t>N</a:t>
            </a:r>
            <a:r>
              <a:rPr dirty="0" sz="750" spc="3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40" b="1">
                <a:solidFill>
                  <a:srgbClr val="1754B9"/>
                </a:solidFill>
                <a:latin typeface="Georgia"/>
                <a:cs typeface="Georgia"/>
              </a:rPr>
              <a:t>C</a:t>
            </a:r>
            <a:r>
              <a:rPr dirty="0" sz="750" spc="-5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b="1">
                <a:solidFill>
                  <a:srgbClr val="1754B9"/>
                </a:solidFill>
                <a:latin typeface="Georgia"/>
                <a:cs typeface="Georgia"/>
              </a:rPr>
              <a:t>I</a:t>
            </a:r>
            <a:r>
              <a:rPr dirty="0" sz="750" spc="-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00" b="1">
                <a:solidFill>
                  <a:srgbClr val="1754B9"/>
                </a:solidFill>
                <a:latin typeface="Georgia"/>
                <a:cs typeface="Georgia"/>
              </a:rPr>
              <a:t>T</a:t>
            </a:r>
            <a:r>
              <a:rPr dirty="0" sz="750" spc="-7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50" b="1">
                <a:solidFill>
                  <a:srgbClr val="1754B9"/>
                </a:solidFill>
                <a:latin typeface="Georgia"/>
                <a:cs typeface="Georgia"/>
              </a:rPr>
              <a:t>Y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291766" y="2397419"/>
            <a:ext cx="2127885" cy="5899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95"/>
              <a:t>Mercados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199957" y="3027097"/>
            <a:ext cx="62839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98500" marR="5080" indent="-686435">
              <a:lnSpc>
                <a:spcPct val="121700"/>
              </a:lnSpc>
              <a:spcBef>
                <a:spcPts val="95"/>
              </a:spcBef>
            </a:pPr>
            <a:r>
              <a:rPr dirty="0" sz="1150" spc="20">
                <a:solidFill>
                  <a:srgbClr val="9CA2AF"/>
                </a:solidFill>
                <a:latin typeface="Microsoft Sans Serif"/>
                <a:cs typeface="Microsoft Sans Serif"/>
              </a:rPr>
              <a:t>Token</a:t>
            </a:r>
            <a:r>
              <a:rPr dirty="0" sz="1150" spc="8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9CA2AF"/>
                </a:solidFill>
                <a:latin typeface="Microsoft Sans Serif"/>
                <a:cs typeface="Microsoft Sans Serif"/>
              </a:rPr>
              <a:t>City</a:t>
            </a:r>
            <a:r>
              <a:rPr dirty="0" sz="1150" spc="-4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9CA2AF"/>
                </a:solidFill>
                <a:latin typeface="Microsoft Sans Serif"/>
                <a:cs typeface="Microsoft Sans Serif"/>
              </a:rPr>
              <a:t>facilita</a:t>
            </a:r>
            <a:r>
              <a:rPr dirty="0" sz="1150" spc="9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9CA2AF"/>
                </a:solidFill>
                <a:latin typeface="Microsoft Sans Serif"/>
                <a:cs typeface="Microsoft Sans Serif"/>
              </a:rPr>
              <a:t>la</a:t>
            </a:r>
            <a:r>
              <a:rPr dirty="0" sz="1150" spc="9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5">
                <a:solidFill>
                  <a:srgbClr val="9CA2AF"/>
                </a:solidFill>
                <a:latin typeface="Microsoft Sans Serif"/>
                <a:cs typeface="Microsoft Sans Serif"/>
              </a:rPr>
              <a:t>distribución</a:t>
            </a:r>
            <a:r>
              <a:rPr dirty="0" sz="1150" spc="9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80">
                <a:solidFill>
                  <a:srgbClr val="9CA2AF"/>
                </a:solidFill>
                <a:latin typeface="Microsoft Sans Serif"/>
                <a:cs typeface="Microsoft Sans Serif"/>
              </a:rPr>
              <a:t>y</a:t>
            </a:r>
            <a:r>
              <a:rPr dirty="0" sz="1150" spc="-4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45">
                <a:solidFill>
                  <a:srgbClr val="9CA2AF"/>
                </a:solidFill>
                <a:latin typeface="Microsoft Sans Serif"/>
                <a:cs typeface="Microsoft Sans Serif"/>
              </a:rPr>
              <a:t>negociación</a:t>
            </a:r>
            <a:r>
              <a:rPr dirty="0" sz="1150" spc="9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5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1150" spc="2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70">
                <a:solidFill>
                  <a:srgbClr val="9CA2AF"/>
                </a:solidFill>
                <a:latin typeface="Microsoft Sans Serif"/>
                <a:cs typeface="Microsoft Sans Serif"/>
              </a:rPr>
              <a:t>instrumentos</a:t>
            </a:r>
            <a:r>
              <a:rPr dirty="0" sz="1150" spc="1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9CA2AF"/>
                </a:solidFill>
                <a:latin typeface="Microsoft Sans Serif"/>
                <a:cs typeface="Microsoft Sans Serif"/>
              </a:rPr>
              <a:t>financieros tokenizados</a:t>
            </a:r>
            <a:r>
              <a:rPr dirty="0" sz="1150" spc="1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50">
                <a:solidFill>
                  <a:srgbClr val="9CA2AF"/>
                </a:solidFill>
                <a:latin typeface="Microsoft Sans Serif"/>
                <a:cs typeface="Microsoft Sans Serif"/>
              </a:rPr>
              <a:t>a </a:t>
            </a: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través</a:t>
            </a:r>
            <a:r>
              <a:rPr dirty="0" sz="1150" spc="3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5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1150" spc="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sus</a:t>
            </a:r>
            <a:r>
              <a:rPr dirty="0" sz="1150" spc="3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45">
                <a:solidFill>
                  <a:srgbClr val="9CA2AF"/>
                </a:solidFill>
                <a:latin typeface="Microsoft Sans Serif"/>
                <a:cs typeface="Microsoft Sans Serif"/>
              </a:rPr>
              <a:t>infraestructuras</a:t>
            </a:r>
            <a:r>
              <a:rPr dirty="0" sz="1150" spc="3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reguladas,</a:t>
            </a:r>
            <a:r>
              <a:rPr dirty="0" sz="1150" spc="10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así</a:t>
            </a:r>
            <a:r>
              <a:rPr dirty="0" sz="1150" spc="-3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85">
                <a:solidFill>
                  <a:srgbClr val="9CA2AF"/>
                </a:solidFill>
                <a:latin typeface="Microsoft Sans Serif"/>
                <a:cs typeface="Microsoft Sans Serif"/>
              </a:rPr>
              <a:t>como</a:t>
            </a:r>
            <a:r>
              <a:rPr dirty="0" sz="1150" spc="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a</a:t>
            </a:r>
            <a:r>
              <a:rPr dirty="0" sz="1150" spc="11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través</a:t>
            </a:r>
            <a:r>
              <a:rPr dirty="0" sz="1150" spc="3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5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1150" spc="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9CA2AF"/>
                </a:solidFill>
                <a:latin typeface="Microsoft Sans Serif"/>
                <a:cs typeface="Microsoft Sans Serif"/>
              </a:rPr>
              <a:t>terceros.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173479" y="3802381"/>
            <a:ext cx="2659380" cy="1234440"/>
            <a:chOff x="1173479" y="3802381"/>
            <a:chExt cx="2659380" cy="1234440"/>
          </a:xfrm>
        </p:grpSpPr>
        <p:sp>
          <p:nvSpPr>
            <p:cNvPr id="6" name="object 6"/>
            <p:cNvSpPr/>
            <p:nvPr/>
          </p:nvSpPr>
          <p:spPr>
            <a:xfrm>
              <a:off x="1173479" y="3802381"/>
              <a:ext cx="2659380" cy="1234440"/>
            </a:xfrm>
            <a:custGeom>
              <a:avLst/>
              <a:gdLst/>
              <a:ahLst/>
              <a:cxnLst/>
              <a:rect l="l" t="t" r="r" b="b"/>
              <a:pathLst>
                <a:path w="2659379" h="1234439">
                  <a:moveTo>
                    <a:pt x="2415539" y="1234439"/>
                  </a:moveTo>
                  <a:lnTo>
                    <a:pt x="243839" y="1234439"/>
                  </a:lnTo>
                  <a:lnTo>
                    <a:pt x="231860" y="1234147"/>
                  </a:lnTo>
                  <a:lnTo>
                    <a:pt x="184577" y="1227130"/>
                  </a:lnTo>
                  <a:lnTo>
                    <a:pt x="139571" y="1211023"/>
                  </a:lnTo>
                  <a:lnTo>
                    <a:pt x="98572" y="1186446"/>
                  </a:lnTo>
                  <a:lnTo>
                    <a:pt x="63155" y="1154343"/>
                  </a:lnTo>
                  <a:lnTo>
                    <a:pt x="34682" y="1115946"/>
                  </a:lnTo>
                  <a:lnTo>
                    <a:pt x="14247" y="1072733"/>
                  </a:lnTo>
                  <a:lnTo>
                    <a:pt x="2635" y="1026364"/>
                  </a:lnTo>
                  <a:lnTo>
                    <a:pt x="0" y="990599"/>
                  </a:lnTo>
                  <a:lnTo>
                    <a:pt x="0" y="243839"/>
                  </a:lnTo>
                  <a:lnTo>
                    <a:pt x="4685" y="196269"/>
                  </a:lnTo>
                  <a:lnTo>
                    <a:pt x="18561" y="150526"/>
                  </a:lnTo>
                  <a:lnTo>
                    <a:pt x="41094" y="108369"/>
                  </a:lnTo>
                  <a:lnTo>
                    <a:pt x="71419" y="71419"/>
                  </a:lnTo>
                  <a:lnTo>
                    <a:pt x="108369" y="41094"/>
                  </a:lnTo>
                  <a:lnTo>
                    <a:pt x="150526" y="18561"/>
                  </a:lnTo>
                  <a:lnTo>
                    <a:pt x="196269" y="4685"/>
                  </a:lnTo>
                  <a:lnTo>
                    <a:pt x="243839" y="0"/>
                  </a:lnTo>
                  <a:lnTo>
                    <a:pt x="2415539" y="0"/>
                  </a:lnTo>
                  <a:lnTo>
                    <a:pt x="2463110" y="4685"/>
                  </a:lnTo>
                  <a:lnTo>
                    <a:pt x="2508853" y="18561"/>
                  </a:lnTo>
                  <a:lnTo>
                    <a:pt x="2551009" y="41094"/>
                  </a:lnTo>
                  <a:lnTo>
                    <a:pt x="2587960" y="71419"/>
                  </a:lnTo>
                  <a:lnTo>
                    <a:pt x="2618284" y="108369"/>
                  </a:lnTo>
                  <a:lnTo>
                    <a:pt x="2640818" y="150526"/>
                  </a:lnTo>
                  <a:lnTo>
                    <a:pt x="2654694" y="196269"/>
                  </a:lnTo>
                  <a:lnTo>
                    <a:pt x="2659379" y="243839"/>
                  </a:lnTo>
                  <a:lnTo>
                    <a:pt x="2659379" y="990599"/>
                  </a:lnTo>
                  <a:lnTo>
                    <a:pt x="2654694" y="1038170"/>
                  </a:lnTo>
                  <a:lnTo>
                    <a:pt x="2640818" y="1083913"/>
                  </a:lnTo>
                  <a:lnTo>
                    <a:pt x="2618284" y="1126070"/>
                  </a:lnTo>
                  <a:lnTo>
                    <a:pt x="2587960" y="1163020"/>
                  </a:lnTo>
                  <a:lnTo>
                    <a:pt x="2551009" y="1193345"/>
                  </a:lnTo>
                  <a:lnTo>
                    <a:pt x="2508853" y="1215878"/>
                  </a:lnTo>
                  <a:lnTo>
                    <a:pt x="2463110" y="1229754"/>
                  </a:lnTo>
                  <a:lnTo>
                    <a:pt x="2415539" y="123443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173479" y="3802381"/>
              <a:ext cx="2659380" cy="1233170"/>
            </a:xfrm>
            <a:custGeom>
              <a:avLst/>
              <a:gdLst/>
              <a:ahLst/>
              <a:cxnLst/>
              <a:rect l="l" t="t" r="r" b="b"/>
              <a:pathLst>
                <a:path w="2659379" h="1233170">
                  <a:moveTo>
                    <a:pt x="2439440" y="1233170"/>
                  </a:moveTo>
                  <a:lnTo>
                    <a:pt x="219939" y="1233170"/>
                  </a:lnTo>
                  <a:lnTo>
                    <a:pt x="208075" y="1230630"/>
                  </a:lnTo>
                  <a:lnTo>
                    <a:pt x="196269" y="1229360"/>
                  </a:lnTo>
                  <a:lnTo>
                    <a:pt x="150526" y="1215390"/>
                  </a:lnTo>
                  <a:lnTo>
                    <a:pt x="108369" y="1192530"/>
                  </a:lnTo>
                  <a:lnTo>
                    <a:pt x="71419" y="1162050"/>
                  </a:lnTo>
                  <a:lnTo>
                    <a:pt x="41094" y="1125220"/>
                  </a:lnTo>
                  <a:lnTo>
                    <a:pt x="18561" y="1083310"/>
                  </a:lnTo>
                  <a:lnTo>
                    <a:pt x="4685" y="1037590"/>
                  </a:lnTo>
                  <a:lnTo>
                    <a:pt x="0" y="989330"/>
                  </a:lnTo>
                  <a:lnTo>
                    <a:pt x="0" y="242570"/>
                  </a:lnTo>
                  <a:lnTo>
                    <a:pt x="195" y="234950"/>
                  </a:lnTo>
                  <a:lnTo>
                    <a:pt x="292" y="231140"/>
                  </a:lnTo>
                  <a:lnTo>
                    <a:pt x="7309" y="184150"/>
                  </a:lnTo>
                  <a:lnTo>
                    <a:pt x="23416" y="138430"/>
                  </a:lnTo>
                  <a:lnTo>
                    <a:pt x="47993" y="97790"/>
                  </a:lnTo>
                  <a:lnTo>
                    <a:pt x="80096" y="62230"/>
                  </a:lnTo>
                  <a:lnTo>
                    <a:pt x="118492" y="34290"/>
                  </a:lnTo>
                  <a:lnTo>
                    <a:pt x="184577" y="6350"/>
                  </a:lnTo>
                  <a:lnTo>
                    <a:pt x="208075" y="2540"/>
                  </a:lnTo>
                  <a:lnTo>
                    <a:pt x="219939" y="0"/>
                  </a:lnTo>
                  <a:lnTo>
                    <a:pt x="2439440" y="0"/>
                  </a:lnTo>
                  <a:lnTo>
                    <a:pt x="2451304" y="2540"/>
                  </a:lnTo>
                  <a:lnTo>
                    <a:pt x="2463110" y="3810"/>
                  </a:lnTo>
                  <a:lnTo>
                    <a:pt x="2474802" y="6350"/>
                  </a:lnTo>
                  <a:lnTo>
                    <a:pt x="236103" y="6350"/>
                  </a:lnTo>
                  <a:lnTo>
                    <a:pt x="228385" y="7620"/>
                  </a:lnTo>
                  <a:lnTo>
                    <a:pt x="212987" y="8890"/>
                  </a:lnTo>
                  <a:lnTo>
                    <a:pt x="190167" y="12700"/>
                  </a:lnTo>
                  <a:lnTo>
                    <a:pt x="182672" y="15240"/>
                  </a:lnTo>
                  <a:lnTo>
                    <a:pt x="167865" y="19050"/>
                  </a:lnTo>
                  <a:lnTo>
                    <a:pt x="160590" y="21590"/>
                  </a:lnTo>
                  <a:lnTo>
                    <a:pt x="146294" y="27940"/>
                  </a:lnTo>
                  <a:lnTo>
                    <a:pt x="139309" y="31750"/>
                  </a:lnTo>
                  <a:lnTo>
                    <a:pt x="125663" y="38100"/>
                  </a:lnTo>
                  <a:lnTo>
                    <a:pt x="88003" y="66040"/>
                  </a:lnTo>
                  <a:lnTo>
                    <a:pt x="66147" y="87630"/>
                  </a:lnTo>
                  <a:lnTo>
                    <a:pt x="56331" y="99060"/>
                  </a:lnTo>
                  <a:lnTo>
                    <a:pt x="31865" y="138430"/>
                  </a:lnTo>
                  <a:lnTo>
                    <a:pt x="15545" y="181610"/>
                  </a:lnTo>
                  <a:lnTo>
                    <a:pt x="7999" y="227330"/>
                  </a:lnTo>
                  <a:lnTo>
                    <a:pt x="7620" y="234950"/>
                  </a:lnTo>
                  <a:lnTo>
                    <a:pt x="7620" y="998220"/>
                  </a:lnTo>
                  <a:lnTo>
                    <a:pt x="13668" y="1043940"/>
                  </a:lnTo>
                  <a:lnTo>
                    <a:pt x="28561" y="1087120"/>
                  </a:lnTo>
                  <a:lnTo>
                    <a:pt x="51728" y="1127760"/>
                  </a:lnTo>
                  <a:lnTo>
                    <a:pt x="66147" y="1145540"/>
                  </a:lnTo>
                  <a:lnTo>
                    <a:pt x="71336" y="1151890"/>
                  </a:lnTo>
                  <a:lnTo>
                    <a:pt x="99964" y="1177290"/>
                  </a:lnTo>
                  <a:lnTo>
                    <a:pt x="139309" y="1201420"/>
                  </a:lnTo>
                  <a:lnTo>
                    <a:pt x="146294" y="1205230"/>
                  </a:lnTo>
                  <a:lnTo>
                    <a:pt x="160590" y="1211580"/>
                  </a:lnTo>
                  <a:lnTo>
                    <a:pt x="167865" y="1214120"/>
                  </a:lnTo>
                  <a:lnTo>
                    <a:pt x="182672" y="1217930"/>
                  </a:lnTo>
                  <a:lnTo>
                    <a:pt x="190167" y="1220470"/>
                  </a:lnTo>
                  <a:lnTo>
                    <a:pt x="212987" y="1224280"/>
                  </a:lnTo>
                  <a:lnTo>
                    <a:pt x="228385" y="1225550"/>
                  </a:lnTo>
                  <a:lnTo>
                    <a:pt x="2478642" y="1225550"/>
                  </a:lnTo>
                  <a:lnTo>
                    <a:pt x="2474802" y="1226820"/>
                  </a:lnTo>
                  <a:lnTo>
                    <a:pt x="2463110" y="1229360"/>
                  </a:lnTo>
                  <a:lnTo>
                    <a:pt x="2451304" y="1230630"/>
                  </a:lnTo>
                  <a:lnTo>
                    <a:pt x="2439440" y="1233170"/>
                  </a:lnTo>
                  <a:close/>
                </a:path>
                <a:path w="2659379" h="1233170">
                  <a:moveTo>
                    <a:pt x="2478642" y="1225550"/>
                  </a:moveTo>
                  <a:lnTo>
                    <a:pt x="2430994" y="1225550"/>
                  </a:lnTo>
                  <a:lnTo>
                    <a:pt x="2446392" y="1224280"/>
                  </a:lnTo>
                  <a:lnTo>
                    <a:pt x="2469212" y="1220470"/>
                  </a:lnTo>
                  <a:lnTo>
                    <a:pt x="2476707" y="1217930"/>
                  </a:lnTo>
                  <a:lnTo>
                    <a:pt x="2491514" y="1214120"/>
                  </a:lnTo>
                  <a:lnTo>
                    <a:pt x="2498789" y="1211580"/>
                  </a:lnTo>
                  <a:lnTo>
                    <a:pt x="2513084" y="1205230"/>
                  </a:lnTo>
                  <a:lnTo>
                    <a:pt x="2520070" y="1201420"/>
                  </a:lnTo>
                  <a:lnTo>
                    <a:pt x="2533716" y="1195070"/>
                  </a:lnTo>
                  <a:lnTo>
                    <a:pt x="2571376" y="1167130"/>
                  </a:lnTo>
                  <a:lnTo>
                    <a:pt x="2593232" y="1145540"/>
                  </a:lnTo>
                  <a:lnTo>
                    <a:pt x="2603048" y="1134110"/>
                  </a:lnTo>
                  <a:lnTo>
                    <a:pt x="2627514" y="1094740"/>
                  </a:lnTo>
                  <a:lnTo>
                    <a:pt x="2643834" y="1051560"/>
                  </a:lnTo>
                  <a:lnTo>
                    <a:pt x="2651380" y="1005840"/>
                  </a:lnTo>
                  <a:lnTo>
                    <a:pt x="2651760" y="998220"/>
                  </a:lnTo>
                  <a:lnTo>
                    <a:pt x="2651760" y="234950"/>
                  </a:lnTo>
                  <a:lnTo>
                    <a:pt x="2645711" y="189230"/>
                  </a:lnTo>
                  <a:lnTo>
                    <a:pt x="2630817" y="146050"/>
                  </a:lnTo>
                  <a:lnTo>
                    <a:pt x="2607651" y="105410"/>
                  </a:lnTo>
                  <a:lnTo>
                    <a:pt x="2593232" y="87630"/>
                  </a:lnTo>
                  <a:lnTo>
                    <a:pt x="2588043" y="81280"/>
                  </a:lnTo>
                  <a:lnTo>
                    <a:pt x="2559415" y="55880"/>
                  </a:lnTo>
                  <a:lnTo>
                    <a:pt x="2520070" y="31750"/>
                  </a:lnTo>
                  <a:lnTo>
                    <a:pt x="2513084" y="27940"/>
                  </a:lnTo>
                  <a:lnTo>
                    <a:pt x="2498789" y="21590"/>
                  </a:lnTo>
                  <a:lnTo>
                    <a:pt x="2491514" y="19050"/>
                  </a:lnTo>
                  <a:lnTo>
                    <a:pt x="2476707" y="15240"/>
                  </a:lnTo>
                  <a:lnTo>
                    <a:pt x="2469211" y="12700"/>
                  </a:lnTo>
                  <a:lnTo>
                    <a:pt x="2446392" y="8890"/>
                  </a:lnTo>
                  <a:lnTo>
                    <a:pt x="2430994" y="7620"/>
                  </a:lnTo>
                  <a:lnTo>
                    <a:pt x="2423276" y="6350"/>
                  </a:lnTo>
                  <a:lnTo>
                    <a:pt x="2474802" y="6350"/>
                  </a:lnTo>
                  <a:lnTo>
                    <a:pt x="2508853" y="17780"/>
                  </a:lnTo>
                  <a:lnTo>
                    <a:pt x="2551009" y="40640"/>
                  </a:lnTo>
                  <a:lnTo>
                    <a:pt x="2587960" y="71120"/>
                  </a:lnTo>
                  <a:lnTo>
                    <a:pt x="2618284" y="107950"/>
                  </a:lnTo>
                  <a:lnTo>
                    <a:pt x="2640818" y="149860"/>
                  </a:lnTo>
                  <a:lnTo>
                    <a:pt x="2654694" y="195580"/>
                  </a:lnTo>
                  <a:lnTo>
                    <a:pt x="2659379" y="242570"/>
                  </a:lnTo>
                  <a:lnTo>
                    <a:pt x="2659379" y="989330"/>
                  </a:lnTo>
                  <a:lnTo>
                    <a:pt x="2654694" y="1037590"/>
                  </a:lnTo>
                  <a:lnTo>
                    <a:pt x="2640818" y="1083310"/>
                  </a:lnTo>
                  <a:lnTo>
                    <a:pt x="2618284" y="1125220"/>
                  </a:lnTo>
                  <a:lnTo>
                    <a:pt x="2587960" y="1162050"/>
                  </a:lnTo>
                  <a:lnTo>
                    <a:pt x="2551009" y="1192530"/>
                  </a:lnTo>
                  <a:lnTo>
                    <a:pt x="2508853" y="1215390"/>
                  </a:lnTo>
                  <a:lnTo>
                    <a:pt x="2478642" y="122555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416962" y="4037967"/>
              <a:ext cx="138430" cy="153035"/>
            </a:xfrm>
            <a:custGeom>
              <a:avLst/>
              <a:gdLst/>
              <a:ahLst/>
              <a:cxnLst/>
              <a:rect l="l" t="t" r="r" b="b"/>
              <a:pathLst>
                <a:path w="138430" h="153035">
                  <a:moveTo>
                    <a:pt x="53697" y="122553"/>
                  </a:moveTo>
                  <a:lnTo>
                    <a:pt x="53697" y="69213"/>
                  </a:lnTo>
                </a:path>
                <a:path w="138430" h="153035">
                  <a:moveTo>
                    <a:pt x="62224" y="2195"/>
                  </a:moveTo>
                  <a:lnTo>
                    <a:pt x="66699" y="0"/>
                  </a:lnTo>
                  <a:lnTo>
                    <a:pt x="71175" y="0"/>
                  </a:lnTo>
                  <a:lnTo>
                    <a:pt x="75650" y="2195"/>
                  </a:lnTo>
                  <a:lnTo>
                    <a:pt x="135391" y="31502"/>
                  </a:lnTo>
                  <a:lnTo>
                    <a:pt x="137205" y="32391"/>
                  </a:lnTo>
                  <a:lnTo>
                    <a:pt x="137884" y="33820"/>
                  </a:lnTo>
                  <a:lnTo>
                    <a:pt x="137425" y="35788"/>
                  </a:lnTo>
                  <a:lnTo>
                    <a:pt x="136967" y="37755"/>
                  </a:lnTo>
                  <a:lnTo>
                    <a:pt x="135728" y="38737"/>
                  </a:lnTo>
                  <a:lnTo>
                    <a:pt x="133707" y="38733"/>
                  </a:lnTo>
                  <a:lnTo>
                    <a:pt x="4167" y="38733"/>
                  </a:lnTo>
                  <a:lnTo>
                    <a:pt x="2148" y="38733"/>
                  </a:lnTo>
                  <a:lnTo>
                    <a:pt x="911" y="37750"/>
                  </a:lnTo>
                  <a:lnTo>
                    <a:pt x="455" y="35784"/>
                  </a:lnTo>
                  <a:lnTo>
                    <a:pt x="0" y="33817"/>
                  </a:lnTo>
                  <a:lnTo>
                    <a:pt x="678" y="32390"/>
                  </a:lnTo>
                  <a:lnTo>
                    <a:pt x="2491" y="31502"/>
                  </a:lnTo>
                  <a:lnTo>
                    <a:pt x="62224" y="2195"/>
                  </a:lnTo>
                  <a:close/>
                </a:path>
                <a:path w="138430" h="153035">
                  <a:moveTo>
                    <a:pt x="84177" y="122553"/>
                  </a:moveTo>
                  <a:lnTo>
                    <a:pt x="84177" y="69213"/>
                  </a:lnTo>
                </a:path>
                <a:path w="138430" h="153035">
                  <a:moveTo>
                    <a:pt x="114657" y="122553"/>
                  </a:moveTo>
                  <a:lnTo>
                    <a:pt x="114657" y="69213"/>
                  </a:lnTo>
                </a:path>
                <a:path w="138430" h="153035">
                  <a:moveTo>
                    <a:pt x="357" y="153033"/>
                  </a:moveTo>
                  <a:lnTo>
                    <a:pt x="137517" y="153033"/>
                  </a:lnTo>
                </a:path>
                <a:path w="138430" h="153035">
                  <a:moveTo>
                    <a:pt x="23217" y="122553"/>
                  </a:moveTo>
                  <a:lnTo>
                    <a:pt x="23217" y="69213"/>
                  </a:lnTo>
                </a:path>
              </a:pathLst>
            </a:custGeom>
            <a:ln w="15239">
              <a:solidFill>
                <a:srgbClr val="4D8C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500465" y="4258846"/>
            <a:ext cx="2011680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71780" marR="5080" indent="-259715">
              <a:lnSpc>
                <a:spcPct val="114300"/>
              </a:lnSpc>
              <a:spcBef>
                <a:spcPts val="95"/>
              </a:spcBef>
            </a:pPr>
            <a:r>
              <a:rPr dirty="0" sz="1050" spc="-120">
                <a:solidFill>
                  <a:srgbClr val="FFFFFF"/>
                </a:solidFill>
                <a:latin typeface="Arial Black"/>
                <a:cs typeface="Arial Black"/>
              </a:rPr>
              <a:t>Token</a:t>
            </a:r>
            <a:r>
              <a:rPr dirty="0" sz="1050" spc="-3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75">
                <a:solidFill>
                  <a:srgbClr val="FFFFFF"/>
                </a:solidFill>
                <a:latin typeface="Arial Black"/>
                <a:cs typeface="Arial Black"/>
              </a:rPr>
              <a:t>City</a:t>
            </a:r>
            <a:r>
              <a:rPr dirty="0" sz="1050" spc="-1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90">
                <a:solidFill>
                  <a:srgbClr val="FFFFFF"/>
                </a:solidFill>
                <a:latin typeface="Arial Black"/>
                <a:cs typeface="Arial Black"/>
              </a:rPr>
              <a:t>European</a:t>
            </a:r>
            <a:r>
              <a:rPr dirty="0" sz="1050" spc="-3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80">
                <a:solidFill>
                  <a:srgbClr val="FFFFFF"/>
                </a:solidFill>
                <a:latin typeface="Arial Black"/>
                <a:cs typeface="Arial Black"/>
              </a:rPr>
              <a:t>Exchange </a:t>
            </a:r>
            <a:r>
              <a:rPr dirty="0" sz="1050" spc="-135">
                <a:solidFill>
                  <a:srgbClr val="FFFFFF"/>
                </a:solidFill>
                <a:latin typeface="Arial Black"/>
                <a:cs typeface="Arial Black"/>
              </a:rPr>
              <a:t>AV,</a:t>
            </a:r>
            <a:r>
              <a:rPr dirty="0" sz="1050" spc="-4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90">
                <a:solidFill>
                  <a:srgbClr val="FFFFFF"/>
                </a:solidFill>
                <a:latin typeface="Arial Black"/>
                <a:cs typeface="Arial Black"/>
              </a:rPr>
              <a:t>Agencia</a:t>
            </a:r>
            <a:r>
              <a:rPr dirty="0" sz="1050" spc="-4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7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dirty="0" sz="1050" spc="-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Arial Black"/>
                <a:cs typeface="Arial Black"/>
              </a:rPr>
              <a:t>Valores</a:t>
            </a:r>
            <a:endParaRPr sz="1050">
              <a:latin typeface="Arial Black"/>
              <a:cs typeface="Arial Black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015739" y="3802381"/>
            <a:ext cx="2659380" cy="1234440"/>
            <a:chOff x="4015739" y="3802381"/>
            <a:chExt cx="2659380" cy="1234440"/>
          </a:xfrm>
        </p:grpSpPr>
        <p:sp>
          <p:nvSpPr>
            <p:cNvPr id="11" name="object 11"/>
            <p:cNvSpPr/>
            <p:nvPr/>
          </p:nvSpPr>
          <p:spPr>
            <a:xfrm>
              <a:off x="4015739" y="3802381"/>
              <a:ext cx="2659380" cy="1234440"/>
            </a:xfrm>
            <a:custGeom>
              <a:avLst/>
              <a:gdLst/>
              <a:ahLst/>
              <a:cxnLst/>
              <a:rect l="l" t="t" r="r" b="b"/>
              <a:pathLst>
                <a:path w="2659379" h="1234439">
                  <a:moveTo>
                    <a:pt x="2415539" y="1234439"/>
                  </a:moveTo>
                  <a:lnTo>
                    <a:pt x="243839" y="1234439"/>
                  </a:lnTo>
                  <a:lnTo>
                    <a:pt x="231860" y="1234147"/>
                  </a:lnTo>
                  <a:lnTo>
                    <a:pt x="184577" y="1227130"/>
                  </a:lnTo>
                  <a:lnTo>
                    <a:pt x="139571" y="1211023"/>
                  </a:lnTo>
                  <a:lnTo>
                    <a:pt x="98572" y="1186446"/>
                  </a:lnTo>
                  <a:lnTo>
                    <a:pt x="63155" y="1154343"/>
                  </a:lnTo>
                  <a:lnTo>
                    <a:pt x="34682" y="1115946"/>
                  </a:lnTo>
                  <a:lnTo>
                    <a:pt x="14247" y="1072733"/>
                  </a:lnTo>
                  <a:lnTo>
                    <a:pt x="2635" y="1026364"/>
                  </a:lnTo>
                  <a:lnTo>
                    <a:pt x="0" y="990599"/>
                  </a:lnTo>
                  <a:lnTo>
                    <a:pt x="0" y="243839"/>
                  </a:lnTo>
                  <a:lnTo>
                    <a:pt x="4685" y="196269"/>
                  </a:lnTo>
                  <a:lnTo>
                    <a:pt x="18561" y="150526"/>
                  </a:lnTo>
                  <a:lnTo>
                    <a:pt x="41094" y="108369"/>
                  </a:lnTo>
                  <a:lnTo>
                    <a:pt x="71419" y="71419"/>
                  </a:lnTo>
                  <a:lnTo>
                    <a:pt x="108369" y="41094"/>
                  </a:lnTo>
                  <a:lnTo>
                    <a:pt x="150526" y="18561"/>
                  </a:lnTo>
                  <a:lnTo>
                    <a:pt x="196269" y="4685"/>
                  </a:lnTo>
                  <a:lnTo>
                    <a:pt x="243839" y="0"/>
                  </a:lnTo>
                  <a:lnTo>
                    <a:pt x="2415539" y="0"/>
                  </a:lnTo>
                  <a:lnTo>
                    <a:pt x="2463110" y="4685"/>
                  </a:lnTo>
                  <a:lnTo>
                    <a:pt x="2508853" y="18561"/>
                  </a:lnTo>
                  <a:lnTo>
                    <a:pt x="2551009" y="41094"/>
                  </a:lnTo>
                  <a:lnTo>
                    <a:pt x="2587960" y="71419"/>
                  </a:lnTo>
                  <a:lnTo>
                    <a:pt x="2618285" y="108369"/>
                  </a:lnTo>
                  <a:lnTo>
                    <a:pt x="2640818" y="150526"/>
                  </a:lnTo>
                  <a:lnTo>
                    <a:pt x="2654694" y="196269"/>
                  </a:lnTo>
                  <a:lnTo>
                    <a:pt x="2659379" y="243839"/>
                  </a:lnTo>
                  <a:lnTo>
                    <a:pt x="2659379" y="990599"/>
                  </a:lnTo>
                  <a:lnTo>
                    <a:pt x="2654694" y="1038170"/>
                  </a:lnTo>
                  <a:lnTo>
                    <a:pt x="2640818" y="1083913"/>
                  </a:lnTo>
                  <a:lnTo>
                    <a:pt x="2618285" y="1126070"/>
                  </a:lnTo>
                  <a:lnTo>
                    <a:pt x="2587960" y="1163020"/>
                  </a:lnTo>
                  <a:lnTo>
                    <a:pt x="2551009" y="1193345"/>
                  </a:lnTo>
                  <a:lnTo>
                    <a:pt x="2508853" y="1215878"/>
                  </a:lnTo>
                  <a:lnTo>
                    <a:pt x="2463110" y="1229754"/>
                  </a:lnTo>
                  <a:lnTo>
                    <a:pt x="2415539" y="123443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015739" y="3802381"/>
              <a:ext cx="2659380" cy="1233170"/>
            </a:xfrm>
            <a:custGeom>
              <a:avLst/>
              <a:gdLst/>
              <a:ahLst/>
              <a:cxnLst/>
              <a:rect l="l" t="t" r="r" b="b"/>
              <a:pathLst>
                <a:path w="2659379" h="1233170">
                  <a:moveTo>
                    <a:pt x="2439440" y="1233170"/>
                  </a:moveTo>
                  <a:lnTo>
                    <a:pt x="219939" y="1233170"/>
                  </a:lnTo>
                  <a:lnTo>
                    <a:pt x="208075" y="1230630"/>
                  </a:lnTo>
                  <a:lnTo>
                    <a:pt x="196269" y="1229360"/>
                  </a:lnTo>
                  <a:lnTo>
                    <a:pt x="150526" y="1215390"/>
                  </a:lnTo>
                  <a:lnTo>
                    <a:pt x="108369" y="1192530"/>
                  </a:lnTo>
                  <a:lnTo>
                    <a:pt x="71419" y="1162050"/>
                  </a:lnTo>
                  <a:lnTo>
                    <a:pt x="41094" y="1125220"/>
                  </a:lnTo>
                  <a:lnTo>
                    <a:pt x="18561" y="1083310"/>
                  </a:lnTo>
                  <a:lnTo>
                    <a:pt x="4685" y="1037590"/>
                  </a:lnTo>
                  <a:lnTo>
                    <a:pt x="0" y="989330"/>
                  </a:lnTo>
                  <a:lnTo>
                    <a:pt x="0" y="242570"/>
                  </a:lnTo>
                  <a:lnTo>
                    <a:pt x="195" y="234950"/>
                  </a:lnTo>
                  <a:lnTo>
                    <a:pt x="292" y="231140"/>
                  </a:lnTo>
                  <a:lnTo>
                    <a:pt x="7309" y="184150"/>
                  </a:lnTo>
                  <a:lnTo>
                    <a:pt x="23416" y="138430"/>
                  </a:lnTo>
                  <a:lnTo>
                    <a:pt x="47993" y="97790"/>
                  </a:lnTo>
                  <a:lnTo>
                    <a:pt x="80096" y="62230"/>
                  </a:lnTo>
                  <a:lnTo>
                    <a:pt x="118492" y="34290"/>
                  </a:lnTo>
                  <a:lnTo>
                    <a:pt x="184577" y="6350"/>
                  </a:lnTo>
                  <a:lnTo>
                    <a:pt x="208075" y="2540"/>
                  </a:lnTo>
                  <a:lnTo>
                    <a:pt x="219939" y="0"/>
                  </a:lnTo>
                  <a:lnTo>
                    <a:pt x="2439440" y="0"/>
                  </a:lnTo>
                  <a:lnTo>
                    <a:pt x="2451304" y="2540"/>
                  </a:lnTo>
                  <a:lnTo>
                    <a:pt x="2463110" y="3810"/>
                  </a:lnTo>
                  <a:lnTo>
                    <a:pt x="2474802" y="6350"/>
                  </a:lnTo>
                  <a:lnTo>
                    <a:pt x="236103" y="6350"/>
                  </a:lnTo>
                  <a:lnTo>
                    <a:pt x="228385" y="7620"/>
                  </a:lnTo>
                  <a:lnTo>
                    <a:pt x="212987" y="8890"/>
                  </a:lnTo>
                  <a:lnTo>
                    <a:pt x="190167" y="12700"/>
                  </a:lnTo>
                  <a:lnTo>
                    <a:pt x="182672" y="15240"/>
                  </a:lnTo>
                  <a:lnTo>
                    <a:pt x="167865" y="19050"/>
                  </a:lnTo>
                  <a:lnTo>
                    <a:pt x="160590" y="21590"/>
                  </a:lnTo>
                  <a:lnTo>
                    <a:pt x="146294" y="27940"/>
                  </a:lnTo>
                  <a:lnTo>
                    <a:pt x="139309" y="31750"/>
                  </a:lnTo>
                  <a:lnTo>
                    <a:pt x="125663" y="38100"/>
                  </a:lnTo>
                  <a:lnTo>
                    <a:pt x="88003" y="66040"/>
                  </a:lnTo>
                  <a:lnTo>
                    <a:pt x="66147" y="87630"/>
                  </a:lnTo>
                  <a:lnTo>
                    <a:pt x="56331" y="99060"/>
                  </a:lnTo>
                  <a:lnTo>
                    <a:pt x="31865" y="138430"/>
                  </a:lnTo>
                  <a:lnTo>
                    <a:pt x="15545" y="181610"/>
                  </a:lnTo>
                  <a:lnTo>
                    <a:pt x="7999" y="227330"/>
                  </a:lnTo>
                  <a:lnTo>
                    <a:pt x="7619" y="234950"/>
                  </a:lnTo>
                  <a:lnTo>
                    <a:pt x="7619" y="998220"/>
                  </a:lnTo>
                  <a:lnTo>
                    <a:pt x="13668" y="1043940"/>
                  </a:lnTo>
                  <a:lnTo>
                    <a:pt x="28561" y="1087120"/>
                  </a:lnTo>
                  <a:lnTo>
                    <a:pt x="51728" y="1127760"/>
                  </a:lnTo>
                  <a:lnTo>
                    <a:pt x="66147" y="1145540"/>
                  </a:lnTo>
                  <a:lnTo>
                    <a:pt x="71336" y="1151890"/>
                  </a:lnTo>
                  <a:lnTo>
                    <a:pt x="99964" y="1177290"/>
                  </a:lnTo>
                  <a:lnTo>
                    <a:pt x="139309" y="1201420"/>
                  </a:lnTo>
                  <a:lnTo>
                    <a:pt x="146294" y="1205230"/>
                  </a:lnTo>
                  <a:lnTo>
                    <a:pt x="160590" y="1211580"/>
                  </a:lnTo>
                  <a:lnTo>
                    <a:pt x="167865" y="1214120"/>
                  </a:lnTo>
                  <a:lnTo>
                    <a:pt x="182672" y="1217930"/>
                  </a:lnTo>
                  <a:lnTo>
                    <a:pt x="190167" y="1220470"/>
                  </a:lnTo>
                  <a:lnTo>
                    <a:pt x="212987" y="1224280"/>
                  </a:lnTo>
                  <a:lnTo>
                    <a:pt x="228385" y="1225550"/>
                  </a:lnTo>
                  <a:lnTo>
                    <a:pt x="2478642" y="1225550"/>
                  </a:lnTo>
                  <a:lnTo>
                    <a:pt x="2474802" y="1226820"/>
                  </a:lnTo>
                  <a:lnTo>
                    <a:pt x="2463110" y="1229360"/>
                  </a:lnTo>
                  <a:lnTo>
                    <a:pt x="2451304" y="1230630"/>
                  </a:lnTo>
                  <a:lnTo>
                    <a:pt x="2439440" y="1233170"/>
                  </a:lnTo>
                  <a:close/>
                </a:path>
                <a:path w="2659379" h="1233170">
                  <a:moveTo>
                    <a:pt x="2478642" y="1225550"/>
                  </a:moveTo>
                  <a:lnTo>
                    <a:pt x="2430994" y="1225550"/>
                  </a:lnTo>
                  <a:lnTo>
                    <a:pt x="2446392" y="1224280"/>
                  </a:lnTo>
                  <a:lnTo>
                    <a:pt x="2469211" y="1220470"/>
                  </a:lnTo>
                  <a:lnTo>
                    <a:pt x="2476707" y="1217930"/>
                  </a:lnTo>
                  <a:lnTo>
                    <a:pt x="2491514" y="1214120"/>
                  </a:lnTo>
                  <a:lnTo>
                    <a:pt x="2498789" y="1211580"/>
                  </a:lnTo>
                  <a:lnTo>
                    <a:pt x="2513084" y="1205230"/>
                  </a:lnTo>
                  <a:lnTo>
                    <a:pt x="2520070" y="1201420"/>
                  </a:lnTo>
                  <a:lnTo>
                    <a:pt x="2533716" y="1195070"/>
                  </a:lnTo>
                  <a:lnTo>
                    <a:pt x="2571376" y="1167130"/>
                  </a:lnTo>
                  <a:lnTo>
                    <a:pt x="2593232" y="1145540"/>
                  </a:lnTo>
                  <a:lnTo>
                    <a:pt x="2603048" y="1134110"/>
                  </a:lnTo>
                  <a:lnTo>
                    <a:pt x="2627513" y="1094740"/>
                  </a:lnTo>
                  <a:lnTo>
                    <a:pt x="2643833" y="1051560"/>
                  </a:lnTo>
                  <a:lnTo>
                    <a:pt x="2651380" y="1005840"/>
                  </a:lnTo>
                  <a:lnTo>
                    <a:pt x="2651759" y="998220"/>
                  </a:lnTo>
                  <a:lnTo>
                    <a:pt x="2651759" y="234950"/>
                  </a:lnTo>
                  <a:lnTo>
                    <a:pt x="2645711" y="189230"/>
                  </a:lnTo>
                  <a:lnTo>
                    <a:pt x="2630817" y="146050"/>
                  </a:lnTo>
                  <a:lnTo>
                    <a:pt x="2607651" y="105410"/>
                  </a:lnTo>
                  <a:lnTo>
                    <a:pt x="2593232" y="87630"/>
                  </a:lnTo>
                  <a:lnTo>
                    <a:pt x="2588043" y="81280"/>
                  </a:lnTo>
                  <a:lnTo>
                    <a:pt x="2559415" y="55880"/>
                  </a:lnTo>
                  <a:lnTo>
                    <a:pt x="2520069" y="31750"/>
                  </a:lnTo>
                  <a:lnTo>
                    <a:pt x="2513084" y="27940"/>
                  </a:lnTo>
                  <a:lnTo>
                    <a:pt x="2498789" y="21590"/>
                  </a:lnTo>
                  <a:lnTo>
                    <a:pt x="2491514" y="19050"/>
                  </a:lnTo>
                  <a:lnTo>
                    <a:pt x="2476707" y="15240"/>
                  </a:lnTo>
                  <a:lnTo>
                    <a:pt x="2469211" y="12700"/>
                  </a:lnTo>
                  <a:lnTo>
                    <a:pt x="2446392" y="8890"/>
                  </a:lnTo>
                  <a:lnTo>
                    <a:pt x="2430994" y="7620"/>
                  </a:lnTo>
                  <a:lnTo>
                    <a:pt x="2423276" y="6350"/>
                  </a:lnTo>
                  <a:lnTo>
                    <a:pt x="2474802" y="6350"/>
                  </a:lnTo>
                  <a:lnTo>
                    <a:pt x="2508853" y="17780"/>
                  </a:lnTo>
                  <a:lnTo>
                    <a:pt x="2551009" y="40640"/>
                  </a:lnTo>
                  <a:lnTo>
                    <a:pt x="2587960" y="71120"/>
                  </a:lnTo>
                  <a:lnTo>
                    <a:pt x="2618285" y="107950"/>
                  </a:lnTo>
                  <a:lnTo>
                    <a:pt x="2640818" y="149860"/>
                  </a:lnTo>
                  <a:lnTo>
                    <a:pt x="2654694" y="195580"/>
                  </a:lnTo>
                  <a:lnTo>
                    <a:pt x="2659379" y="242570"/>
                  </a:lnTo>
                  <a:lnTo>
                    <a:pt x="2659379" y="989330"/>
                  </a:lnTo>
                  <a:lnTo>
                    <a:pt x="2654694" y="1037590"/>
                  </a:lnTo>
                  <a:lnTo>
                    <a:pt x="2640818" y="1083310"/>
                  </a:lnTo>
                  <a:lnTo>
                    <a:pt x="2618285" y="1125220"/>
                  </a:lnTo>
                  <a:lnTo>
                    <a:pt x="2587960" y="1162050"/>
                  </a:lnTo>
                  <a:lnTo>
                    <a:pt x="2551009" y="1192530"/>
                  </a:lnTo>
                  <a:lnTo>
                    <a:pt x="2508853" y="1215390"/>
                  </a:lnTo>
                  <a:lnTo>
                    <a:pt x="2478642" y="122555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4339" y="4038328"/>
              <a:ext cx="167639" cy="153597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4295457" y="4230289"/>
            <a:ext cx="2096770" cy="58547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00"/>
              </a:spcBef>
            </a:pPr>
            <a:r>
              <a:rPr dirty="0" sz="1050" spc="-80">
                <a:solidFill>
                  <a:srgbClr val="FFFFFF"/>
                </a:solidFill>
                <a:latin typeface="Arial Black"/>
                <a:cs typeface="Arial Black"/>
              </a:rPr>
              <a:t>Alius</a:t>
            </a:r>
            <a:r>
              <a:rPr dirty="0" sz="105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Arial Black"/>
                <a:cs typeface="Arial Black"/>
              </a:rPr>
              <a:t>Capital</a:t>
            </a:r>
            <a:endParaRPr sz="1050">
              <a:latin typeface="Arial Black"/>
              <a:cs typeface="Arial Black"/>
            </a:endParaRPr>
          </a:p>
          <a:p>
            <a:pPr algn="ctr" marL="12700" marR="5080">
              <a:lnSpc>
                <a:spcPct val="100000"/>
              </a:lnSpc>
              <a:spcBef>
                <a:spcPts val="350"/>
              </a:spcBef>
            </a:pPr>
            <a:r>
              <a:rPr dirty="0" sz="1000" spc="-20">
                <a:solidFill>
                  <a:srgbClr val="9CA2AF"/>
                </a:solidFill>
                <a:latin typeface="Microsoft Sans Serif"/>
                <a:cs typeface="Microsoft Sans Serif"/>
              </a:rPr>
              <a:t>Crowdfunding</a:t>
            </a:r>
            <a:r>
              <a:rPr dirty="0" sz="1000" spc="1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40">
                <a:solidFill>
                  <a:srgbClr val="9CA2AF"/>
                </a:solidFill>
                <a:latin typeface="Microsoft Sans Serif"/>
                <a:cs typeface="Microsoft Sans Serif"/>
              </a:rPr>
              <a:t>tokenizado,</a:t>
            </a:r>
            <a:r>
              <a:rPr dirty="0" sz="1000" spc="2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40">
                <a:solidFill>
                  <a:srgbClr val="9CA2AF"/>
                </a:solidFill>
                <a:latin typeface="Microsoft Sans Serif"/>
                <a:cs typeface="Microsoft Sans Serif"/>
              </a:rPr>
              <a:t>emisiones</a:t>
            </a:r>
            <a:r>
              <a:rPr dirty="0" sz="1000" spc="-3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50">
                <a:solidFill>
                  <a:srgbClr val="9CA2AF"/>
                </a:solidFill>
                <a:latin typeface="Microsoft Sans Serif"/>
                <a:cs typeface="Microsoft Sans Serif"/>
              </a:rPr>
              <a:t>&lt; </a:t>
            </a:r>
            <a:r>
              <a:rPr dirty="0" sz="1000" spc="-25">
                <a:solidFill>
                  <a:srgbClr val="9CA2AF"/>
                </a:solidFill>
                <a:latin typeface="Microsoft Sans Serif"/>
                <a:cs typeface="Microsoft Sans Serif"/>
              </a:rPr>
              <a:t>5M€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857999" y="3802381"/>
            <a:ext cx="2659380" cy="1234440"/>
            <a:chOff x="6857999" y="3802381"/>
            <a:chExt cx="2659380" cy="1234440"/>
          </a:xfrm>
        </p:grpSpPr>
        <p:sp>
          <p:nvSpPr>
            <p:cNvPr id="16" name="object 16"/>
            <p:cNvSpPr/>
            <p:nvPr/>
          </p:nvSpPr>
          <p:spPr>
            <a:xfrm>
              <a:off x="6857999" y="3802381"/>
              <a:ext cx="2659380" cy="1234440"/>
            </a:xfrm>
            <a:custGeom>
              <a:avLst/>
              <a:gdLst/>
              <a:ahLst/>
              <a:cxnLst/>
              <a:rect l="l" t="t" r="r" b="b"/>
              <a:pathLst>
                <a:path w="2659379" h="1234439">
                  <a:moveTo>
                    <a:pt x="2415539" y="1234439"/>
                  </a:moveTo>
                  <a:lnTo>
                    <a:pt x="243839" y="1234439"/>
                  </a:lnTo>
                  <a:lnTo>
                    <a:pt x="231860" y="1234147"/>
                  </a:lnTo>
                  <a:lnTo>
                    <a:pt x="184577" y="1227130"/>
                  </a:lnTo>
                  <a:lnTo>
                    <a:pt x="139571" y="1211023"/>
                  </a:lnTo>
                  <a:lnTo>
                    <a:pt x="98572" y="1186446"/>
                  </a:lnTo>
                  <a:lnTo>
                    <a:pt x="63155" y="1154343"/>
                  </a:lnTo>
                  <a:lnTo>
                    <a:pt x="34682" y="1115946"/>
                  </a:lnTo>
                  <a:lnTo>
                    <a:pt x="14247" y="1072733"/>
                  </a:lnTo>
                  <a:lnTo>
                    <a:pt x="2635" y="1026364"/>
                  </a:lnTo>
                  <a:lnTo>
                    <a:pt x="0" y="990599"/>
                  </a:lnTo>
                  <a:lnTo>
                    <a:pt x="0" y="243839"/>
                  </a:lnTo>
                  <a:lnTo>
                    <a:pt x="4685" y="196269"/>
                  </a:lnTo>
                  <a:lnTo>
                    <a:pt x="18561" y="150526"/>
                  </a:lnTo>
                  <a:lnTo>
                    <a:pt x="41094" y="108369"/>
                  </a:lnTo>
                  <a:lnTo>
                    <a:pt x="71419" y="71419"/>
                  </a:lnTo>
                  <a:lnTo>
                    <a:pt x="108369" y="41094"/>
                  </a:lnTo>
                  <a:lnTo>
                    <a:pt x="150526" y="18561"/>
                  </a:lnTo>
                  <a:lnTo>
                    <a:pt x="196269" y="4685"/>
                  </a:lnTo>
                  <a:lnTo>
                    <a:pt x="243839" y="0"/>
                  </a:lnTo>
                  <a:lnTo>
                    <a:pt x="2415539" y="0"/>
                  </a:lnTo>
                  <a:lnTo>
                    <a:pt x="2463110" y="4685"/>
                  </a:lnTo>
                  <a:lnTo>
                    <a:pt x="2508852" y="18561"/>
                  </a:lnTo>
                  <a:lnTo>
                    <a:pt x="2551009" y="41094"/>
                  </a:lnTo>
                  <a:lnTo>
                    <a:pt x="2587960" y="71419"/>
                  </a:lnTo>
                  <a:lnTo>
                    <a:pt x="2618284" y="108369"/>
                  </a:lnTo>
                  <a:lnTo>
                    <a:pt x="2640818" y="150526"/>
                  </a:lnTo>
                  <a:lnTo>
                    <a:pt x="2654694" y="196269"/>
                  </a:lnTo>
                  <a:lnTo>
                    <a:pt x="2659379" y="243839"/>
                  </a:lnTo>
                  <a:lnTo>
                    <a:pt x="2659379" y="990599"/>
                  </a:lnTo>
                  <a:lnTo>
                    <a:pt x="2654694" y="1038170"/>
                  </a:lnTo>
                  <a:lnTo>
                    <a:pt x="2640818" y="1083913"/>
                  </a:lnTo>
                  <a:lnTo>
                    <a:pt x="2618284" y="1126070"/>
                  </a:lnTo>
                  <a:lnTo>
                    <a:pt x="2587960" y="1163020"/>
                  </a:lnTo>
                  <a:lnTo>
                    <a:pt x="2551009" y="1193345"/>
                  </a:lnTo>
                  <a:lnTo>
                    <a:pt x="2508853" y="1215878"/>
                  </a:lnTo>
                  <a:lnTo>
                    <a:pt x="2463110" y="1229754"/>
                  </a:lnTo>
                  <a:lnTo>
                    <a:pt x="2415539" y="123443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857999" y="3802381"/>
              <a:ext cx="2659380" cy="1233170"/>
            </a:xfrm>
            <a:custGeom>
              <a:avLst/>
              <a:gdLst/>
              <a:ahLst/>
              <a:cxnLst/>
              <a:rect l="l" t="t" r="r" b="b"/>
              <a:pathLst>
                <a:path w="2659379" h="1233170">
                  <a:moveTo>
                    <a:pt x="2439440" y="1233170"/>
                  </a:moveTo>
                  <a:lnTo>
                    <a:pt x="219939" y="1233170"/>
                  </a:lnTo>
                  <a:lnTo>
                    <a:pt x="208075" y="1230630"/>
                  </a:lnTo>
                  <a:lnTo>
                    <a:pt x="196269" y="1229360"/>
                  </a:lnTo>
                  <a:lnTo>
                    <a:pt x="150526" y="1215390"/>
                  </a:lnTo>
                  <a:lnTo>
                    <a:pt x="108369" y="1192530"/>
                  </a:lnTo>
                  <a:lnTo>
                    <a:pt x="71419" y="1162050"/>
                  </a:lnTo>
                  <a:lnTo>
                    <a:pt x="41094" y="1125220"/>
                  </a:lnTo>
                  <a:lnTo>
                    <a:pt x="18561" y="1083310"/>
                  </a:lnTo>
                  <a:lnTo>
                    <a:pt x="4685" y="1037590"/>
                  </a:lnTo>
                  <a:lnTo>
                    <a:pt x="0" y="989330"/>
                  </a:lnTo>
                  <a:lnTo>
                    <a:pt x="0" y="242570"/>
                  </a:lnTo>
                  <a:lnTo>
                    <a:pt x="195" y="234950"/>
                  </a:lnTo>
                  <a:lnTo>
                    <a:pt x="292" y="231140"/>
                  </a:lnTo>
                  <a:lnTo>
                    <a:pt x="7309" y="184150"/>
                  </a:lnTo>
                  <a:lnTo>
                    <a:pt x="23416" y="138430"/>
                  </a:lnTo>
                  <a:lnTo>
                    <a:pt x="47993" y="97790"/>
                  </a:lnTo>
                  <a:lnTo>
                    <a:pt x="80096" y="62230"/>
                  </a:lnTo>
                  <a:lnTo>
                    <a:pt x="118492" y="34290"/>
                  </a:lnTo>
                  <a:lnTo>
                    <a:pt x="184577" y="6350"/>
                  </a:lnTo>
                  <a:lnTo>
                    <a:pt x="208075" y="2540"/>
                  </a:lnTo>
                  <a:lnTo>
                    <a:pt x="219939" y="0"/>
                  </a:lnTo>
                  <a:lnTo>
                    <a:pt x="2439440" y="0"/>
                  </a:lnTo>
                  <a:lnTo>
                    <a:pt x="2451304" y="2540"/>
                  </a:lnTo>
                  <a:lnTo>
                    <a:pt x="2463110" y="3810"/>
                  </a:lnTo>
                  <a:lnTo>
                    <a:pt x="2474802" y="6350"/>
                  </a:lnTo>
                  <a:lnTo>
                    <a:pt x="236103" y="6350"/>
                  </a:lnTo>
                  <a:lnTo>
                    <a:pt x="228385" y="7620"/>
                  </a:lnTo>
                  <a:lnTo>
                    <a:pt x="212987" y="8890"/>
                  </a:lnTo>
                  <a:lnTo>
                    <a:pt x="190167" y="12700"/>
                  </a:lnTo>
                  <a:lnTo>
                    <a:pt x="182672" y="15240"/>
                  </a:lnTo>
                  <a:lnTo>
                    <a:pt x="167865" y="19050"/>
                  </a:lnTo>
                  <a:lnTo>
                    <a:pt x="160590" y="21590"/>
                  </a:lnTo>
                  <a:lnTo>
                    <a:pt x="146294" y="27940"/>
                  </a:lnTo>
                  <a:lnTo>
                    <a:pt x="139309" y="31750"/>
                  </a:lnTo>
                  <a:lnTo>
                    <a:pt x="125663" y="38100"/>
                  </a:lnTo>
                  <a:lnTo>
                    <a:pt x="88003" y="66040"/>
                  </a:lnTo>
                  <a:lnTo>
                    <a:pt x="66147" y="87630"/>
                  </a:lnTo>
                  <a:lnTo>
                    <a:pt x="56331" y="99060"/>
                  </a:lnTo>
                  <a:lnTo>
                    <a:pt x="31865" y="138430"/>
                  </a:lnTo>
                  <a:lnTo>
                    <a:pt x="15545" y="181610"/>
                  </a:lnTo>
                  <a:lnTo>
                    <a:pt x="7999" y="227330"/>
                  </a:lnTo>
                  <a:lnTo>
                    <a:pt x="7620" y="234950"/>
                  </a:lnTo>
                  <a:lnTo>
                    <a:pt x="7620" y="998220"/>
                  </a:lnTo>
                  <a:lnTo>
                    <a:pt x="13668" y="1043940"/>
                  </a:lnTo>
                  <a:lnTo>
                    <a:pt x="28561" y="1087120"/>
                  </a:lnTo>
                  <a:lnTo>
                    <a:pt x="51728" y="1127760"/>
                  </a:lnTo>
                  <a:lnTo>
                    <a:pt x="66147" y="1145540"/>
                  </a:lnTo>
                  <a:lnTo>
                    <a:pt x="71336" y="1151890"/>
                  </a:lnTo>
                  <a:lnTo>
                    <a:pt x="99964" y="1177290"/>
                  </a:lnTo>
                  <a:lnTo>
                    <a:pt x="139309" y="1201420"/>
                  </a:lnTo>
                  <a:lnTo>
                    <a:pt x="146294" y="1205230"/>
                  </a:lnTo>
                  <a:lnTo>
                    <a:pt x="160590" y="1211580"/>
                  </a:lnTo>
                  <a:lnTo>
                    <a:pt x="167865" y="1214120"/>
                  </a:lnTo>
                  <a:lnTo>
                    <a:pt x="182672" y="1217930"/>
                  </a:lnTo>
                  <a:lnTo>
                    <a:pt x="190167" y="1220470"/>
                  </a:lnTo>
                  <a:lnTo>
                    <a:pt x="212987" y="1224280"/>
                  </a:lnTo>
                  <a:lnTo>
                    <a:pt x="228385" y="1225550"/>
                  </a:lnTo>
                  <a:lnTo>
                    <a:pt x="2478642" y="1225550"/>
                  </a:lnTo>
                  <a:lnTo>
                    <a:pt x="2474802" y="1226820"/>
                  </a:lnTo>
                  <a:lnTo>
                    <a:pt x="2463110" y="1229360"/>
                  </a:lnTo>
                  <a:lnTo>
                    <a:pt x="2451304" y="1230630"/>
                  </a:lnTo>
                  <a:lnTo>
                    <a:pt x="2439440" y="1233170"/>
                  </a:lnTo>
                  <a:close/>
                </a:path>
                <a:path w="2659379" h="1233170">
                  <a:moveTo>
                    <a:pt x="2478642" y="1225550"/>
                  </a:moveTo>
                  <a:lnTo>
                    <a:pt x="2430994" y="1225550"/>
                  </a:lnTo>
                  <a:lnTo>
                    <a:pt x="2446392" y="1224280"/>
                  </a:lnTo>
                  <a:lnTo>
                    <a:pt x="2469212" y="1220470"/>
                  </a:lnTo>
                  <a:lnTo>
                    <a:pt x="2476707" y="1217930"/>
                  </a:lnTo>
                  <a:lnTo>
                    <a:pt x="2491514" y="1214120"/>
                  </a:lnTo>
                  <a:lnTo>
                    <a:pt x="2498789" y="1211580"/>
                  </a:lnTo>
                  <a:lnTo>
                    <a:pt x="2513084" y="1205230"/>
                  </a:lnTo>
                  <a:lnTo>
                    <a:pt x="2520070" y="1201420"/>
                  </a:lnTo>
                  <a:lnTo>
                    <a:pt x="2533716" y="1195070"/>
                  </a:lnTo>
                  <a:lnTo>
                    <a:pt x="2571376" y="1167130"/>
                  </a:lnTo>
                  <a:lnTo>
                    <a:pt x="2593232" y="1145540"/>
                  </a:lnTo>
                  <a:lnTo>
                    <a:pt x="2603048" y="1134110"/>
                  </a:lnTo>
                  <a:lnTo>
                    <a:pt x="2627514" y="1094740"/>
                  </a:lnTo>
                  <a:lnTo>
                    <a:pt x="2643834" y="1051560"/>
                  </a:lnTo>
                  <a:lnTo>
                    <a:pt x="2651380" y="1005840"/>
                  </a:lnTo>
                  <a:lnTo>
                    <a:pt x="2651760" y="998220"/>
                  </a:lnTo>
                  <a:lnTo>
                    <a:pt x="2651760" y="234950"/>
                  </a:lnTo>
                  <a:lnTo>
                    <a:pt x="2645711" y="189230"/>
                  </a:lnTo>
                  <a:lnTo>
                    <a:pt x="2630817" y="146050"/>
                  </a:lnTo>
                  <a:lnTo>
                    <a:pt x="2607651" y="105410"/>
                  </a:lnTo>
                  <a:lnTo>
                    <a:pt x="2593232" y="87630"/>
                  </a:lnTo>
                  <a:lnTo>
                    <a:pt x="2588043" y="81280"/>
                  </a:lnTo>
                  <a:lnTo>
                    <a:pt x="2559415" y="55880"/>
                  </a:lnTo>
                  <a:lnTo>
                    <a:pt x="2520070" y="31750"/>
                  </a:lnTo>
                  <a:lnTo>
                    <a:pt x="2513084" y="27940"/>
                  </a:lnTo>
                  <a:lnTo>
                    <a:pt x="2498789" y="21590"/>
                  </a:lnTo>
                  <a:lnTo>
                    <a:pt x="2491514" y="19050"/>
                  </a:lnTo>
                  <a:lnTo>
                    <a:pt x="2476707" y="15240"/>
                  </a:lnTo>
                  <a:lnTo>
                    <a:pt x="2469211" y="12700"/>
                  </a:lnTo>
                  <a:lnTo>
                    <a:pt x="2446392" y="8890"/>
                  </a:lnTo>
                  <a:lnTo>
                    <a:pt x="2430994" y="7620"/>
                  </a:lnTo>
                  <a:lnTo>
                    <a:pt x="2423276" y="6350"/>
                  </a:lnTo>
                  <a:lnTo>
                    <a:pt x="2474802" y="6350"/>
                  </a:lnTo>
                  <a:lnTo>
                    <a:pt x="2508852" y="17780"/>
                  </a:lnTo>
                  <a:lnTo>
                    <a:pt x="2551009" y="40640"/>
                  </a:lnTo>
                  <a:lnTo>
                    <a:pt x="2587960" y="71120"/>
                  </a:lnTo>
                  <a:lnTo>
                    <a:pt x="2618284" y="107950"/>
                  </a:lnTo>
                  <a:lnTo>
                    <a:pt x="2640818" y="149860"/>
                  </a:lnTo>
                  <a:lnTo>
                    <a:pt x="2654694" y="195580"/>
                  </a:lnTo>
                  <a:lnTo>
                    <a:pt x="2659379" y="242570"/>
                  </a:lnTo>
                  <a:lnTo>
                    <a:pt x="2659379" y="989330"/>
                  </a:lnTo>
                  <a:lnTo>
                    <a:pt x="2654694" y="1037590"/>
                  </a:lnTo>
                  <a:lnTo>
                    <a:pt x="2640818" y="1083310"/>
                  </a:lnTo>
                  <a:lnTo>
                    <a:pt x="2618284" y="1125220"/>
                  </a:lnTo>
                  <a:lnTo>
                    <a:pt x="2587960" y="1162050"/>
                  </a:lnTo>
                  <a:lnTo>
                    <a:pt x="2551009" y="1192530"/>
                  </a:lnTo>
                  <a:lnTo>
                    <a:pt x="2508853" y="1215390"/>
                  </a:lnTo>
                  <a:lnTo>
                    <a:pt x="2478642" y="122555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86599" y="4030981"/>
              <a:ext cx="167639" cy="167639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7440255" y="4278495"/>
            <a:ext cx="1494155" cy="1892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50" spc="-120">
                <a:solidFill>
                  <a:srgbClr val="FFFFFF"/>
                </a:solidFill>
                <a:latin typeface="Arial Black"/>
                <a:cs typeface="Arial Black"/>
              </a:rPr>
              <a:t>Terceros</a:t>
            </a:r>
            <a:r>
              <a:rPr dirty="0" sz="1050" spc="-60">
                <a:solidFill>
                  <a:srgbClr val="FFFFFF"/>
                </a:solidFill>
                <a:latin typeface="Arial Black"/>
                <a:cs typeface="Arial Black"/>
              </a:rPr>
              <a:t> distribuidores</a:t>
            </a:r>
            <a:endParaRPr sz="10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90306" y="1786837"/>
            <a:ext cx="697230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0" b="1">
                <a:solidFill>
                  <a:srgbClr val="1754B9"/>
                </a:solidFill>
                <a:latin typeface="Georgia"/>
                <a:cs typeface="Georgia"/>
              </a:rPr>
              <a:t>T</a:t>
            </a:r>
            <a:r>
              <a:rPr dirty="0" sz="750" spc="-7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229" b="1">
                <a:solidFill>
                  <a:srgbClr val="1754B9"/>
                </a:solidFill>
                <a:latin typeface="Georgia"/>
                <a:cs typeface="Georgia"/>
              </a:rPr>
              <a:t>O</a:t>
            </a:r>
            <a:r>
              <a:rPr dirty="0" sz="750" spc="-5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95" b="1">
                <a:solidFill>
                  <a:srgbClr val="1754B9"/>
                </a:solidFill>
                <a:latin typeface="Georgia"/>
                <a:cs typeface="Georgia"/>
              </a:rPr>
              <a:t>K</a:t>
            </a:r>
            <a:r>
              <a:rPr dirty="0" sz="750" spc="-8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50" b="1">
                <a:solidFill>
                  <a:srgbClr val="1754B9"/>
                </a:solidFill>
                <a:latin typeface="Georgia"/>
                <a:cs typeface="Georgia"/>
              </a:rPr>
              <a:t>E</a:t>
            </a:r>
            <a:r>
              <a:rPr dirty="0" sz="750" spc="-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0" b="1">
                <a:solidFill>
                  <a:srgbClr val="1754B9"/>
                </a:solidFill>
                <a:latin typeface="Georgia"/>
                <a:cs typeface="Georgia"/>
              </a:rPr>
              <a:t>N</a:t>
            </a:r>
            <a:r>
              <a:rPr dirty="0" sz="750" spc="3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40" b="1">
                <a:solidFill>
                  <a:srgbClr val="1754B9"/>
                </a:solidFill>
                <a:latin typeface="Georgia"/>
                <a:cs typeface="Georgia"/>
              </a:rPr>
              <a:t>C</a:t>
            </a:r>
            <a:r>
              <a:rPr dirty="0" sz="750" spc="-5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b="1">
                <a:solidFill>
                  <a:srgbClr val="1754B9"/>
                </a:solidFill>
                <a:latin typeface="Georgia"/>
                <a:cs typeface="Georgia"/>
              </a:rPr>
              <a:t>I</a:t>
            </a:r>
            <a:r>
              <a:rPr dirty="0" sz="750" spc="-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00" b="1">
                <a:solidFill>
                  <a:srgbClr val="1754B9"/>
                </a:solidFill>
                <a:latin typeface="Georgia"/>
                <a:cs typeface="Georgia"/>
              </a:rPr>
              <a:t>T</a:t>
            </a:r>
            <a:r>
              <a:rPr dirty="0" sz="750" spc="-7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50" b="1">
                <a:solidFill>
                  <a:srgbClr val="1754B9"/>
                </a:solidFill>
                <a:latin typeface="Georgia"/>
                <a:cs typeface="Georgia"/>
              </a:rPr>
              <a:t>Y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549882" y="1833539"/>
            <a:ext cx="5597525" cy="5899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20"/>
              <a:t>Cadena</a:t>
            </a:r>
            <a:r>
              <a:rPr dirty="0" spc="-145"/>
              <a:t> </a:t>
            </a:r>
            <a:r>
              <a:rPr dirty="0"/>
              <a:t>de</a:t>
            </a:r>
            <a:r>
              <a:rPr dirty="0" spc="-265"/>
              <a:t> </a:t>
            </a:r>
            <a:r>
              <a:rPr dirty="0" spc="-95"/>
              <a:t>valor</a:t>
            </a:r>
            <a:r>
              <a:rPr dirty="0" spc="-220"/>
              <a:t> </a:t>
            </a:r>
            <a:r>
              <a:rPr dirty="0" spc="-25"/>
              <a:t>completa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40079" y="2567940"/>
            <a:ext cx="9410700" cy="2522220"/>
            <a:chOff x="640079" y="2567940"/>
            <a:chExt cx="9410700" cy="2522220"/>
          </a:xfrm>
        </p:grpSpPr>
        <p:sp>
          <p:nvSpPr>
            <p:cNvPr id="5" name="object 5"/>
            <p:cNvSpPr/>
            <p:nvPr/>
          </p:nvSpPr>
          <p:spPr>
            <a:xfrm>
              <a:off x="5189219" y="4952997"/>
              <a:ext cx="15240" cy="137160"/>
            </a:xfrm>
            <a:custGeom>
              <a:avLst/>
              <a:gdLst/>
              <a:ahLst/>
              <a:cxnLst/>
              <a:rect l="l" t="t" r="r" b="b"/>
              <a:pathLst>
                <a:path w="15239" h="137160">
                  <a:moveTo>
                    <a:pt x="15239" y="137159"/>
                  </a:moveTo>
                  <a:lnTo>
                    <a:pt x="0" y="137159"/>
                  </a:lnTo>
                  <a:lnTo>
                    <a:pt x="0" y="0"/>
                  </a:lnTo>
                  <a:lnTo>
                    <a:pt x="15239" y="0"/>
                  </a:lnTo>
                  <a:lnTo>
                    <a:pt x="15239" y="137159"/>
                  </a:lnTo>
                  <a:close/>
                </a:path>
              </a:pathLst>
            </a:custGeom>
            <a:solidFill>
              <a:srgbClr val="FFFFFF">
                <a:alpha val="3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079" y="2567940"/>
              <a:ext cx="9410699" cy="238506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26464" y="2688160"/>
            <a:ext cx="1443990" cy="369570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algn="ctr" marL="9525">
              <a:lnSpc>
                <a:spcPct val="100000"/>
              </a:lnSpc>
              <a:spcBef>
                <a:spcPts val="490"/>
              </a:spcBef>
            </a:pPr>
            <a:r>
              <a:rPr dirty="0" sz="900" spc="-80">
                <a:solidFill>
                  <a:srgbClr val="FFFFFF"/>
                </a:solidFill>
                <a:latin typeface="Arial Black"/>
                <a:cs typeface="Arial Black"/>
              </a:rPr>
              <a:t>Clientes</a:t>
            </a:r>
            <a:r>
              <a:rPr dirty="0" sz="900" spc="-4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Black"/>
                <a:cs typeface="Arial Black"/>
              </a:rPr>
              <a:t>inversores</a:t>
            </a:r>
            <a:endParaRPr sz="9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330"/>
              </a:spcBef>
            </a:pPr>
            <a:r>
              <a:rPr dirty="0" sz="750" spc="10">
                <a:solidFill>
                  <a:srgbClr val="FEFEFE"/>
                </a:solidFill>
                <a:latin typeface="Microsoft Sans Serif"/>
                <a:cs typeface="Microsoft Sans Serif"/>
              </a:rPr>
              <a:t>(Ecosistema</a:t>
            </a:r>
            <a:r>
              <a:rPr dirty="0" sz="750" spc="85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">
                <a:solidFill>
                  <a:srgbClr val="FEFEFE"/>
                </a:solidFill>
                <a:latin typeface="Microsoft Sans Serif"/>
                <a:cs typeface="Microsoft Sans Serif"/>
              </a:rPr>
              <a:t>del</a:t>
            </a:r>
            <a:r>
              <a:rPr dirty="0" sz="750" spc="125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">
                <a:solidFill>
                  <a:srgbClr val="FEFEFE"/>
                </a:solidFill>
                <a:latin typeface="Microsoft Sans Serif"/>
                <a:cs typeface="Microsoft Sans Serif"/>
              </a:rPr>
              <a:t>cliente</a:t>
            </a:r>
            <a:r>
              <a:rPr dirty="0" sz="750" spc="35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FEFEFE"/>
                </a:solidFill>
                <a:latin typeface="Microsoft Sans Serif"/>
                <a:cs typeface="Microsoft Sans Serif"/>
              </a:rPr>
              <a:t>Emisor)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02074" y="2688160"/>
            <a:ext cx="1237615" cy="369570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algn="ctr" marL="9525">
              <a:lnSpc>
                <a:spcPct val="100000"/>
              </a:lnSpc>
              <a:spcBef>
                <a:spcPts val="490"/>
              </a:spcBef>
            </a:pPr>
            <a:r>
              <a:rPr dirty="0" sz="900" spc="-80">
                <a:solidFill>
                  <a:srgbClr val="FFFFFF"/>
                </a:solidFill>
                <a:latin typeface="Arial Black"/>
                <a:cs typeface="Arial Black"/>
              </a:rPr>
              <a:t>Clientes</a:t>
            </a:r>
            <a:r>
              <a:rPr dirty="0" sz="900" spc="-4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Black"/>
                <a:cs typeface="Arial Black"/>
              </a:rPr>
              <a:t>inversores</a:t>
            </a:r>
            <a:endParaRPr sz="9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330"/>
              </a:spcBef>
            </a:pPr>
            <a:r>
              <a:rPr dirty="0" sz="750">
                <a:solidFill>
                  <a:srgbClr val="FEFEFE"/>
                </a:solidFill>
                <a:latin typeface="Microsoft Sans Serif"/>
                <a:cs typeface="Microsoft Sans Serif"/>
              </a:rPr>
              <a:t>(Ecosistema</a:t>
            </a:r>
            <a:r>
              <a:rPr dirty="0" sz="750" spc="114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FEFEFE"/>
                </a:solidFill>
                <a:latin typeface="Microsoft Sans Serif"/>
                <a:cs typeface="Microsoft Sans Serif"/>
              </a:rPr>
              <a:t>de</a:t>
            </a:r>
            <a:r>
              <a:rPr dirty="0" sz="750" spc="65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FEFEFE"/>
                </a:solidFill>
                <a:latin typeface="Microsoft Sans Serif"/>
                <a:cs typeface="Microsoft Sans Serif"/>
              </a:rPr>
              <a:t>Token</a:t>
            </a:r>
            <a:r>
              <a:rPr dirty="0" sz="750" spc="114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20">
                <a:solidFill>
                  <a:srgbClr val="FEFEFE"/>
                </a:solidFill>
                <a:latin typeface="Microsoft Sans Serif"/>
                <a:cs typeface="Microsoft Sans Serif"/>
              </a:rPr>
              <a:t>City)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45696" y="3980772"/>
            <a:ext cx="415290" cy="33020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900" spc="-60">
                <a:solidFill>
                  <a:srgbClr val="FFFFFF"/>
                </a:solidFill>
                <a:latin typeface="Arial Black"/>
                <a:cs typeface="Arial Black"/>
              </a:rPr>
              <a:t>Cliente</a:t>
            </a:r>
            <a:endParaRPr sz="900">
              <a:latin typeface="Arial Black"/>
              <a:cs typeface="Arial Black"/>
            </a:endParaRPr>
          </a:p>
          <a:p>
            <a:pPr marL="14604">
              <a:lnSpc>
                <a:spcPct val="100000"/>
              </a:lnSpc>
              <a:spcBef>
                <a:spcPts val="120"/>
              </a:spcBef>
            </a:pPr>
            <a:r>
              <a:rPr dirty="0" sz="900" spc="-55">
                <a:solidFill>
                  <a:srgbClr val="FFFFFF"/>
                </a:solidFill>
                <a:latin typeface="Arial Black"/>
                <a:cs typeface="Arial Black"/>
              </a:rPr>
              <a:t>Emisor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60183" y="3523572"/>
            <a:ext cx="1805939" cy="6083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46050" marR="141605">
              <a:lnSpc>
                <a:spcPct val="111100"/>
              </a:lnSpc>
              <a:spcBef>
                <a:spcPts val="95"/>
              </a:spcBef>
            </a:pPr>
            <a:r>
              <a:rPr dirty="0" sz="900" spc="-70">
                <a:solidFill>
                  <a:srgbClr val="FFFFFF"/>
                </a:solidFill>
                <a:latin typeface="Arial Black"/>
                <a:cs typeface="Arial Black"/>
              </a:rPr>
              <a:t>Plataforma</a:t>
            </a:r>
            <a:r>
              <a:rPr dirty="0" sz="900" spc="-4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6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dirty="0" sz="900" spc="-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70">
                <a:solidFill>
                  <a:srgbClr val="FFFFFF"/>
                </a:solidFill>
                <a:latin typeface="Arial Black"/>
                <a:cs typeface="Arial Black"/>
              </a:rPr>
              <a:t>tokenización </a:t>
            </a:r>
            <a:r>
              <a:rPr dirty="0" sz="900" spc="-20">
                <a:solidFill>
                  <a:srgbClr val="FFFFFF"/>
                </a:solidFill>
                <a:latin typeface="Arial Black"/>
                <a:cs typeface="Arial Black"/>
              </a:rPr>
              <a:t>y</a:t>
            </a:r>
            <a:r>
              <a:rPr dirty="0" sz="900" spc="-11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70">
                <a:solidFill>
                  <a:srgbClr val="FFFFFF"/>
                </a:solidFill>
                <a:latin typeface="Arial Black"/>
                <a:cs typeface="Arial Black"/>
              </a:rPr>
              <a:t>emisión</a:t>
            </a:r>
            <a:r>
              <a:rPr dirty="0" sz="900" spc="-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Black"/>
                <a:cs typeface="Arial Black"/>
              </a:rPr>
              <a:t>primaria</a:t>
            </a:r>
            <a:endParaRPr sz="900">
              <a:latin typeface="Arial Black"/>
              <a:cs typeface="Arial Black"/>
            </a:endParaRPr>
          </a:p>
          <a:p>
            <a:pPr algn="ctr" marL="12700" marR="5080">
              <a:lnSpc>
                <a:spcPct val="106700"/>
              </a:lnSpc>
              <a:spcBef>
                <a:spcPts val="270"/>
              </a:spcBef>
            </a:pPr>
            <a:r>
              <a:rPr dirty="0" sz="750">
                <a:solidFill>
                  <a:srgbClr val="FEFEFE"/>
                </a:solidFill>
                <a:latin typeface="Microsoft Sans Serif"/>
                <a:cs typeface="Microsoft Sans Serif"/>
              </a:rPr>
              <a:t>(Personalizada</a:t>
            </a:r>
            <a:r>
              <a:rPr dirty="0" sz="750" spc="110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FEFEFE"/>
                </a:solidFill>
                <a:latin typeface="Microsoft Sans Serif"/>
                <a:cs typeface="Microsoft Sans Serif"/>
              </a:rPr>
              <a:t>con</a:t>
            </a:r>
            <a:r>
              <a:rPr dirty="0" sz="750" spc="105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FEFEFE"/>
                </a:solidFill>
                <a:latin typeface="Microsoft Sans Serif"/>
                <a:cs typeface="Microsoft Sans Serif"/>
              </a:rPr>
              <a:t>la</a:t>
            </a:r>
            <a:r>
              <a:rPr dirty="0" sz="750" spc="110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FEFEFE"/>
                </a:solidFill>
                <a:latin typeface="Microsoft Sans Serif"/>
                <a:cs typeface="Microsoft Sans Serif"/>
              </a:rPr>
              <a:t>marca</a:t>
            </a:r>
            <a:r>
              <a:rPr dirty="0" sz="750" spc="110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FEFEFE"/>
                </a:solidFill>
                <a:latin typeface="Microsoft Sans Serif"/>
                <a:cs typeface="Microsoft Sans Serif"/>
              </a:rPr>
              <a:t>del</a:t>
            </a:r>
            <a:r>
              <a:rPr dirty="0" sz="750" spc="155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FEFEFE"/>
                </a:solidFill>
                <a:latin typeface="Microsoft Sans Serif"/>
                <a:cs typeface="Microsoft Sans Serif"/>
              </a:rPr>
              <a:t>cliente</a:t>
            </a:r>
            <a:r>
              <a:rPr dirty="0" sz="750" spc="500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FEFEFE"/>
                </a:solidFill>
                <a:latin typeface="Microsoft Sans Serif"/>
                <a:cs typeface="Microsoft Sans Serif"/>
              </a:rPr>
              <a:t>Emisor)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93357" y="3584532"/>
            <a:ext cx="1655445" cy="48640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74930" marR="62230">
              <a:lnSpc>
                <a:spcPct val="111100"/>
              </a:lnSpc>
              <a:spcBef>
                <a:spcPts val="95"/>
              </a:spcBef>
            </a:pPr>
            <a:r>
              <a:rPr dirty="0" sz="900" spc="-70">
                <a:solidFill>
                  <a:srgbClr val="FFFFFF"/>
                </a:solidFill>
                <a:latin typeface="Arial Black"/>
                <a:cs typeface="Arial Black"/>
              </a:rPr>
              <a:t>Plataforma</a:t>
            </a:r>
            <a:r>
              <a:rPr dirty="0" sz="900" spc="-4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6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dirty="0" sz="900" spc="-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70">
                <a:solidFill>
                  <a:srgbClr val="FFFFFF"/>
                </a:solidFill>
                <a:latin typeface="Arial Black"/>
                <a:cs typeface="Arial Black"/>
              </a:rPr>
              <a:t>tokenización </a:t>
            </a:r>
            <a:r>
              <a:rPr dirty="0" sz="900" spc="-20">
                <a:solidFill>
                  <a:srgbClr val="FFFFFF"/>
                </a:solidFill>
                <a:latin typeface="Arial Black"/>
                <a:cs typeface="Arial Black"/>
              </a:rPr>
              <a:t>y</a:t>
            </a:r>
            <a:r>
              <a:rPr dirty="0" sz="900" spc="-11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70">
                <a:solidFill>
                  <a:srgbClr val="FFFFFF"/>
                </a:solidFill>
                <a:latin typeface="Arial Black"/>
                <a:cs typeface="Arial Black"/>
              </a:rPr>
              <a:t>emisión</a:t>
            </a:r>
            <a:r>
              <a:rPr dirty="0" sz="900" spc="-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Black"/>
                <a:cs typeface="Arial Black"/>
              </a:rPr>
              <a:t>primaria</a:t>
            </a:r>
            <a:endParaRPr sz="9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330"/>
              </a:spcBef>
            </a:pPr>
            <a:r>
              <a:rPr dirty="0" sz="750" spc="10">
                <a:solidFill>
                  <a:srgbClr val="FEFEFE"/>
                </a:solidFill>
                <a:latin typeface="Microsoft Sans Serif"/>
                <a:cs typeface="Microsoft Sans Serif"/>
              </a:rPr>
              <a:t>(Plataforma</a:t>
            </a:r>
            <a:r>
              <a:rPr dirty="0" sz="750" spc="120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">
                <a:solidFill>
                  <a:srgbClr val="FEFEFE"/>
                </a:solidFill>
                <a:latin typeface="Microsoft Sans Serif"/>
                <a:cs typeface="Microsoft Sans Serif"/>
              </a:rPr>
              <a:t>regulada</a:t>
            </a:r>
            <a:r>
              <a:rPr dirty="0" sz="750" spc="120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">
                <a:solidFill>
                  <a:srgbClr val="FEFEFE"/>
                </a:solidFill>
                <a:latin typeface="Microsoft Sans Serif"/>
                <a:cs typeface="Microsoft Sans Serif"/>
              </a:rPr>
              <a:t>de</a:t>
            </a:r>
            <a:r>
              <a:rPr dirty="0" sz="750" spc="65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">
                <a:solidFill>
                  <a:srgbClr val="FEFEFE"/>
                </a:solidFill>
                <a:latin typeface="Microsoft Sans Serif"/>
                <a:cs typeface="Microsoft Sans Serif"/>
              </a:rPr>
              <a:t>Token</a:t>
            </a:r>
            <a:r>
              <a:rPr dirty="0" sz="750" spc="114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20">
                <a:solidFill>
                  <a:srgbClr val="FEFEFE"/>
                </a:solidFill>
                <a:latin typeface="Microsoft Sans Serif"/>
                <a:cs typeface="Microsoft Sans Serif"/>
              </a:rPr>
              <a:t>City)</a:t>
            </a:r>
            <a:endParaRPr sz="75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796539" y="3368042"/>
            <a:ext cx="7254240" cy="1584960"/>
            <a:chOff x="2796539" y="3368042"/>
            <a:chExt cx="7254240" cy="1584960"/>
          </a:xfrm>
        </p:grpSpPr>
        <p:sp>
          <p:nvSpPr>
            <p:cNvPr id="13" name="object 13"/>
            <p:cNvSpPr/>
            <p:nvPr/>
          </p:nvSpPr>
          <p:spPr>
            <a:xfrm>
              <a:off x="7726667" y="3368052"/>
              <a:ext cx="2324100" cy="1584960"/>
            </a:xfrm>
            <a:custGeom>
              <a:avLst/>
              <a:gdLst/>
              <a:ahLst/>
              <a:cxnLst/>
              <a:rect l="l" t="t" r="r" b="b"/>
              <a:pathLst>
                <a:path w="2324100" h="1584960">
                  <a:moveTo>
                    <a:pt x="7620" y="1291996"/>
                  </a:moveTo>
                  <a:lnTo>
                    <a:pt x="0" y="1291996"/>
                  </a:lnTo>
                  <a:lnTo>
                    <a:pt x="0" y="1314856"/>
                  </a:lnTo>
                  <a:lnTo>
                    <a:pt x="7620" y="1314856"/>
                  </a:lnTo>
                  <a:lnTo>
                    <a:pt x="7620" y="1291996"/>
                  </a:lnTo>
                  <a:close/>
                </a:path>
                <a:path w="2324100" h="1584960">
                  <a:moveTo>
                    <a:pt x="7620" y="1253896"/>
                  </a:moveTo>
                  <a:lnTo>
                    <a:pt x="0" y="1253896"/>
                  </a:lnTo>
                  <a:lnTo>
                    <a:pt x="0" y="1276756"/>
                  </a:lnTo>
                  <a:lnTo>
                    <a:pt x="7620" y="1276756"/>
                  </a:lnTo>
                  <a:lnTo>
                    <a:pt x="7620" y="1253896"/>
                  </a:lnTo>
                  <a:close/>
                </a:path>
                <a:path w="2324100" h="1584960">
                  <a:moveTo>
                    <a:pt x="7620" y="1215796"/>
                  </a:moveTo>
                  <a:lnTo>
                    <a:pt x="0" y="1215796"/>
                  </a:lnTo>
                  <a:lnTo>
                    <a:pt x="0" y="1238656"/>
                  </a:lnTo>
                  <a:lnTo>
                    <a:pt x="7620" y="1238656"/>
                  </a:lnTo>
                  <a:lnTo>
                    <a:pt x="7620" y="1215796"/>
                  </a:lnTo>
                  <a:close/>
                </a:path>
                <a:path w="2324100" h="1584960">
                  <a:moveTo>
                    <a:pt x="7620" y="1177696"/>
                  </a:moveTo>
                  <a:lnTo>
                    <a:pt x="0" y="1177696"/>
                  </a:lnTo>
                  <a:lnTo>
                    <a:pt x="0" y="1200556"/>
                  </a:lnTo>
                  <a:lnTo>
                    <a:pt x="7620" y="1200556"/>
                  </a:lnTo>
                  <a:lnTo>
                    <a:pt x="7620" y="1177696"/>
                  </a:lnTo>
                  <a:close/>
                </a:path>
                <a:path w="2324100" h="1584960">
                  <a:moveTo>
                    <a:pt x="7620" y="1139596"/>
                  </a:moveTo>
                  <a:lnTo>
                    <a:pt x="0" y="1139596"/>
                  </a:lnTo>
                  <a:lnTo>
                    <a:pt x="0" y="1162456"/>
                  </a:lnTo>
                  <a:lnTo>
                    <a:pt x="7620" y="1162456"/>
                  </a:lnTo>
                  <a:lnTo>
                    <a:pt x="7620" y="1139596"/>
                  </a:lnTo>
                  <a:close/>
                </a:path>
                <a:path w="2324100" h="1584960">
                  <a:moveTo>
                    <a:pt x="7620" y="1101496"/>
                  </a:moveTo>
                  <a:lnTo>
                    <a:pt x="0" y="1101496"/>
                  </a:lnTo>
                  <a:lnTo>
                    <a:pt x="0" y="1124356"/>
                  </a:lnTo>
                  <a:lnTo>
                    <a:pt x="7620" y="1124356"/>
                  </a:lnTo>
                  <a:lnTo>
                    <a:pt x="7620" y="1101496"/>
                  </a:lnTo>
                  <a:close/>
                </a:path>
                <a:path w="2324100" h="1584960">
                  <a:moveTo>
                    <a:pt x="7620" y="1063396"/>
                  </a:moveTo>
                  <a:lnTo>
                    <a:pt x="0" y="1063396"/>
                  </a:lnTo>
                  <a:lnTo>
                    <a:pt x="0" y="1086256"/>
                  </a:lnTo>
                  <a:lnTo>
                    <a:pt x="7620" y="1086256"/>
                  </a:lnTo>
                  <a:lnTo>
                    <a:pt x="7620" y="1063396"/>
                  </a:lnTo>
                  <a:close/>
                </a:path>
                <a:path w="2324100" h="1584960">
                  <a:moveTo>
                    <a:pt x="7620" y="1025296"/>
                  </a:moveTo>
                  <a:lnTo>
                    <a:pt x="0" y="1025296"/>
                  </a:lnTo>
                  <a:lnTo>
                    <a:pt x="0" y="1048156"/>
                  </a:lnTo>
                  <a:lnTo>
                    <a:pt x="7620" y="1048156"/>
                  </a:lnTo>
                  <a:lnTo>
                    <a:pt x="7620" y="1025296"/>
                  </a:lnTo>
                  <a:close/>
                </a:path>
                <a:path w="2324100" h="1584960">
                  <a:moveTo>
                    <a:pt x="7620" y="987196"/>
                  </a:moveTo>
                  <a:lnTo>
                    <a:pt x="0" y="987196"/>
                  </a:lnTo>
                  <a:lnTo>
                    <a:pt x="0" y="1010056"/>
                  </a:lnTo>
                  <a:lnTo>
                    <a:pt x="7620" y="1010056"/>
                  </a:lnTo>
                  <a:lnTo>
                    <a:pt x="7620" y="987196"/>
                  </a:lnTo>
                  <a:close/>
                </a:path>
                <a:path w="2324100" h="1584960">
                  <a:moveTo>
                    <a:pt x="7620" y="949096"/>
                  </a:moveTo>
                  <a:lnTo>
                    <a:pt x="0" y="949096"/>
                  </a:lnTo>
                  <a:lnTo>
                    <a:pt x="0" y="971956"/>
                  </a:lnTo>
                  <a:lnTo>
                    <a:pt x="7620" y="971956"/>
                  </a:lnTo>
                  <a:lnTo>
                    <a:pt x="7620" y="949096"/>
                  </a:lnTo>
                  <a:close/>
                </a:path>
                <a:path w="2324100" h="1584960">
                  <a:moveTo>
                    <a:pt x="7620" y="910996"/>
                  </a:moveTo>
                  <a:lnTo>
                    <a:pt x="0" y="910996"/>
                  </a:lnTo>
                  <a:lnTo>
                    <a:pt x="0" y="933856"/>
                  </a:lnTo>
                  <a:lnTo>
                    <a:pt x="7620" y="933856"/>
                  </a:lnTo>
                  <a:lnTo>
                    <a:pt x="7620" y="910996"/>
                  </a:lnTo>
                  <a:close/>
                </a:path>
                <a:path w="2324100" h="1584960">
                  <a:moveTo>
                    <a:pt x="7620" y="872896"/>
                  </a:moveTo>
                  <a:lnTo>
                    <a:pt x="0" y="872896"/>
                  </a:lnTo>
                  <a:lnTo>
                    <a:pt x="0" y="895756"/>
                  </a:lnTo>
                  <a:lnTo>
                    <a:pt x="7620" y="895756"/>
                  </a:lnTo>
                  <a:lnTo>
                    <a:pt x="7620" y="872896"/>
                  </a:lnTo>
                  <a:close/>
                </a:path>
                <a:path w="2324100" h="1584960">
                  <a:moveTo>
                    <a:pt x="7620" y="834796"/>
                  </a:moveTo>
                  <a:lnTo>
                    <a:pt x="0" y="834796"/>
                  </a:lnTo>
                  <a:lnTo>
                    <a:pt x="0" y="857656"/>
                  </a:lnTo>
                  <a:lnTo>
                    <a:pt x="7620" y="857656"/>
                  </a:lnTo>
                  <a:lnTo>
                    <a:pt x="7620" y="834796"/>
                  </a:lnTo>
                  <a:close/>
                </a:path>
                <a:path w="2324100" h="1584960">
                  <a:moveTo>
                    <a:pt x="7620" y="796696"/>
                  </a:moveTo>
                  <a:lnTo>
                    <a:pt x="0" y="796696"/>
                  </a:lnTo>
                  <a:lnTo>
                    <a:pt x="0" y="819556"/>
                  </a:lnTo>
                  <a:lnTo>
                    <a:pt x="7620" y="819556"/>
                  </a:lnTo>
                  <a:lnTo>
                    <a:pt x="7620" y="796696"/>
                  </a:lnTo>
                  <a:close/>
                </a:path>
                <a:path w="2324100" h="1584960">
                  <a:moveTo>
                    <a:pt x="7620" y="758596"/>
                  </a:moveTo>
                  <a:lnTo>
                    <a:pt x="0" y="758596"/>
                  </a:lnTo>
                  <a:lnTo>
                    <a:pt x="0" y="781456"/>
                  </a:lnTo>
                  <a:lnTo>
                    <a:pt x="7620" y="781456"/>
                  </a:lnTo>
                  <a:lnTo>
                    <a:pt x="7620" y="758596"/>
                  </a:lnTo>
                  <a:close/>
                </a:path>
                <a:path w="2324100" h="1584960">
                  <a:moveTo>
                    <a:pt x="7620" y="720496"/>
                  </a:moveTo>
                  <a:lnTo>
                    <a:pt x="0" y="720496"/>
                  </a:lnTo>
                  <a:lnTo>
                    <a:pt x="0" y="743356"/>
                  </a:lnTo>
                  <a:lnTo>
                    <a:pt x="7620" y="743356"/>
                  </a:lnTo>
                  <a:lnTo>
                    <a:pt x="7620" y="720496"/>
                  </a:lnTo>
                  <a:close/>
                </a:path>
                <a:path w="2324100" h="1584960">
                  <a:moveTo>
                    <a:pt x="7620" y="682396"/>
                  </a:moveTo>
                  <a:lnTo>
                    <a:pt x="0" y="682396"/>
                  </a:lnTo>
                  <a:lnTo>
                    <a:pt x="0" y="705256"/>
                  </a:lnTo>
                  <a:lnTo>
                    <a:pt x="7620" y="705256"/>
                  </a:lnTo>
                  <a:lnTo>
                    <a:pt x="7620" y="682396"/>
                  </a:lnTo>
                  <a:close/>
                </a:path>
                <a:path w="2324100" h="1584960">
                  <a:moveTo>
                    <a:pt x="7620" y="644296"/>
                  </a:moveTo>
                  <a:lnTo>
                    <a:pt x="0" y="644296"/>
                  </a:lnTo>
                  <a:lnTo>
                    <a:pt x="0" y="667156"/>
                  </a:lnTo>
                  <a:lnTo>
                    <a:pt x="7620" y="667156"/>
                  </a:lnTo>
                  <a:lnTo>
                    <a:pt x="7620" y="644296"/>
                  </a:lnTo>
                  <a:close/>
                </a:path>
                <a:path w="2324100" h="1584960">
                  <a:moveTo>
                    <a:pt x="7620" y="606196"/>
                  </a:moveTo>
                  <a:lnTo>
                    <a:pt x="0" y="606196"/>
                  </a:lnTo>
                  <a:lnTo>
                    <a:pt x="0" y="629056"/>
                  </a:lnTo>
                  <a:lnTo>
                    <a:pt x="7620" y="629056"/>
                  </a:lnTo>
                  <a:lnTo>
                    <a:pt x="7620" y="606196"/>
                  </a:lnTo>
                  <a:close/>
                </a:path>
                <a:path w="2324100" h="1584960">
                  <a:moveTo>
                    <a:pt x="7620" y="568096"/>
                  </a:moveTo>
                  <a:lnTo>
                    <a:pt x="0" y="568096"/>
                  </a:lnTo>
                  <a:lnTo>
                    <a:pt x="0" y="590956"/>
                  </a:lnTo>
                  <a:lnTo>
                    <a:pt x="7620" y="590956"/>
                  </a:lnTo>
                  <a:lnTo>
                    <a:pt x="7620" y="568096"/>
                  </a:lnTo>
                  <a:close/>
                </a:path>
                <a:path w="2324100" h="1584960">
                  <a:moveTo>
                    <a:pt x="7620" y="529996"/>
                  </a:moveTo>
                  <a:lnTo>
                    <a:pt x="0" y="529996"/>
                  </a:lnTo>
                  <a:lnTo>
                    <a:pt x="0" y="552856"/>
                  </a:lnTo>
                  <a:lnTo>
                    <a:pt x="7620" y="552856"/>
                  </a:lnTo>
                  <a:lnTo>
                    <a:pt x="7620" y="529996"/>
                  </a:lnTo>
                  <a:close/>
                </a:path>
                <a:path w="2324100" h="1584960">
                  <a:moveTo>
                    <a:pt x="7620" y="491896"/>
                  </a:moveTo>
                  <a:lnTo>
                    <a:pt x="0" y="491896"/>
                  </a:lnTo>
                  <a:lnTo>
                    <a:pt x="0" y="514756"/>
                  </a:lnTo>
                  <a:lnTo>
                    <a:pt x="7620" y="514756"/>
                  </a:lnTo>
                  <a:lnTo>
                    <a:pt x="7620" y="491896"/>
                  </a:lnTo>
                  <a:close/>
                </a:path>
                <a:path w="2324100" h="1584960">
                  <a:moveTo>
                    <a:pt x="7620" y="453796"/>
                  </a:moveTo>
                  <a:lnTo>
                    <a:pt x="0" y="453796"/>
                  </a:lnTo>
                  <a:lnTo>
                    <a:pt x="0" y="476656"/>
                  </a:lnTo>
                  <a:lnTo>
                    <a:pt x="7620" y="476656"/>
                  </a:lnTo>
                  <a:lnTo>
                    <a:pt x="7620" y="453796"/>
                  </a:lnTo>
                  <a:close/>
                </a:path>
                <a:path w="2324100" h="1584960">
                  <a:moveTo>
                    <a:pt x="7620" y="415696"/>
                  </a:moveTo>
                  <a:lnTo>
                    <a:pt x="0" y="415696"/>
                  </a:lnTo>
                  <a:lnTo>
                    <a:pt x="0" y="438556"/>
                  </a:lnTo>
                  <a:lnTo>
                    <a:pt x="7620" y="438556"/>
                  </a:lnTo>
                  <a:lnTo>
                    <a:pt x="7620" y="415696"/>
                  </a:lnTo>
                  <a:close/>
                </a:path>
                <a:path w="2324100" h="1584960">
                  <a:moveTo>
                    <a:pt x="7620" y="377596"/>
                  </a:moveTo>
                  <a:lnTo>
                    <a:pt x="0" y="377596"/>
                  </a:lnTo>
                  <a:lnTo>
                    <a:pt x="0" y="400456"/>
                  </a:lnTo>
                  <a:lnTo>
                    <a:pt x="7620" y="400456"/>
                  </a:lnTo>
                  <a:lnTo>
                    <a:pt x="7620" y="377596"/>
                  </a:lnTo>
                  <a:close/>
                </a:path>
                <a:path w="2324100" h="1584960">
                  <a:moveTo>
                    <a:pt x="7620" y="339496"/>
                  </a:moveTo>
                  <a:lnTo>
                    <a:pt x="0" y="339496"/>
                  </a:lnTo>
                  <a:lnTo>
                    <a:pt x="0" y="362356"/>
                  </a:lnTo>
                  <a:lnTo>
                    <a:pt x="7620" y="362356"/>
                  </a:lnTo>
                  <a:lnTo>
                    <a:pt x="7620" y="339496"/>
                  </a:lnTo>
                  <a:close/>
                </a:path>
                <a:path w="2324100" h="1584960">
                  <a:moveTo>
                    <a:pt x="7620" y="301396"/>
                  </a:moveTo>
                  <a:lnTo>
                    <a:pt x="0" y="301396"/>
                  </a:lnTo>
                  <a:lnTo>
                    <a:pt x="0" y="324256"/>
                  </a:lnTo>
                  <a:lnTo>
                    <a:pt x="7620" y="324256"/>
                  </a:lnTo>
                  <a:lnTo>
                    <a:pt x="7620" y="301396"/>
                  </a:lnTo>
                  <a:close/>
                </a:path>
                <a:path w="2324100" h="1584960">
                  <a:moveTo>
                    <a:pt x="7620" y="263296"/>
                  </a:moveTo>
                  <a:lnTo>
                    <a:pt x="0" y="263296"/>
                  </a:lnTo>
                  <a:lnTo>
                    <a:pt x="0" y="286156"/>
                  </a:lnTo>
                  <a:lnTo>
                    <a:pt x="7620" y="286156"/>
                  </a:lnTo>
                  <a:lnTo>
                    <a:pt x="7620" y="263296"/>
                  </a:lnTo>
                  <a:close/>
                </a:path>
                <a:path w="2324100" h="1584960">
                  <a:moveTo>
                    <a:pt x="7899" y="1352321"/>
                  </a:moveTo>
                  <a:lnTo>
                    <a:pt x="7620" y="1341120"/>
                  </a:lnTo>
                  <a:lnTo>
                    <a:pt x="7620" y="1330096"/>
                  </a:lnTo>
                  <a:lnTo>
                    <a:pt x="0" y="1330096"/>
                  </a:lnTo>
                  <a:lnTo>
                    <a:pt x="0" y="1341120"/>
                  </a:lnTo>
                  <a:lnTo>
                    <a:pt x="292" y="1352677"/>
                  </a:lnTo>
                  <a:lnTo>
                    <a:pt x="7899" y="1352321"/>
                  </a:lnTo>
                  <a:close/>
                </a:path>
                <a:path w="2324100" h="1584960">
                  <a:moveTo>
                    <a:pt x="8356" y="226123"/>
                  </a:moveTo>
                  <a:lnTo>
                    <a:pt x="762" y="225552"/>
                  </a:lnTo>
                  <a:lnTo>
                    <a:pt x="723" y="226123"/>
                  </a:lnTo>
                  <a:lnTo>
                    <a:pt x="304" y="231863"/>
                  </a:lnTo>
                  <a:lnTo>
                    <a:pt x="292" y="232232"/>
                  </a:lnTo>
                  <a:lnTo>
                    <a:pt x="0" y="243840"/>
                  </a:lnTo>
                  <a:lnTo>
                    <a:pt x="0" y="248056"/>
                  </a:lnTo>
                  <a:lnTo>
                    <a:pt x="7620" y="248056"/>
                  </a:lnTo>
                  <a:lnTo>
                    <a:pt x="7620" y="243840"/>
                  </a:lnTo>
                  <a:lnTo>
                    <a:pt x="7912" y="232232"/>
                  </a:lnTo>
                  <a:lnTo>
                    <a:pt x="7937" y="231863"/>
                  </a:lnTo>
                  <a:lnTo>
                    <a:pt x="8356" y="226123"/>
                  </a:lnTo>
                  <a:close/>
                </a:path>
                <a:path w="2324100" h="1584960">
                  <a:moveTo>
                    <a:pt x="12585" y="1389100"/>
                  </a:moveTo>
                  <a:lnTo>
                    <a:pt x="12496" y="1388694"/>
                  </a:lnTo>
                  <a:lnTo>
                    <a:pt x="12166" y="1387208"/>
                  </a:lnTo>
                  <a:lnTo>
                    <a:pt x="10185" y="1375765"/>
                  </a:lnTo>
                  <a:lnTo>
                    <a:pt x="9093" y="1366989"/>
                  </a:lnTo>
                  <a:lnTo>
                    <a:pt x="1524" y="1367828"/>
                  </a:lnTo>
                  <a:lnTo>
                    <a:pt x="2641" y="1376883"/>
                  </a:lnTo>
                  <a:lnTo>
                    <a:pt x="4686" y="1388694"/>
                  </a:lnTo>
                  <a:lnTo>
                    <a:pt x="4775" y="1389100"/>
                  </a:lnTo>
                  <a:lnTo>
                    <a:pt x="5130" y="1390637"/>
                  </a:lnTo>
                  <a:lnTo>
                    <a:pt x="12585" y="1389100"/>
                  </a:lnTo>
                  <a:close/>
                </a:path>
                <a:path w="2324100" h="1584960">
                  <a:moveTo>
                    <a:pt x="14020" y="189509"/>
                  </a:moveTo>
                  <a:lnTo>
                    <a:pt x="6604" y="187756"/>
                  </a:lnTo>
                  <a:lnTo>
                    <a:pt x="4686" y="196265"/>
                  </a:lnTo>
                  <a:lnTo>
                    <a:pt x="2641" y="208076"/>
                  </a:lnTo>
                  <a:lnTo>
                    <a:pt x="2362" y="210299"/>
                  </a:lnTo>
                  <a:lnTo>
                    <a:pt x="9918" y="211340"/>
                  </a:lnTo>
                  <a:lnTo>
                    <a:pt x="10185" y="209194"/>
                  </a:lnTo>
                  <a:lnTo>
                    <a:pt x="12166" y="197764"/>
                  </a:lnTo>
                  <a:lnTo>
                    <a:pt x="14020" y="189509"/>
                  </a:lnTo>
                  <a:close/>
                </a:path>
                <a:path w="2324100" h="1584960">
                  <a:moveTo>
                    <a:pt x="22923" y="1424571"/>
                  </a:moveTo>
                  <a:lnTo>
                    <a:pt x="21424" y="1420685"/>
                  </a:lnTo>
                  <a:lnTo>
                    <a:pt x="17792" y="1409700"/>
                  </a:lnTo>
                  <a:lnTo>
                    <a:pt x="16027" y="1403299"/>
                  </a:lnTo>
                  <a:lnTo>
                    <a:pt x="8674" y="1405305"/>
                  </a:lnTo>
                  <a:lnTo>
                    <a:pt x="10502" y="1411909"/>
                  </a:lnTo>
                  <a:lnTo>
                    <a:pt x="14249" y="1423250"/>
                  </a:lnTo>
                  <a:lnTo>
                    <a:pt x="15798" y="1427264"/>
                  </a:lnTo>
                  <a:lnTo>
                    <a:pt x="22923" y="1424571"/>
                  </a:lnTo>
                  <a:close/>
                </a:path>
                <a:path w="2324100" h="1584960">
                  <a:moveTo>
                    <a:pt x="25323" y="154190"/>
                  </a:moveTo>
                  <a:lnTo>
                    <a:pt x="18275" y="151295"/>
                  </a:lnTo>
                  <a:lnTo>
                    <a:pt x="14249" y="161709"/>
                  </a:lnTo>
                  <a:lnTo>
                    <a:pt x="10502" y="173062"/>
                  </a:lnTo>
                  <a:lnTo>
                    <a:pt x="17792" y="175272"/>
                  </a:lnTo>
                  <a:lnTo>
                    <a:pt x="21424" y="164274"/>
                  </a:lnTo>
                  <a:lnTo>
                    <a:pt x="25323" y="154190"/>
                  </a:lnTo>
                  <a:close/>
                </a:path>
                <a:path w="2324100" h="1584960">
                  <a:moveTo>
                    <a:pt x="38608" y="1457934"/>
                  </a:moveTo>
                  <a:lnTo>
                    <a:pt x="35521" y="1452473"/>
                  </a:lnTo>
                  <a:lnTo>
                    <a:pt x="30314" y="1442135"/>
                  </a:lnTo>
                  <a:lnTo>
                    <a:pt x="28562" y="1438186"/>
                  </a:lnTo>
                  <a:lnTo>
                    <a:pt x="21615" y="1441323"/>
                  </a:lnTo>
                  <a:lnTo>
                    <a:pt x="23418" y="1445387"/>
                  </a:lnTo>
                  <a:lnTo>
                    <a:pt x="28790" y="1456067"/>
                  </a:lnTo>
                  <a:lnTo>
                    <a:pt x="31991" y="1461706"/>
                  </a:lnTo>
                  <a:lnTo>
                    <a:pt x="38608" y="1457934"/>
                  </a:lnTo>
                  <a:close/>
                </a:path>
                <a:path w="2324100" h="1584960">
                  <a:moveTo>
                    <a:pt x="41948" y="121272"/>
                  </a:moveTo>
                  <a:lnTo>
                    <a:pt x="35445" y="117309"/>
                  </a:lnTo>
                  <a:lnTo>
                    <a:pt x="34683" y="118491"/>
                  </a:lnTo>
                  <a:lnTo>
                    <a:pt x="28790" y="128892"/>
                  </a:lnTo>
                  <a:lnTo>
                    <a:pt x="24472" y="137490"/>
                  </a:lnTo>
                  <a:lnTo>
                    <a:pt x="31330" y="140804"/>
                  </a:lnTo>
                  <a:lnTo>
                    <a:pt x="35521" y="132486"/>
                  </a:lnTo>
                  <a:lnTo>
                    <a:pt x="41224" y="122415"/>
                  </a:lnTo>
                  <a:lnTo>
                    <a:pt x="41948" y="121272"/>
                  </a:lnTo>
                  <a:close/>
                </a:path>
                <a:path w="2324100" h="1584960">
                  <a:moveTo>
                    <a:pt x="59372" y="1488579"/>
                  </a:moveTo>
                  <a:lnTo>
                    <a:pt x="54114" y="1481848"/>
                  </a:lnTo>
                  <a:lnTo>
                    <a:pt x="47434" y="1472361"/>
                  </a:lnTo>
                  <a:lnTo>
                    <a:pt x="46380" y="1470685"/>
                  </a:lnTo>
                  <a:lnTo>
                    <a:pt x="40005" y="1474876"/>
                  </a:lnTo>
                  <a:lnTo>
                    <a:pt x="41097" y="1476590"/>
                  </a:lnTo>
                  <a:lnTo>
                    <a:pt x="47993" y="1486395"/>
                  </a:lnTo>
                  <a:lnTo>
                    <a:pt x="53416" y="1493342"/>
                  </a:lnTo>
                  <a:lnTo>
                    <a:pt x="59372" y="1488579"/>
                  </a:lnTo>
                  <a:close/>
                </a:path>
                <a:path w="2324100" h="1584960">
                  <a:moveTo>
                    <a:pt x="63588" y="91274"/>
                  </a:moveTo>
                  <a:lnTo>
                    <a:pt x="57759" y="86360"/>
                  </a:lnTo>
                  <a:lnTo>
                    <a:pt x="55346" y="89154"/>
                  </a:lnTo>
                  <a:lnTo>
                    <a:pt x="47993" y="98577"/>
                  </a:lnTo>
                  <a:lnTo>
                    <a:pt x="43827" y="104495"/>
                  </a:lnTo>
                  <a:lnTo>
                    <a:pt x="50088" y="108851"/>
                  </a:lnTo>
                  <a:lnTo>
                    <a:pt x="54114" y="103111"/>
                  </a:lnTo>
                  <a:lnTo>
                    <a:pt x="61239" y="93980"/>
                  </a:lnTo>
                  <a:lnTo>
                    <a:pt x="63588" y="91274"/>
                  </a:lnTo>
                  <a:close/>
                </a:path>
                <a:path w="2324100" h="1584960">
                  <a:moveTo>
                    <a:pt x="84658" y="1515630"/>
                  </a:moveTo>
                  <a:lnTo>
                    <a:pt x="76809" y="1508150"/>
                  </a:lnTo>
                  <a:lnTo>
                    <a:pt x="68935" y="1499882"/>
                  </a:lnTo>
                  <a:lnTo>
                    <a:pt x="63296" y="1505013"/>
                  </a:lnTo>
                  <a:lnTo>
                    <a:pt x="71424" y="1513547"/>
                  </a:lnTo>
                  <a:lnTo>
                    <a:pt x="79527" y="1521256"/>
                  </a:lnTo>
                  <a:lnTo>
                    <a:pt x="84658" y="1515630"/>
                  </a:lnTo>
                  <a:close/>
                </a:path>
                <a:path w="2324100" h="1584960">
                  <a:moveTo>
                    <a:pt x="89662" y="64973"/>
                  </a:moveTo>
                  <a:lnTo>
                    <a:pt x="84683" y="59207"/>
                  </a:lnTo>
                  <a:lnTo>
                    <a:pt x="80098" y="63157"/>
                  </a:lnTo>
                  <a:lnTo>
                    <a:pt x="71424" y="71424"/>
                  </a:lnTo>
                  <a:lnTo>
                    <a:pt x="68021" y="75006"/>
                  </a:lnTo>
                  <a:lnTo>
                    <a:pt x="73507" y="80289"/>
                  </a:lnTo>
                  <a:lnTo>
                    <a:pt x="76809" y="76809"/>
                  </a:lnTo>
                  <a:lnTo>
                    <a:pt x="85217" y="68808"/>
                  </a:lnTo>
                  <a:lnTo>
                    <a:pt x="89662" y="64973"/>
                  </a:lnTo>
                  <a:close/>
                </a:path>
                <a:path w="2324100" h="1584960">
                  <a:moveTo>
                    <a:pt x="113779" y="1538274"/>
                  </a:moveTo>
                  <a:lnTo>
                    <a:pt x="112610" y="1537538"/>
                  </a:lnTo>
                  <a:lnTo>
                    <a:pt x="103124" y="1530845"/>
                  </a:lnTo>
                  <a:lnTo>
                    <a:pt x="95948" y="1525244"/>
                  </a:lnTo>
                  <a:lnTo>
                    <a:pt x="91160" y="1531188"/>
                  </a:lnTo>
                  <a:lnTo>
                    <a:pt x="98577" y="1536966"/>
                  </a:lnTo>
                  <a:lnTo>
                    <a:pt x="108381" y="1543862"/>
                  </a:lnTo>
                  <a:lnTo>
                    <a:pt x="109601" y="1544637"/>
                  </a:lnTo>
                  <a:lnTo>
                    <a:pt x="113779" y="1538274"/>
                  </a:lnTo>
                  <a:close/>
                </a:path>
                <a:path w="2324100" h="1584960">
                  <a:moveTo>
                    <a:pt x="119430" y="43116"/>
                  </a:moveTo>
                  <a:lnTo>
                    <a:pt x="115417" y="36639"/>
                  </a:lnTo>
                  <a:lnTo>
                    <a:pt x="108381" y="41097"/>
                  </a:lnTo>
                  <a:lnTo>
                    <a:pt x="98577" y="47993"/>
                  </a:lnTo>
                  <a:lnTo>
                    <a:pt x="96545" y="49580"/>
                  </a:lnTo>
                  <a:lnTo>
                    <a:pt x="101142" y="55664"/>
                  </a:lnTo>
                  <a:lnTo>
                    <a:pt x="103124" y="54114"/>
                  </a:lnTo>
                  <a:lnTo>
                    <a:pt x="112610" y="47434"/>
                  </a:lnTo>
                  <a:lnTo>
                    <a:pt x="119430" y="43116"/>
                  </a:lnTo>
                  <a:close/>
                </a:path>
                <a:path w="2324100" h="1584960">
                  <a:moveTo>
                    <a:pt x="146253" y="1556169"/>
                  </a:moveTo>
                  <a:lnTo>
                    <a:pt x="142836" y="1554657"/>
                  </a:lnTo>
                  <a:lnTo>
                    <a:pt x="132486" y="1549450"/>
                  </a:lnTo>
                  <a:lnTo>
                    <a:pt x="126517" y="1546072"/>
                  </a:lnTo>
                  <a:lnTo>
                    <a:pt x="122745" y="1552676"/>
                  </a:lnTo>
                  <a:lnTo>
                    <a:pt x="128892" y="1556169"/>
                  </a:lnTo>
                  <a:lnTo>
                    <a:pt x="139573" y="1561541"/>
                  </a:lnTo>
                  <a:lnTo>
                    <a:pt x="143103" y="1563116"/>
                  </a:lnTo>
                  <a:lnTo>
                    <a:pt x="146253" y="1556169"/>
                  </a:lnTo>
                  <a:close/>
                </a:path>
                <a:path w="2324100" h="1584960">
                  <a:moveTo>
                    <a:pt x="152247" y="26136"/>
                  </a:moveTo>
                  <a:lnTo>
                    <a:pt x="149288" y="19113"/>
                  </a:lnTo>
                  <a:lnTo>
                    <a:pt x="139573" y="23418"/>
                  </a:lnTo>
                  <a:lnTo>
                    <a:pt x="128701" y="28905"/>
                  </a:lnTo>
                  <a:lnTo>
                    <a:pt x="132245" y="35509"/>
                  </a:lnTo>
                  <a:lnTo>
                    <a:pt x="132486" y="35509"/>
                  </a:lnTo>
                  <a:lnTo>
                    <a:pt x="142836" y="30302"/>
                  </a:lnTo>
                  <a:lnTo>
                    <a:pt x="152247" y="26136"/>
                  </a:lnTo>
                  <a:close/>
                </a:path>
                <a:path w="2324100" h="1584960">
                  <a:moveTo>
                    <a:pt x="181102" y="1568780"/>
                  </a:moveTo>
                  <a:lnTo>
                    <a:pt x="175272" y="1567180"/>
                  </a:lnTo>
                  <a:lnTo>
                    <a:pt x="164274" y="1563535"/>
                  </a:lnTo>
                  <a:lnTo>
                    <a:pt x="159842" y="1561820"/>
                  </a:lnTo>
                  <a:lnTo>
                    <a:pt x="157124" y="1568945"/>
                  </a:lnTo>
                  <a:lnTo>
                    <a:pt x="161709" y="1570710"/>
                  </a:lnTo>
                  <a:lnTo>
                    <a:pt x="173062" y="1574469"/>
                  </a:lnTo>
                  <a:lnTo>
                    <a:pt x="179082" y="1576133"/>
                  </a:lnTo>
                  <a:lnTo>
                    <a:pt x="181102" y="1568780"/>
                  </a:lnTo>
                  <a:close/>
                </a:path>
                <a:path w="2324100" h="1584960">
                  <a:moveTo>
                    <a:pt x="187452" y="14478"/>
                  </a:moveTo>
                  <a:lnTo>
                    <a:pt x="185635" y="7073"/>
                  </a:lnTo>
                  <a:lnTo>
                    <a:pt x="184581" y="7315"/>
                  </a:lnTo>
                  <a:lnTo>
                    <a:pt x="173062" y="10502"/>
                  </a:lnTo>
                  <a:lnTo>
                    <a:pt x="163639" y="13614"/>
                  </a:lnTo>
                  <a:lnTo>
                    <a:pt x="166141" y="20815"/>
                  </a:lnTo>
                  <a:lnTo>
                    <a:pt x="175272" y="17792"/>
                  </a:lnTo>
                  <a:lnTo>
                    <a:pt x="186436" y="14706"/>
                  </a:lnTo>
                  <a:lnTo>
                    <a:pt x="187452" y="14478"/>
                  </a:lnTo>
                  <a:close/>
                </a:path>
                <a:path w="2324100" h="1584960">
                  <a:moveTo>
                    <a:pt x="217411" y="1575803"/>
                  </a:moveTo>
                  <a:lnTo>
                    <a:pt x="209194" y="1574787"/>
                  </a:lnTo>
                  <a:lnTo>
                    <a:pt x="197764" y="1572806"/>
                  </a:lnTo>
                  <a:lnTo>
                    <a:pt x="195313" y="1572247"/>
                  </a:lnTo>
                  <a:lnTo>
                    <a:pt x="195199" y="1572806"/>
                  </a:lnTo>
                  <a:lnTo>
                    <a:pt x="193751" y="1579714"/>
                  </a:lnTo>
                  <a:lnTo>
                    <a:pt x="196278" y="1580273"/>
                  </a:lnTo>
                  <a:lnTo>
                    <a:pt x="208076" y="1582331"/>
                  </a:lnTo>
                  <a:lnTo>
                    <a:pt x="216547" y="1583372"/>
                  </a:lnTo>
                  <a:lnTo>
                    <a:pt x="216662" y="1582331"/>
                  </a:lnTo>
                  <a:lnTo>
                    <a:pt x="217411" y="1575803"/>
                  </a:lnTo>
                  <a:close/>
                </a:path>
                <a:path w="2324100" h="1584960">
                  <a:moveTo>
                    <a:pt x="223989" y="8509"/>
                  </a:moveTo>
                  <a:lnTo>
                    <a:pt x="223354" y="927"/>
                  </a:lnTo>
                  <a:lnTo>
                    <a:pt x="219951" y="1168"/>
                  </a:lnTo>
                  <a:lnTo>
                    <a:pt x="208076" y="2641"/>
                  </a:lnTo>
                  <a:lnTo>
                    <a:pt x="200342" y="3987"/>
                  </a:lnTo>
                  <a:lnTo>
                    <a:pt x="201701" y="11480"/>
                  </a:lnTo>
                  <a:lnTo>
                    <a:pt x="209194" y="10172"/>
                  </a:lnTo>
                  <a:lnTo>
                    <a:pt x="220687" y="8763"/>
                  </a:lnTo>
                  <a:lnTo>
                    <a:pt x="223989" y="8509"/>
                  </a:lnTo>
                  <a:close/>
                </a:path>
                <a:path w="2324100" h="1584960">
                  <a:moveTo>
                    <a:pt x="254279" y="1577340"/>
                  </a:moveTo>
                  <a:lnTo>
                    <a:pt x="243840" y="1577340"/>
                  </a:lnTo>
                  <a:lnTo>
                    <a:pt x="232092" y="1577047"/>
                  </a:lnTo>
                  <a:lnTo>
                    <a:pt x="232067" y="1577340"/>
                  </a:lnTo>
                  <a:lnTo>
                    <a:pt x="231698" y="1584655"/>
                  </a:lnTo>
                  <a:lnTo>
                    <a:pt x="231368" y="1584655"/>
                  </a:lnTo>
                  <a:lnTo>
                    <a:pt x="243852" y="1584960"/>
                  </a:lnTo>
                  <a:lnTo>
                    <a:pt x="254279" y="1584960"/>
                  </a:lnTo>
                  <a:lnTo>
                    <a:pt x="254279" y="1577340"/>
                  </a:lnTo>
                  <a:close/>
                </a:path>
                <a:path w="2324100" h="1584960">
                  <a:moveTo>
                    <a:pt x="266700" y="0"/>
                  </a:moveTo>
                  <a:lnTo>
                    <a:pt x="243852" y="0"/>
                  </a:lnTo>
                  <a:lnTo>
                    <a:pt x="238391" y="139"/>
                  </a:lnTo>
                  <a:lnTo>
                    <a:pt x="238569" y="7747"/>
                  </a:lnTo>
                  <a:lnTo>
                    <a:pt x="243840" y="7620"/>
                  </a:lnTo>
                  <a:lnTo>
                    <a:pt x="266700" y="7620"/>
                  </a:lnTo>
                  <a:lnTo>
                    <a:pt x="266700" y="0"/>
                  </a:lnTo>
                  <a:close/>
                </a:path>
                <a:path w="2324100" h="1584960">
                  <a:moveTo>
                    <a:pt x="292379" y="1577340"/>
                  </a:moveTo>
                  <a:lnTo>
                    <a:pt x="269519" y="1577340"/>
                  </a:lnTo>
                  <a:lnTo>
                    <a:pt x="269519" y="1584960"/>
                  </a:lnTo>
                  <a:lnTo>
                    <a:pt x="292379" y="1584960"/>
                  </a:lnTo>
                  <a:lnTo>
                    <a:pt x="292379" y="1577340"/>
                  </a:lnTo>
                  <a:close/>
                </a:path>
                <a:path w="2324100" h="1584960">
                  <a:moveTo>
                    <a:pt x="304800" y="0"/>
                  </a:moveTo>
                  <a:lnTo>
                    <a:pt x="281940" y="0"/>
                  </a:lnTo>
                  <a:lnTo>
                    <a:pt x="281940" y="7620"/>
                  </a:lnTo>
                  <a:lnTo>
                    <a:pt x="304800" y="7620"/>
                  </a:lnTo>
                  <a:lnTo>
                    <a:pt x="304800" y="0"/>
                  </a:lnTo>
                  <a:close/>
                </a:path>
                <a:path w="2324100" h="1584960">
                  <a:moveTo>
                    <a:pt x="330479" y="1577340"/>
                  </a:moveTo>
                  <a:lnTo>
                    <a:pt x="307619" y="1577340"/>
                  </a:lnTo>
                  <a:lnTo>
                    <a:pt x="307619" y="1584960"/>
                  </a:lnTo>
                  <a:lnTo>
                    <a:pt x="330479" y="1584960"/>
                  </a:lnTo>
                  <a:lnTo>
                    <a:pt x="330479" y="1577340"/>
                  </a:lnTo>
                  <a:close/>
                </a:path>
                <a:path w="2324100" h="1584960">
                  <a:moveTo>
                    <a:pt x="342900" y="0"/>
                  </a:moveTo>
                  <a:lnTo>
                    <a:pt x="320040" y="0"/>
                  </a:lnTo>
                  <a:lnTo>
                    <a:pt x="320040" y="7620"/>
                  </a:lnTo>
                  <a:lnTo>
                    <a:pt x="342900" y="7620"/>
                  </a:lnTo>
                  <a:lnTo>
                    <a:pt x="342900" y="0"/>
                  </a:lnTo>
                  <a:close/>
                </a:path>
                <a:path w="2324100" h="1584960">
                  <a:moveTo>
                    <a:pt x="368579" y="1577340"/>
                  </a:moveTo>
                  <a:lnTo>
                    <a:pt x="345719" y="1577340"/>
                  </a:lnTo>
                  <a:lnTo>
                    <a:pt x="345719" y="1584960"/>
                  </a:lnTo>
                  <a:lnTo>
                    <a:pt x="368579" y="1584960"/>
                  </a:lnTo>
                  <a:lnTo>
                    <a:pt x="368579" y="1577340"/>
                  </a:lnTo>
                  <a:close/>
                </a:path>
                <a:path w="2324100" h="1584960">
                  <a:moveTo>
                    <a:pt x="381000" y="0"/>
                  </a:moveTo>
                  <a:lnTo>
                    <a:pt x="358140" y="0"/>
                  </a:lnTo>
                  <a:lnTo>
                    <a:pt x="358140" y="7620"/>
                  </a:lnTo>
                  <a:lnTo>
                    <a:pt x="381000" y="7620"/>
                  </a:lnTo>
                  <a:lnTo>
                    <a:pt x="381000" y="0"/>
                  </a:lnTo>
                  <a:close/>
                </a:path>
                <a:path w="2324100" h="1584960">
                  <a:moveTo>
                    <a:pt x="406679" y="1577340"/>
                  </a:moveTo>
                  <a:lnTo>
                    <a:pt x="383819" y="1577340"/>
                  </a:lnTo>
                  <a:lnTo>
                    <a:pt x="383819" y="1584960"/>
                  </a:lnTo>
                  <a:lnTo>
                    <a:pt x="406679" y="1584960"/>
                  </a:lnTo>
                  <a:lnTo>
                    <a:pt x="406679" y="1577340"/>
                  </a:lnTo>
                  <a:close/>
                </a:path>
                <a:path w="2324100" h="1584960">
                  <a:moveTo>
                    <a:pt x="419100" y="0"/>
                  </a:moveTo>
                  <a:lnTo>
                    <a:pt x="396240" y="0"/>
                  </a:lnTo>
                  <a:lnTo>
                    <a:pt x="396240" y="7620"/>
                  </a:lnTo>
                  <a:lnTo>
                    <a:pt x="419100" y="7620"/>
                  </a:lnTo>
                  <a:lnTo>
                    <a:pt x="419100" y="0"/>
                  </a:lnTo>
                  <a:close/>
                </a:path>
                <a:path w="2324100" h="1584960">
                  <a:moveTo>
                    <a:pt x="444779" y="1577340"/>
                  </a:moveTo>
                  <a:lnTo>
                    <a:pt x="421919" y="1577340"/>
                  </a:lnTo>
                  <a:lnTo>
                    <a:pt x="421919" y="1584960"/>
                  </a:lnTo>
                  <a:lnTo>
                    <a:pt x="444779" y="1584960"/>
                  </a:lnTo>
                  <a:lnTo>
                    <a:pt x="444779" y="1577340"/>
                  </a:lnTo>
                  <a:close/>
                </a:path>
                <a:path w="2324100" h="1584960">
                  <a:moveTo>
                    <a:pt x="457200" y="0"/>
                  </a:moveTo>
                  <a:lnTo>
                    <a:pt x="434340" y="0"/>
                  </a:lnTo>
                  <a:lnTo>
                    <a:pt x="434340" y="7620"/>
                  </a:lnTo>
                  <a:lnTo>
                    <a:pt x="457200" y="7620"/>
                  </a:lnTo>
                  <a:lnTo>
                    <a:pt x="457200" y="0"/>
                  </a:lnTo>
                  <a:close/>
                </a:path>
                <a:path w="2324100" h="1584960">
                  <a:moveTo>
                    <a:pt x="482879" y="1577340"/>
                  </a:moveTo>
                  <a:lnTo>
                    <a:pt x="460019" y="1577340"/>
                  </a:lnTo>
                  <a:lnTo>
                    <a:pt x="460019" y="1584960"/>
                  </a:lnTo>
                  <a:lnTo>
                    <a:pt x="482879" y="1584960"/>
                  </a:lnTo>
                  <a:lnTo>
                    <a:pt x="482879" y="1577340"/>
                  </a:lnTo>
                  <a:close/>
                </a:path>
                <a:path w="2324100" h="1584960">
                  <a:moveTo>
                    <a:pt x="495300" y="0"/>
                  </a:moveTo>
                  <a:lnTo>
                    <a:pt x="472440" y="0"/>
                  </a:lnTo>
                  <a:lnTo>
                    <a:pt x="472440" y="7620"/>
                  </a:lnTo>
                  <a:lnTo>
                    <a:pt x="495300" y="7620"/>
                  </a:lnTo>
                  <a:lnTo>
                    <a:pt x="495300" y="0"/>
                  </a:lnTo>
                  <a:close/>
                </a:path>
                <a:path w="2324100" h="1584960">
                  <a:moveTo>
                    <a:pt x="520979" y="1577340"/>
                  </a:moveTo>
                  <a:lnTo>
                    <a:pt x="498119" y="1577340"/>
                  </a:lnTo>
                  <a:lnTo>
                    <a:pt x="498119" y="1584960"/>
                  </a:lnTo>
                  <a:lnTo>
                    <a:pt x="520979" y="1584960"/>
                  </a:lnTo>
                  <a:lnTo>
                    <a:pt x="520979" y="1577340"/>
                  </a:lnTo>
                  <a:close/>
                </a:path>
                <a:path w="2324100" h="1584960">
                  <a:moveTo>
                    <a:pt x="533400" y="0"/>
                  </a:moveTo>
                  <a:lnTo>
                    <a:pt x="510540" y="0"/>
                  </a:lnTo>
                  <a:lnTo>
                    <a:pt x="510540" y="7620"/>
                  </a:lnTo>
                  <a:lnTo>
                    <a:pt x="533400" y="7620"/>
                  </a:lnTo>
                  <a:lnTo>
                    <a:pt x="533400" y="0"/>
                  </a:lnTo>
                  <a:close/>
                </a:path>
                <a:path w="2324100" h="1584960">
                  <a:moveTo>
                    <a:pt x="559079" y="1577340"/>
                  </a:moveTo>
                  <a:lnTo>
                    <a:pt x="536219" y="1577340"/>
                  </a:lnTo>
                  <a:lnTo>
                    <a:pt x="536219" y="1584960"/>
                  </a:lnTo>
                  <a:lnTo>
                    <a:pt x="559079" y="1584960"/>
                  </a:lnTo>
                  <a:lnTo>
                    <a:pt x="559079" y="1577340"/>
                  </a:lnTo>
                  <a:close/>
                </a:path>
                <a:path w="2324100" h="1584960">
                  <a:moveTo>
                    <a:pt x="571500" y="0"/>
                  </a:moveTo>
                  <a:lnTo>
                    <a:pt x="548640" y="0"/>
                  </a:lnTo>
                  <a:lnTo>
                    <a:pt x="548640" y="7620"/>
                  </a:lnTo>
                  <a:lnTo>
                    <a:pt x="571500" y="7620"/>
                  </a:lnTo>
                  <a:lnTo>
                    <a:pt x="571500" y="0"/>
                  </a:lnTo>
                  <a:close/>
                </a:path>
                <a:path w="2324100" h="1584960">
                  <a:moveTo>
                    <a:pt x="597179" y="1577340"/>
                  </a:moveTo>
                  <a:lnTo>
                    <a:pt x="574319" y="1577340"/>
                  </a:lnTo>
                  <a:lnTo>
                    <a:pt x="574319" y="1584960"/>
                  </a:lnTo>
                  <a:lnTo>
                    <a:pt x="597179" y="1584960"/>
                  </a:lnTo>
                  <a:lnTo>
                    <a:pt x="597179" y="1577340"/>
                  </a:lnTo>
                  <a:close/>
                </a:path>
                <a:path w="2324100" h="1584960">
                  <a:moveTo>
                    <a:pt x="609600" y="0"/>
                  </a:moveTo>
                  <a:lnTo>
                    <a:pt x="586740" y="0"/>
                  </a:lnTo>
                  <a:lnTo>
                    <a:pt x="586740" y="7620"/>
                  </a:lnTo>
                  <a:lnTo>
                    <a:pt x="609600" y="7620"/>
                  </a:lnTo>
                  <a:lnTo>
                    <a:pt x="609600" y="0"/>
                  </a:lnTo>
                  <a:close/>
                </a:path>
                <a:path w="2324100" h="1584960">
                  <a:moveTo>
                    <a:pt x="635279" y="1577340"/>
                  </a:moveTo>
                  <a:lnTo>
                    <a:pt x="612419" y="1577340"/>
                  </a:lnTo>
                  <a:lnTo>
                    <a:pt x="612419" y="1584960"/>
                  </a:lnTo>
                  <a:lnTo>
                    <a:pt x="635279" y="1584960"/>
                  </a:lnTo>
                  <a:lnTo>
                    <a:pt x="635279" y="1577340"/>
                  </a:lnTo>
                  <a:close/>
                </a:path>
                <a:path w="2324100" h="1584960">
                  <a:moveTo>
                    <a:pt x="647700" y="0"/>
                  </a:moveTo>
                  <a:lnTo>
                    <a:pt x="624840" y="0"/>
                  </a:lnTo>
                  <a:lnTo>
                    <a:pt x="624840" y="7620"/>
                  </a:lnTo>
                  <a:lnTo>
                    <a:pt x="647700" y="7620"/>
                  </a:lnTo>
                  <a:lnTo>
                    <a:pt x="647700" y="0"/>
                  </a:lnTo>
                  <a:close/>
                </a:path>
                <a:path w="2324100" h="1584960">
                  <a:moveTo>
                    <a:pt x="673379" y="1577340"/>
                  </a:moveTo>
                  <a:lnTo>
                    <a:pt x="650519" y="1577340"/>
                  </a:lnTo>
                  <a:lnTo>
                    <a:pt x="650519" y="1584960"/>
                  </a:lnTo>
                  <a:lnTo>
                    <a:pt x="673379" y="1584960"/>
                  </a:lnTo>
                  <a:lnTo>
                    <a:pt x="673379" y="1577340"/>
                  </a:lnTo>
                  <a:close/>
                </a:path>
                <a:path w="2324100" h="1584960">
                  <a:moveTo>
                    <a:pt x="685800" y="0"/>
                  </a:moveTo>
                  <a:lnTo>
                    <a:pt x="662940" y="0"/>
                  </a:lnTo>
                  <a:lnTo>
                    <a:pt x="662940" y="7620"/>
                  </a:lnTo>
                  <a:lnTo>
                    <a:pt x="685800" y="7620"/>
                  </a:lnTo>
                  <a:lnTo>
                    <a:pt x="685800" y="0"/>
                  </a:lnTo>
                  <a:close/>
                </a:path>
                <a:path w="2324100" h="1584960">
                  <a:moveTo>
                    <a:pt x="711479" y="1577340"/>
                  </a:moveTo>
                  <a:lnTo>
                    <a:pt x="688619" y="1577340"/>
                  </a:lnTo>
                  <a:lnTo>
                    <a:pt x="688619" y="1584960"/>
                  </a:lnTo>
                  <a:lnTo>
                    <a:pt x="711479" y="1584960"/>
                  </a:lnTo>
                  <a:lnTo>
                    <a:pt x="711479" y="1577340"/>
                  </a:lnTo>
                  <a:close/>
                </a:path>
                <a:path w="2324100" h="1584960">
                  <a:moveTo>
                    <a:pt x="723900" y="0"/>
                  </a:moveTo>
                  <a:lnTo>
                    <a:pt x="701040" y="0"/>
                  </a:lnTo>
                  <a:lnTo>
                    <a:pt x="701040" y="7620"/>
                  </a:lnTo>
                  <a:lnTo>
                    <a:pt x="723900" y="7620"/>
                  </a:lnTo>
                  <a:lnTo>
                    <a:pt x="723900" y="0"/>
                  </a:lnTo>
                  <a:close/>
                </a:path>
                <a:path w="2324100" h="1584960">
                  <a:moveTo>
                    <a:pt x="749579" y="1577340"/>
                  </a:moveTo>
                  <a:lnTo>
                    <a:pt x="726719" y="1577340"/>
                  </a:lnTo>
                  <a:lnTo>
                    <a:pt x="726719" y="1584960"/>
                  </a:lnTo>
                  <a:lnTo>
                    <a:pt x="749579" y="1584960"/>
                  </a:lnTo>
                  <a:lnTo>
                    <a:pt x="749579" y="1577340"/>
                  </a:lnTo>
                  <a:close/>
                </a:path>
                <a:path w="2324100" h="1584960">
                  <a:moveTo>
                    <a:pt x="762000" y="0"/>
                  </a:moveTo>
                  <a:lnTo>
                    <a:pt x="739140" y="0"/>
                  </a:lnTo>
                  <a:lnTo>
                    <a:pt x="739140" y="7620"/>
                  </a:lnTo>
                  <a:lnTo>
                    <a:pt x="762000" y="7620"/>
                  </a:lnTo>
                  <a:lnTo>
                    <a:pt x="762000" y="0"/>
                  </a:lnTo>
                  <a:close/>
                </a:path>
                <a:path w="2324100" h="1584960">
                  <a:moveTo>
                    <a:pt x="787679" y="1577340"/>
                  </a:moveTo>
                  <a:lnTo>
                    <a:pt x="764819" y="1577340"/>
                  </a:lnTo>
                  <a:lnTo>
                    <a:pt x="764819" y="1584960"/>
                  </a:lnTo>
                  <a:lnTo>
                    <a:pt x="787679" y="1584960"/>
                  </a:lnTo>
                  <a:lnTo>
                    <a:pt x="787679" y="1577340"/>
                  </a:lnTo>
                  <a:close/>
                </a:path>
                <a:path w="2324100" h="1584960">
                  <a:moveTo>
                    <a:pt x="800100" y="0"/>
                  </a:moveTo>
                  <a:lnTo>
                    <a:pt x="777240" y="0"/>
                  </a:lnTo>
                  <a:lnTo>
                    <a:pt x="777240" y="7620"/>
                  </a:lnTo>
                  <a:lnTo>
                    <a:pt x="800100" y="7620"/>
                  </a:lnTo>
                  <a:lnTo>
                    <a:pt x="800100" y="0"/>
                  </a:lnTo>
                  <a:close/>
                </a:path>
                <a:path w="2324100" h="1584960">
                  <a:moveTo>
                    <a:pt x="825779" y="1577340"/>
                  </a:moveTo>
                  <a:lnTo>
                    <a:pt x="802919" y="1577340"/>
                  </a:lnTo>
                  <a:lnTo>
                    <a:pt x="802919" y="1584960"/>
                  </a:lnTo>
                  <a:lnTo>
                    <a:pt x="825779" y="1584960"/>
                  </a:lnTo>
                  <a:lnTo>
                    <a:pt x="825779" y="1577340"/>
                  </a:lnTo>
                  <a:close/>
                </a:path>
                <a:path w="2324100" h="1584960">
                  <a:moveTo>
                    <a:pt x="838200" y="0"/>
                  </a:moveTo>
                  <a:lnTo>
                    <a:pt x="815340" y="0"/>
                  </a:lnTo>
                  <a:lnTo>
                    <a:pt x="815340" y="7620"/>
                  </a:lnTo>
                  <a:lnTo>
                    <a:pt x="838200" y="7620"/>
                  </a:lnTo>
                  <a:lnTo>
                    <a:pt x="838200" y="0"/>
                  </a:lnTo>
                  <a:close/>
                </a:path>
                <a:path w="2324100" h="1584960">
                  <a:moveTo>
                    <a:pt x="863879" y="1577340"/>
                  </a:moveTo>
                  <a:lnTo>
                    <a:pt x="841019" y="1577340"/>
                  </a:lnTo>
                  <a:lnTo>
                    <a:pt x="841019" y="1584960"/>
                  </a:lnTo>
                  <a:lnTo>
                    <a:pt x="863879" y="1584960"/>
                  </a:lnTo>
                  <a:lnTo>
                    <a:pt x="863879" y="1577340"/>
                  </a:lnTo>
                  <a:close/>
                </a:path>
                <a:path w="2324100" h="1584960">
                  <a:moveTo>
                    <a:pt x="876300" y="0"/>
                  </a:moveTo>
                  <a:lnTo>
                    <a:pt x="853440" y="0"/>
                  </a:lnTo>
                  <a:lnTo>
                    <a:pt x="853440" y="7620"/>
                  </a:lnTo>
                  <a:lnTo>
                    <a:pt x="876300" y="7620"/>
                  </a:lnTo>
                  <a:lnTo>
                    <a:pt x="876300" y="0"/>
                  </a:lnTo>
                  <a:close/>
                </a:path>
                <a:path w="2324100" h="1584960">
                  <a:moveTo>
                    <a:pt x="901979" y="1577340"/>
                  </a:moveTo>
                  <a:lnTo>
                    <a:pt x="879119" y="1577340"/>
                  </a:lnTo>
                  <a:lnTo>
                    <a:pt x="879119" y="1584960"/>
                  </a:lnTo>
                  <a:lnTo>
                    <a:pt x="901979" y="1584960"/>
                  </a:lnTo>
                  <a:lnTo>
                    <a:pt x="901979" y="1577340"/>
                  </a:lnTo>
                  <a:close/>
                </a:path>
                <a:path w="2324100" h="1584960">
                  <a:moveTo>
                    <a:pt x="914400" y="0"/>
                  </a:moveTo>
                  <a:lnTo>
                    <a:pt x="891540" y="0"/>
                  </a:lnTo>
                  <a:lnTo>
                    <a:pt x="891540" y="7620"/>
                  </a:lnTo>
                  <a:lnTo>
                    <a:pt x="914400" y="7620"/>
                  </a:lnTo>
                  <a:lnTo>
                    <a:pt x="914400" y="0"/>
                  </a:lnTo>
                  <a:close/>
                </a:path>
                <a:path w="2324100" h="1584960">
                  <a:moveTo>
                    <a:pt x="940079" y="1577340"/>
                  </a:moveTo>
                  <a:lnTo>
                    <a:pt x="917219" y="1577340"/>
                  </a:lnTo>
                  <a:lnTo>
                    <a:pt x="917219" y="1584960"/>
                  </a:lnTo>
                  <a:lnTo>
                    <a:pt x="940079" y="1584960"/>
                  </a:lnTo>
                  <a:lnTo>
                    <a:pt x="940079" y="1577340"/>
                  </a:lnTo>
                  <a:close/>
                </a:path>
                <a:path w="2324100" h="1584960">
                  <a:moveTo>
                    <a:pt x="952500" y="0"/>
                  </a:moveTo>
                  <a:lnTo>
                    <a:pt x="929640" y="0"/>
                  </a:lnTo>
                  <a:lnTo>
                    <a:pt x="929640" y="7620"/>
                  </a:lnTo>
                  <a:lnTo>
                    <a:pt x="952500" y="7620"/>
                  </a:lnTo>
                  <a:lnTo>
                    <a:pt x="952500" y="0"/>
                  </a:lnTo>
                  <a:close/>
                </a:path>
                <a:path w="2324100" h="1584960">
                  <a:moveTo>
                    <a:pt x="978179" y="1577340"/>
                  </a:moveTo>
                  <a:lnTo>
                    <a:pt x="955319" y="1577340"/>
                  </a:lnTo>
                  <a:lnTo>
                    <a:pt x="955319" y="1584960"/>
                  </a:lnTo>
                  <a:lnTo>
                    <a:pt x="978179" y="1584960"/>
                  </a:lnTo>
                  <a:lnTo>
                    <a:pt x="978179" y="1577340"/>
                  </a:lnTo>
                  <a:close/>
                </a:path>
                <a:path w="2324100" h="1584960">
                  <a:moveTo>
                    <a:pt x="990600" y="0"/>
                  </a:moveTo>
                  <a:lnTo>
                    <a:pt x="967740" y="0"/>
                  </a:lnTo>
                  <a:lnTo>
                    <a:pt x="967740" y="7620"/>
                  </a:lnTo>
                  <a:lnTo>
                    <a:pt x="990600" y="7620"/>
                  </a:lnTo>
                  <a:lnTo>
                    <a:pt x="990600" y="0"/>
                  </a:lnTo>
                  <a:close/>
                </a:path>
                <a:path w="2324100" h="1584960">
                  <a:moveTo>
                    <a:pt x="1016279" y="1577340"/>
                  </a:moveTo>
                  <a:lnTo>
                    <a:pt x="993419" y="1577340"/>
                  </a:lnTo>
                  <a:lnTo>
                    <a:pt x="993419" y="1584960"/>
                  </a:lnTo>
                  <a:lnTo>
                    <a:pt x="1016279" y="1584960"/>
                  </a:lnTo>
                  <a:lnTo>
                    <a:pt x="1016279" y="1577340"/>
                  </a:lnTo>
                  <a:close/>
                </a:path>
                <a:path w="2324100" h="1584960">
                  <a:moveTo>
                    <a:pt x="1028700" y="0"/>
                  </a:moveTo>
                  <a:lnTo>
                    <a:pt x="1005840" y="0"/>
                  </a:lnTo>
                  <a:lnTo>
                    <a:pt x="1005840" y="7620"/>
                  </a:lnTo>
                  <a:lnTo>
                    <a:pt x="1028700" y="7620"/>
                  </a:lnTo>
                  <a:lnTo>
                    <a:pt x="1028700" y="0"/>
                  </a:lnTo>
                  <a:close/>
                </a:path>
                <a:path w="2324100" h="1584960">
                  <a:moveTo>
                    <a:pt x="1054379" y="1577340"/>
                  </a:moveTo>
                  <a:lnTo>
                    <a:pt x="1031519" y="1577340"/>
                  </a:lnTo>
                  <a:lnTo>
                    <a:pt x="1031519" y="1584960"/>
                  </a:lnTo>
                  <a:lnTo>
                    <a:pt x="1054379" y="1584960"/>
                  </a:lnTo>
                  <a:lnTo>
                    <a:pt x="1054379" y="1577340"/>
                  </a:lnTo>
                  <a:close/>
                </a:path>
                <a:path w="2324100" h="1584960">
                  <a:moveTo>
                    <a:pt x="1066800" y="0"/>
                  </a:moveTo>
                  <a:lnTo>
                    <a:pt x="1043940" y="0"/>
                  </a:lnTo>
                  <a:lnTo>
                    <a:pt x="1043940" y="7620"/>
                  </a:lnTo>
                  <a:lnTo>
                    <a:pt x="1066800" y="7620"/>
                  </a:lnTo>
                  <a:lnTo>
                    <a:pt x="1066800" y="0"/>
                  </a:lnTo>
                  <a:close/>
                </a:path>
                <a:path w="2324100" h="1584960">
                  <a:moveTo>
                    <a:pt x="1092479" y="1577340"/>
                  </a:moveTo>
                  <a:lnTo>
                    <a:pt x="1069619" y="1577340"/>
                  </a:lnTo>
                  <a:lnTo>
                    <a:pt x="1069619" y="1584960"/>
                  </a:lnTo>
                  <a:lnTo>
                    <a:pt x="1092479" y="1584960"/>
                  </a:lnTo>
                  <a:lnTo>
                    <a:pt x="1092479" y="1577340"/>
                  </a:lnTo>
                  <a:close/>
                </a:path>
                <a:path w="2324100" h="1584960">
                  <a:moveTo>
                    <a:pt x="1104900" y="0"/>
                  </a:moveTo>
                  <a:lnTo>
                    <a:pt x="1082040" y="0"/>
                  </a:lnTo>
                  <a:lnTo>
                    <a:pt x="1082040" y="7620"/>
                  </a:lnTo>
                  <a:lnTo>
                    <a:pt x="1104900" y="7620"/>
                  </a:lnTo>
                  <a:lnTo>
                    <a:pt x="1104900" y="0"/>
                  </a:lnTo>
                  <a:close/>
                </a:path>
                <a:path w="2324100" h="1584960">
                  <a:moveTo>
                    <a:pt x="1130579" y="1577340"/>
                  </a:moveTo>
                  <a:lnTo>
                    <a:pt x="1107719" y="1577340"/>
                  </a:lnTo>
                  <a:lnTo>
                    <a:pt x="1107719" y="1584960"/>
                  </a:lnTo>
                  <a:lnTo>
                    <a:pt x="1130579" y="1584960"/>
                  </a:lnTo>
                  <a:lnTo>
                    <a:pt x="1130579" y="1577340"/>
                  </a:lnTo>
                  <a:close/>
                </a:path>
                <a:path w="2324100" h="1584960">
                  <a:moveTo>
                    <a:pt x="1143000" y="0"/>
                  </a:moveTo>
                  <a:lnTo>
                    <a:pt x="1120140" y="0"/>
                  </a:lnTo>
                  <a:lnTo>
                    <a:pt x="1120140" y="7620"/>
                  </a:lnTo>
                  <a:lnTo>
                    <a:pt x="1143000" y="7620"/>
                  </a:lnTo>
                  <a:lnTo>
                    <a:pt x="1143000" y="0"/>
                  </a:lnTo>
                  <a:close/>
                </a:path>
                <a:path w="2324100" h="1584960">
                  <a:moveTo>
                    <a:pt x="1168679" y="1577340"/>
                  </a:moveTo>
                  <a:lnTo>
                    <a:pt x="1145819" y="1577340"/>
                  </a:lnTo>
                  <a:lnTo>
                    <a:pt x="1145819" y="1584960"/>
                  </a:lnTo>
                  <a:lnTo>
                    <a:pt x="1168679" y="1584960"/>
                  </a:lnTo>
                  <a:lnTo>
                    <a:pt x="1168679" y="1577340"/>
                  </a:lnTo>
                  <a:close/>
                </a:path>
                <a:path w="2324100" h="1584960">
                  <a:moveTo>
                    <a:pt x="1181100" y="0"/>
                  </a:moveTo>
                  <a:lnTo>
                    <a:pt x="1158240" y="0"/>
                  </a:lnTo>
                  <a:lnTo>
                    <a:pt x="1158240" y="7620"/>
                  </a:lnTo>
                  <a:lnTo>
                    <a:pt x="1181100" y="7620"/>
                  </a:lnTo>
                  <a:lnTo>
                    <a:pt x="1181100" y="0"/>
                  </a:lnTo>
                  <a:close/>
                </a:path>
                <a:path w="2324100" h="1584960">
                  <a:moveTo>
                    <a:pt x="1206779" y="1577340"/>
                  </a:moveTo>
                  <a:lnTo>
                    <a:pt x="1183919" y="1577340"/>
                  </a:lnTo>
                  <a:lnTo>
                    <a:pt x="1183919" y="1584960"/>
                  </a:lnTo>
                  <a:lnTo>
                    <a:pt x="1206779" y="1584960"/>
                  </a:lnTo>
                  <a:lnTo>
                    <a:pt x="1206779" y="1577340"/>
                  </a:lnTo>
                  <a:close/>
                </a:path>
                <a:path w="2324100" h="1584960">
                  <a:moveTo>
                    <a:pt x="1219200" y="0"/>
                  </a:moveTo>
                  <a:lnTo>
                    <a:pt x="1196340" y="0"/>
                  </a:lnTo>
                  <a:lnTo>
                    <a:pt x="1196340" y="7620"/>
                  </a:lnTo>
                  <a:lnTo>
                    <a:pt x="1219200" y="7620"/>
                  </a:lnTo>
                  <a:lnTo>
                    <a:pt x="1219200" y="0"/>
                  </a:lnTo>
                  <a:close/>
                </a:path>
                <a:path w="2324100" h="1584960">
                  <a:moveTo>
                    <a:pt x="1244879" y="1577340"/>
                  </a:moveTo>
                  <a:lnTo>
                    <a:pt x="1222019" y="1577340"/>
                  </a:lnTo>
                  <a:lnTo>
                    <a:pt x="1222019" y="1584960"/>
                  </a:lnTo>
                  <a:lnTo>
                    <a:pt x="1244879" y="1584960"/>
                  </a:lnTo>
                  <a:lnTo>
                    <a:pt x="1244879" y="1577340"/>
                  </a:lnTo>
                  <a:close/>
                </a:path>
                <a:path w="2324100" h="1584960">
                  <a:moveTo>
                    <a:pt x="1257300" y="0"/>
                  </a:moveTo>
                  <a:lnTo>
                    <a:pt x="1234440" y="0"/>
                  </a:lnTo>
                  <a:lnTo>
                    <a:pt x="1234440" y="7620"/>
                  </a:lnTo>
                  <a:lnTo>
                    <a:pt x="1257300" y="7620"/>
                  </a:lnTo>
                  <a:lnTo>
                    <a:pt x="1257300" y="0"/>
                  </a:lnTo>
                  <a:close/>
                </a:path>
                <a:path w="2324100" h="1584960">
                  <a:moveTo>
                    <a:pt x="1282979" y="1577340"/>
                  </a:moveTo>
                  <a:lnTo>
                    <a:pt x="1260119" y="1577340"/>
                  </a:lnTo>
                  <a:lnTo>
                    <a:pt x="1260119" y="1584960"/>
                  </a:lnTo>
                  <a:lnTo>
                    <a:pt x="1282979" y="1584960"/>
                  </a:lnTo>
                  <a:lnTo>
                    <a:pt x="1282979" y="1577340"/>
                  </a:lnTo>
                  <a:close/>
                </a:path>
                <a:path w="2324100" h="1584960">
                  <a:moveTo>
                    <a:pt x="1295400" y="0"/>
                  </a:moveTo>
                  <a:lnTo>
                    <a:pt x="1272540" y="0"/>
                  </a:lnTo>
                  <a:lnTo>
                    <a:pt x="1272540" y="7620"/>
                  </a:lnTo>
                  <a:lnTo>
                    <a:pt x="1295400" y="7620"/>
                  </a:lnTo>
                  <a:lnTo>
                    <a:pt x="1295400" y="0"/>
                  </a:lnTo>
                  <a:close/>
                </a:path>
                <a:path w="2324100" h="1584960">
                  <a:moveTo>
                    <a:pt x="1321079" y="1577340"/>
                  </a:moveTo>
                  <a:lnTo>
                    <a:pt x="1298219" y="1577340"/>
                  </a:lnTo>
                  <a:lnTo>
                    <a:pt x="1298219" y="1584960"/>
                  </a:lnTo>
                  <a:lnTo>
                    <a:pt x="1321079" y="1584960"/>
                  </a:lnTo>
                  <a:lnTo>
                    <a:pt x="1321079" y="1577340"/>
                  </a:lnTo>
                  <a:close/>
                </a:path>
                <a:path w="2324100" h="1584960">
                  <a:moveTo>
                    <a:pt x="1333500" y="0"/>
                  </a:moveTo>
                  <a:lnTo>
                    <a:pt x="1310640" y="0"/>
                  </a:lnTo>
                  <a:lnTo>
                    <a:pt x="1310640" y="7620"/>
                  </a:lnTo>
                  <a:lnTo>
                    <a:pt x="1333500" y="7620"/>
                  </a:lnTo>
                  <a:lnTo>
                    <a:pt x="1333500" y="0"/>
                  </a:lnTo>
                  <a:close/>
                </a:path>
                <a:path w="2324100" h="1584960">
                  <a:moveTo>
                    <a:pt x="1359179" y="1577340"/>
                  </a:moveTo>
                  <a:lnTo>
                    <a:pt x="1336319" y="1577340"/>
                  </a:lnTo>
                  <a:lnTo>
                    <a:pt x="1336319" y="1584960"/>
                  </a:lnTo>
                  <a:lnTo>
                    <a:pt x="1359179" y="1584960"/>
                  </a:lnTo>
                  <a:lnTo>
                    <a:pt x="1359179" y="1577340"/>
                  </a:lnTo>
                  <a:close/>
                </a:path>
                <a:path w="2324100" h="1584960">
                  <a:moveTo>
                    <a:pt x="1371600" y="0"/>
                  </a:moveTo>
                  <a:lnTo>
                    <a:pt x="1348740" y="0"/>
                  </a:lnTo>
                  <a:lnTo>
                    <a:pt x="1348740" y="7620"/>
                  </a:lnTo>
                  <a:lnTo>
                    <a:pt x="1371600" y="7620"/>
                  </a:lnTo>
                  <a:lnTo>
                    <a:pt x="1371600" y="0"/>
                  </a:lnTo>
                  <a:close/>
                </a:path>
                <a:path w="2324100" h="1584960">
                  <a:moveTo>
                    <a:pt x="1397279" y="1577340"/>
                  </a:moveTo>
                  <a:lnTo>
                    <a:pt x="1374419" y="1577340"/>
                  </a:lnTo>
                  <a:lnTo>
                    <a:pt x="1374419" y="1584960"/>
                  </a:lnTo>
                  <a:lnTo>
                    <a:pt x="1397279" y="1584960"/>
                  </a:lnTo>
                  <a:lnTo>
                    <a:pt x="1397279" y="1577340"/>
                  </a:lnTo>
                  <a:close/>
                </a:path>
                <a:path w="2324100" h="1584960">
                  <a:moveTo>
                    <a:pt x="1409700" y="0"/>
                  </a:moveTo>
                  <a:lnTo>
                    <a:pt x="1386840" y="0"/>
                  </a:lnTo>
                  <a:lnTo>
                    <a:pt x="1386840" y="7620"/>
                  </a:lnTo>
                  <a:lnTo>
                    <a:pt x="1409700" y="7620"/>
                  </a:lnTo>
                  <a:lnTo>
                    <a:pt x="1409700" y="0"/>
                  </a:lnTo>
                  <a:close/>
                </a:path>
                <a:path w="2324100" h="1584960">
                  <a:moveTo>
                    <a:pt x="1435379" y="1577340"/>
                  </a:moveTo>
                  <a:lnTo>
                    <a:pt x="1412519" y="1577340"/>
                  </a:lnTo>
                  <a:lnTo>
                    <a:pt x="1412519" y="1584960"/>
                  </a:lnTo>
                  <a:lnTo>
                    <a:pt x="1435379" y="1584960"/>
                  </a:lnTo>
                  <a:lnTo>
                    <a:pt x="1435379" y="1577340"/>
                  </a:lnTo>
                  <a:close/>
                </a:path>
                <a:path w="2324100" h="1584960">
                  <a:moveTo>
                    <a:pt x="1447800" y="0"/>
                  </a:moveTo>
                  <a:lnTo>
                    <a:pt x="1424940" y="0"/>
                  </a:lnTo>
                  <a:lnTo>
                    <a:pt x="1424940" y="7620"/>
                  </a:lnTo>
                  <a:lnTo>
                    <a:pt x="1447800" y="7620"/>
                  </a:lnTo>
                  <a:lnTo>
                    <a:pt x="1447800" y="0"/>
                  </a:lnTo>
                  <a:close/>
                </a:path>
                <a:path w="2324100" h="1584960">
                  <a:moveTo>
                    <a:pt x="1473479" y="1577340"/>
                  </a:moveTo>
                  <a:lnTo>
                    <a:pt x="1450619" y="1577340"/>
                  </a:lnTo>
                  <a:lnTo>
                    <a:pt x="1450619" y="1584960"/>
                  </a:lnTo>
                  <a:lnTo>
                    <a:pt x="1473479" y="1584960"/>
                  </a:lnTo>
                  <a:lnTo>
                    <a:pt x="1473479" y="1577340"/>
                  </a:lnTo>
                  <a:close/>
                </a:path>
                <a:path w="2324100" h="1584960">
                  <a:moveTo>
                    <a:pt x="1485900" y="0"/>
                  </a:moveTo>
                  <a:lnTo>
                    <a:pt x="1463040" y="0"/>
                  </a:lnTo>
                  <a:lnTo>
                    <a:pt x="1463040" y="7620"/>
                  </a:lnTo>
                  <a:lnTo>
                    <a:pt x="1485900" y="7620"/>
                  </a:lnTo>
                  <a:lnTo>
                    <a:pt x="1485900" y="0"/>
                  </a:lnTo>
                  <a:close/>
                </a:path>
                <a:path w="2324100" h="1584960">
                  <a:moveTo>
                    <a:pt x="1511579" y="1577340"/>
                  </a:moveTo>
                  <a:lnTo>
                    <a:pt x="1488719" y="1577340"/>
                  </a:lnTo>
                  <a:lnTo>
                    <a:pt x="1488719" y="1584960"/>
                  </a:lnTo>
                  <a:lnTo>
                    <a:pt x="1511579" y="1584960"/>
                  </a:lnTo>
                  <a:lnTo>
                    <a:pt x="1511579" y="1577340"/>
                  </a:lnTo>
                  <a:close/>
                </a:path>
                <a:path w="2324100" h="1584960">
                  <a:moveTo>
                    <a:pt x="1524000" y="0"/>
                  </a:moveTo>
                  <a:lnTo>
                    <a:pt x="1501140" y="0"/>
                  </a:lnTo>
                  <a:lnTo>
                    <a:pt x="1501140" y="7620"/>
                  </a:lnTo>
                  <a:lnTo>
                    <a:pt x="1524000" y="7620"/>
                  </a:lnTo>
                  <a:lnTo>
                    <a:pt x="1524000" y="0"/>
                  </a:lnTo>
                  <a:close/>
                </a:path>
                <a:path w="2324100" h="1584960">
                  <a:moveTo>
                    <a:pt x="1549679" y="1577340"/>
                  </a:moveTo>
                  <a:lnTo>
                    <a:pt x="1526819" y="1577340"/>
                  </a:lnTo>
                  <a:lnTo>
                    <a:pt x="1526819" y="1584960"/>
                  </a:lnTo>
                  <a:lnTo>
                    <a:pt x="1549679" y="1584960"/>
                  </a:lnTo>
                  <a:lnTo>
                    <a:pt x="1549679" y="1577340"/>
                  </a:lnTo>
                  <a:close/>
                </a:path>
                <a:path w="2324100" h="1584960">
                  <a:moveTo>
                    <a:pt x="1562100" y="0"/>
                  </a:moveTo>
                  <a:lnTo>
                    <a:pt x="1539240" y="0"/>
                  </a:lnTo>
                  <a:lnTo>
                    <a:pt x="1539240" y="7620"/>
                  </a:lnTo>
                  <a:lnTo>
                    <a:pt x="1562100" y="7620"/>
                  </a:lnTo>
                  <a:lnTo>
                    <a:pt x="1562100" y="0"/>
                  </a:lnTo>
                  <a:close/>
                </a:path>
                <a:path w="2324100" h="1584960">
                  <a:moveTo>
                    <a:pt x="1587779" y="1577340"/>
                  </a:moveTo>
                  <a:lnTo>
                    <a:pt x="1564919" y="1577340"/>
                  </a:lnTo>
                  <a:lnTo>
                    <a:pt x="1564919" y="1584960"/>
                  </a:lnTo>
                  <a:lnTo>
                    <a:pt x="1587779" y="1584960"/>
                  </a:lnTo>
                  <a:lnTo>
                    <a:pt x="1587779" y="1577340"/>
                  </a:lnTo>
                  <a:close/>
                </a:path>
                <a:path w="2324100" h="1584960">
                  <a:moveTo>
                    <a:pt x="1600200" y="0"/>
                  </a:moveTo>
                  <a:lnTo>
                    <a:pt x="1577340" y="0"/>
                  </a:lnTo>
                  <a:lnTo>
                    <a:pt x="1577340" y="7620"/>
                  </a:lnTo>
                  <a:lnTo>
                    <a:pt x="1600200" y="7620"/>
                  </a:lnTo>
                  <a:lnTo>
                    <a:pt x="1600200" y="0"/>
                  </a:lnTo>
                  <a:close/>
                </a:path>
                <a:path w="2324100" h="1584960">
                  <a:moveTo>
                    <a:pt x="1625879" y="1577340"/>
                  </a:moveTo>
                  <a:lnTo>
                    <a:pt x="1603019" y="1577340"/>
                  </a:lnTo>
                  <a:lnTo>
                    <a:pt x="1603019" y="1584960"/>
                  </a:lnTo>
                  <a:lnTo>
                    <a:pt x="1625879" y="1584960"/>
                  </a:lnTo>
                  <a:lnTo>
                    <a:pt x="1625879" y="1577340"/>
                  </a:lnTo>
                  <a:close/>
                </a:path>
                <a:path w="2324100" h="1584960">
                  <a:moveTo>
                    <a:pt x="1638300" y="0"/>
                  </a:moveTo>
                  <a:lnTo>
                    <a:pt x="1615440" y="0"/>
                  </a:lnTo>
                  <a:lnTo>
                    <a:pt x="1615440" y="7620"/>
                  </a:lnTo>
                  <a:lnTo>
                    <a:pt x="1638300" y="7620"/>
                  </a:lnTo>
                  <a:lnTo>
                    <a:pt x="1638300" y="0"/>
                  </a:lnTo>
                  <a:close/>
                </a:path>
                <a:path w="2324100" h="1584960">
                  <a:moveTo>
                    <a:pt x="1663979" y="1577340"/>
                  </a:moveTo>
                  <a:lnTo>
                    <a:pt x="1641119" y="1577340"/>
                  </a:lnTo>
                  <a:lnTo>
                    <a:pt x="1641119" y="1584960"/>
                  </a:lnTo>
                  <a:lnTo>
                    <a:pt x="1663979" y="1584960"/>
                  </a:lnTo>
                  <a:lnTo>
                    <a:pt x="1663979" y="1577340"/>
                  </a:lnTo>
                  <a:close/>
                </a:path>
                <a:path w="2324100" h="1584960">
                  <a:moveTo>
                    <a:pt x="1676400" y="0"/>
                  </a:moveTo>
                  <a:lnTo>
                    <a:pt x="1653540" y="0"/>
                  </a:lnTo>
                  <a:lnTo>
                    <a:pt x="1653540" y="7620"/>
                  </a:lnTo>
                  <a:lnTo>
                    <a:pt x="1676400" y="7620"/>
                  </a:lnTo>
                  <a:lnTo>
                    <a:pt x="1676400" y="0"/>
                  </a:lnTo>
                  <a:close/>
                </a:path>
                <a:path w="2324100" h="1584960">
                  <a:moveTo>
                    <a:pt x="1702079" y="1577340"/>
                  </a:moveTo>
                  <a:lnTo>
                    <a:pt x="1679219" y="1577340"/>
                  </a:lnTo>
                  <a:lnTo>
                    <a:pt x="1679219" y="1584960"/>
                  </a:lnTo>
                  <a:lnTo>
                    <a:pt x="1702079" y="1584960"/>
                  </a:lnTo>
                  <a:lnTo>
                    <a:pt x="1702079" y="1577340"/>
                  </a:lnTo>
                  <a:close/>
                </a:path>
                <a:path w="2324100" h="1584960">
                  <a:moveTo>
                    <a:pt x="1714500" y="0"/>
                  </a:moveTo>
                  <a:lnTo>
                    <a:pt x="1691640" y="0"/>
                  </a:lnTo>
                  <a:lnTo>
                    <a:pt x="1691640" y="7620"/>
                  </a:lnTo>
                  <a:lnTo>
                    <a:pt x="1714500" y="7620"/>
                  </a:lnTo>
                  <a:lnTo>
                    <a:pt x="1714500" y="0"/>
                  </a:lnTo>
                  <a:close/>
                </a:path>
                <a:path w="2324100" h="1584960">
                  <a:moveTo>
                    <a:pt x="1740179" y="1577340"/>
                  </a:moveTo>
                  <a:lnTo>
                    <a:pt x="1717319" y="1577340"/>
                  </a:lnTo>
                  <a:lnTo>
                    <a:pt x="1717319" y="1584960"/>
                  </a:lnTo>
                  <a:lnTo>
                    <a:pt x="1740179" y="1584960"/>
                  </a:lnTo>
                  <a:lnTo>
                    <a:pt x="1740179" y="1577340"/>
                  </a:lnTo>
                  <a:close/>
                </a:path>
                <a:path w="2324100" h="1584960">
                  <a:moveTo>
                    <a:pt x="1752600" y="0"/>
                  </a:moveTo>
                  <a:lnTo>
                    <a:pt x="1729740" y="0"/>
                  </a:lnTo>
                  <a:lnTo>
                    <a:pt x="1729740" y="7620"/>
                  </a:lnTo>
                  <a:lnTo>
                    <a:pt x="1752600" y="7620"/>
                  </a:lnTo>
                  <a:lnTo>
                    <a:pt x="1752600" y="0"/>
                  </a:lnTo>
                  <a:close/>
                </a:path>
                <a:path w="2324100" h="1584960">
                  <a:moveTo>
                    <a:pt x="1778279" y="1577340"/>
                  </a:moveTo>
                  <a:lnTo>
                    <a:pt x="1755419" y="1577340"/>
                  </a:lnTo>
                  <a:lnTo>
                    <a:pt x="1755419" y="1584960"/>
                  </a:lnTo>
                  <a:lnTo>
                    <a:pt x="1778279" y="1584960"/>
                  </a:lnTo>
                  <a:lnTo>
                    <a:pt x="1778279" y="1577340"/>
                  </a:lnTo>
                  <a:close/>
                </a:path>
                <a:path w="2324100" h="1584960">
                  <a:moveTo>
                    <a:pt x="1790700" y="0"/>
                  </a:moveTo>
                  <a:lnTo>
                    <a:pt x="1767840" y="0"/>
                  </a:lnTo>
                  <a:lnTo>
                    <a:pt x="1767840" y="7620"/>
                  </a:lnTo>
                  <a:lnTo>
                    <a:pt x="1790700" y="7620"/>
                  </a:lnTo>
                  <a:lnTo>
                    <a:pt x="1790700" y="0"/>
                  </a:lnTo>
                  <a:close/>
                </a:path>
                <a:path w="2324100" h="1584960">
                  <a:moveTo>
                    <a:pt x="1816379" y="1577340"/>
                  </a:moveTo>
                  <a:lnTo>
                    <a:pt x="1793519" y="1577340"/>
                  </a:lnTo>
                  <a:lnTo>
                    <a:pt x="1793519" y="1584960"/>
                  </a:lnTo>
                  <a:lnTo>
                    <a:pt x="1816379" y="1584960"/>
                  </a:lnTo>
                  <a:lnTo>
                    <a:pt x="1816379" y="1577340"/>
                  </a:lnTo>
                  <a:close/>
                </a:path>
                <a:path w="2324100" h="1584960">
                  <a:moveTo>
                    <a:pt x="1828800" y="0"/>
                  </a:moveTo>
                  <a:lnTo>
                    <a:pt x="1805940" y="0"/>
                  </a:lnTo>
                  <a:lnTo>
                    <a:pt x="1805940" y="7620"/>
                  </a:lnTo>
                  <a:lnTo>
                    <a:pt x="1828800" y="7620"/>
                  </a:lnTo>
                  <a:lnTo>
                    <a:pt x="1828800" y="0"/>
                  </a:lnTo>
                  <a:close/>
                </a:path>
                <a:path w="2324100" h="1584960">
                  <a:moveTo>
                    <a:pt x="1854479" y="1577340"/>
                  </a:moveTo>
                  <a:lnTo>
                    <a:pt x="1831619" y="1577340"/>
                  </a:lnTo>
                  <a:lnTo>
                    <a:pt x="1831619" y="1584960"/>
                  </a:lnTo>
                  <a:lnTo>
                    <a:pt x="1854479" y="1584960"/>
                  </a:lnTo>
                  <a:lnTo>
                    <a:pt x="1854479" y="1577340"/>
                  </a:lnTo>
                  <a:close/>
                </a:path>
                <a:path w="2324100" h="1584960">
                  <a:moveTo>
                    <a:pt x="1866900" y="0"/>
                  </a:moveTo>
                  <a:lnTo>
                    <a:pt x="1844040" y="0"/>
                  </a:lnTo>
                  <a:lnTo>
                    <a:pt x="1844040" y="7620"/>
                  </a:lnTo>
                  <a:lnTo>
                    <a:pt x="1866900" y="7620"/>
                  </a:lnTo>
                  <a:lnTo>
                    <a:pt x="1866900" y="0"/>
                  </a:lnTo>
                  <a:close/>
                </a:path>
                <a:path w="2324100" h="1584960">
                  <a:moveTo>
                    <a:pt x="1892579" y="1577340"/>
                  </a:moveTo>
                  <a:lnTo>
                    <a:pt x="1869719" y="1577340"/>
                  </a:lnTo>
                  <a:lnTo>
                    <a:pt x="1869719" y="1584960"/>
                  </a:lnTo>
                  <a:lnTo>
                    <a:pt x="1892579" y="1584960"/>
                  </a:lnTo>
                  <a:lnTo>
                    <a:pt x="1892579" y="1577340"/>
                  </a:lnTo>
                  <a:close/>
                </a:path>
                <a:path w="2324100" h="1584960">
                  <a:moveTo>
                    <a:pt x="1905000" y="0"/>
                  </a:moveTo>
                  <a:lnTo>
                    <a:pt x="1882140" y="0"/>
                  </a:lnTo>
                  <a:lnTo>
                    <a:pt x="1882140" y="7620"/>
                  </a:lnTo>
                  <a:lnTo>
                    <a:pt x="1905000" y="7620"/>
                  </a:lnTo>
                  <a:lnTo>
                    <a:pt x="1905000" y="0"/>
                  </a:lnTo>
                  <a:close/>
                </a:path>
                <a:path w="2324100" h="1584960">
                  <a:moveTo>
                    <a:pt x="1930679" y="1577340"/>
                  </a:moveTo>
                  <a:lnTo>
                    <a:pt x="1907819" y="1577340"/>
                  </a:lnTo>
                  <a:lnTo>
                    <a:pt x="1907819" y="1584960"/>
                  </a:lnTo>
                  <a:lnTo>
                    <a:pt x="1930679" y="1584960"/>
                  </a:lnTo>
                  <a:lnTo>
                    <a:pt x="1930679" y="1577340"/>
                  </a:lnTo>
                  <a:close/>
                </a:path>
                <a:path w="2324100" h="1584960">
                  <a:moveTo>
                    <a:pt x="1943100" y="0"/>
                  </a:moveTo>
                  <a:lnTo>
                    <a:pt x="1920240" y="0"/>
                  </a:lnTo>
                  <a:lnTo>
                    <a:pt x="1920240" y="7620"/>
                  </a:lnTo>
                  <a:lnTo>
                    <a:pt x="1943100" y="7620"/>
                  </a:lnTo>
                  <a:lnTo>
                    <a:pt x="1943100" y="0"/>
                  </a:lnTo>
                  <a:close/>
                </a:path>
                <a:path w="2324100" h="1584960">
                  <a:moveTo>
                    <a:pt x="1968779" y="1577340"/>
                  </a:moveTo>
                  <a:lnTo>
                    <a:pt x="1945919" y="1577340"/>
                  </a:lnTo>
                  <a:lnTo>
                    <a:pt x="1945919" y="1584960"/>
                  </a:lnTo>
                  <a:lnTo>
                    <a:pt x="1968779" y="1584960"/>
                  </a:lnTo>
                  <a:lnTo>
                    <a:pt x="1968779" y="1577340"/>
                  </a:lnTo>
                  <a:close/>
                </a:path>
                <a:path w="2324100" h="1584960">
                  <a:moveTo>
                    <a:pt x="1981200" y="0"/>
                  </a:moveTo>
                  <a:lnTo>
                    <a:pt x="1958340" y="0"/>
                  </a:lnTo>
                  <a:lnTo>
                    <a:pt x="1958340" y="7620"/>
                  </a:lnTo>
                  <a:lnTo>
                    <a:pt x="1981200" y="7620"/>
                  </a:lnTo>
                  <a:lnTo>
                    <a:pt x="1981200" y="0"/>
                  </a:lnTo>
                  <a:close/>
                </a:path>
                <a:path w="2324100" h="1584960">
                  <a:moveTo>
                    <a:pt x="2006879" y="1577340"/>
                  </a:moveTo>
                  <a:lnTo>
                    <a:pt x="1984019" y="1577340"/>
                  </a:lnTo>
                  <a:lnTo>
                    <a:pt x="1984019" y="1584960"/>
                  </a:lnTo>
                  <a:lnTo>
                    <a:pt x="2006879" y="1584960"/>
                  </a:lnTo>
                  <a:lnTo>
                    <a:pt x="2006879" y="1577340"/>
                  </a:lnTo>
                  <a:close/>
                </a:path>
                <a:path w="2324100" h="1584960">
                  <a:moveTo>
                    <a:pt x="2019300" y="0"/>
                  </a:moveTo>
                  <a:lnTo>
                    <a:pt x="1996440" y="0"/>
                  </a:lnTo>
                  <a:lnTo>
                    <a:pt x="1996440" y="7620"/>
                  </a:lnTo>
                  <a:lnTo>
                    <a:pt x="2019300" y="7620"/>
                  </a:lnTo>
                  <a:lnTo>
                    <a:pt x="2019300" y="0"/>
                  </a:lnTo>
                  <a:close/>
                </a:path>
                <a:path w="2324100" h="1584960">
                  <a:moveTo>
                    <a:pt x="2044979" y="1577340"/>
                  </a:moveTo>
                  <a:lnTo>
                    <a:pt x="2022119" y="1577340"/>
                  </a:lnTo>
                  <a:lnTo>
                    <a:pt x="2022119" y="1584960"/>
                  </a:lnTo>
                  <a:lnTo>
                    <a:pt x="2044979" y="1584960"/>
                  </a:lnTo>
                  <a:lnTo>
                    <a:pt x="2044979" y="1577340"/>
                  </a:lnTo>
                  <a:close/>
                </a:path>
                <a:path w="2324100" h="1584960">
                  <a:moveTo>
                    <a:pt x="2057400" y="0"/>
                  </a:moveTo>
                  <a:lnTo>
                    <a:pt x="2034540" y="0"/>
                  </a:lnTo>
                  <a:lnTo>
                    <a:pt x="2034540" y="7620"/>
                  </a:lnTo>
                  <a:lnTo>
                    <a:pt x="2057400" y="7620"/>
                  </a:lnTo>
                  <a:lnTo>
                    <a:pt x="2057400" y="0"/>
                  </a:lnTo>
                  <a:close/>
                </a:path>
                <a:path w="2324100" h="1584960">
                  <a:moveTo>
                    <a:pt x="2082990" y="1584896"/>
                  </a:moveTo>
                  <a:lnTo>
                    <a:pt x="2082863" y="1577340"/>
                  </a:lnTo>
                  <a:lnTo>
                    <a:pt x="2060219" y="1577340"/>
                  </a:lnTo>
                  <a:lnTo>
                    <a:pt x="2060219" y="1584896"/>
                  </a:lnTo>
                  <a:lnTo>
                    <a:pt x="2082990" y="1584896"/>
                  </a:lnTo>
                  <a:close/>
                </a:path>
                <a:path w="2324100" h="1584960">
                  <a:moveTo>
                    <a:pt x="2095182" y="508"/>
                  </a:moveTo>
                  <a:lnTo>
                    <a:pt x="2092248" y="292"/>
                  </a:lnTo>
                  <a:lnTo>
                    <a:pt x="2080272" y="0"/>
                  </a:lnTo>
                  <a:lnTo>
                    <a:pt x="2072640" y="0"/>
                  </a:lnTo>
                  <a:lnTo>
                    <a:pt x="2072640" y="7620"/>
                  </a:lnTo>
                  <a:lnTo>
                    <a:pt x="2080260" y="7620"/>
                  </a:lnTo>
                  <a:lnTo>
                    <a:pt x="2091867" y="7912"/>
                  </a:lnTo>
                  <a:lnTo>
                    <a:pt x="2094712" y="8115"/>
                  </a:lnTo>
                  <a:lnTo>
                    <a:pt x="2094750" y="7620"/>
                  </a:lnTo>
                  <a:lnTo>
                    <a:pt x="2095182" y="508"/>
                  </a:lnTo>
                  <a:close/>
                </a:path>
                <a:path w="2324100" h="1584960">
                  <a:moveTo>
                    <a:pt x="2120925" y="1581480"/>
                  </a:moveTo>
                  <a:lnTo>
                    <a:pt x="2119642" y="1573974"/>
                  </a:lnTo>
                  <a:lnTo>
                    <a:pt x="2114918" y="1574787"/>
                  </a:lnTo>
                  <a:lnTo>
                    <a:pt x="2103424" y="1576209"/>
                  </a:lnTo>
                  <a:lnTo>
                    <a:pt x="2097405" y="1576654"/>
                  </a:lnTo>
                  <a:lnTo>
                    <a:pt x="2097455" y="1577340"/>
                  </a:lnTo>
                  <a:lnTo>
                    <a:pt x="2097963" y="1584248"/>
                  </a:lnTo>
                  <a:lnTo>
                    <a:pt x="2104161" y="1583791"/>
                  </a:lnTo>
                  <a:lnTo>
                    <a:pt x="2116036" y="1582331"/>
                  </a:lnTo>
                  <a:lnTo>
                    <a:pt x="2120925" y="1581480"/>
                  </a:lnTo>
                  <a:close/>
                </a:path>
                <a:path w="2324100" h="1584960">
                  <a:moveTo>
                    <a:pt x="2133054" y="5854"/>
                  </a:moveTo>
                  <a:lnTo>
                    <a:pt x="2127834" y="4686"/>
                  </a:lnTo>
                  <a:lnTo>
                    <a:pt x="2116036" y="2641"/>
                  </a:lnTo>
                  <a:lnTo>
                    <a:pt x="2110384" y="1943"/>
                  </a:lnTo>
                  <a:lnTo>
                    <a:pt x="2110295" y="2641"/>
                  </a:lnTo>
                  <a:lnTo>
                    <a:pt x="2109457" y="9499"/>
                  </a:lnTo>
                  <a:lnTo>
                    <a:pt x="2114918" y="10172"/>
                  </a:lnTo>
                  <a:lnTo>
                    <a:pt x="2126348" y="12166"/>
                  </a:lnTo>
                  <a:lnTo>
                    <a:pt x="2131403" y="13296"/>
                  </a:lnTo>
                  <a:lnTo>
                    <a:pt x="2133054" y="5854"/>
                  </a:lnTo>
                  <a:close/>
                </a:path>
                <a:path w="2324100" h="1584960">
                  <a:moveTo>
                    <a:pt x="2157768" y="1572247"/>
                  </a:moveTo>
                  <a:lnTo>
                    <a:pt x="2155355" y="1565021"/>
                  </a:lnTo>
                  <a:lnTo>
                    <a:pt x="2148840" y="1567180"/>
                  </a:lnTo>
                  <a:lnTo>
                    <a:pt x="2137676" y="1570266"/>
                  </a:lnTo>
                  <a:lnTo>
                    <a:pt x="2134031" y="1571078"/>
                  </a:lnTo>
                  <a:lnTo>
                    <a:pt x="2135771" y="1578495"/>
                  </a:lnTo>
                  <a:lnTo>
                    <a:pt x="2139531" y="1577657"/>
                  </a:lnTo>
                  <a:lnTo>
                    <a:pt x="2151049" y="1574469"/>
                  </a:lnTo>
                  <a:lnTo>
                    <a:pt x="2157768" y="1572247"/>
                  </a:lnTo>
                  <a:close/>
                </a:path>
                <a:path w="2324100" h="1584960">
                  <a:moveTo>
                    <a:pt x="2169668" y="17056"/>
                  </a:moveTo>
                  <a:lnTo>
                    <a:pt x="2162403" y="14249"/>
                  </a:lnTo>
                  <a:lnTo>
                    <a:pt x="2151049" y="10502"/>
                  </a:lnTo>
                  <a:lnTo>
                    <a:pt x="2147735" y="9588"/>
                  </a:lnTo>
                  <a:lnTo>
                    <a:pt x="2145627" y="16903"/>
                  </a:lnTo>
                  <a:lnTo>
                    <a:pt x="2148840" y="17792"/>
                  </a:lnTo>
                  <a:lnTo>
                    <a:pt x="2159838" y="21424"/>
                  </a:lnTo>
                  <a:lnTo>
                    <a:pt x="2166874" y="24142"/>
                  </a:lnTo>
                  <a:lnTo>
                    <a:pt x="2169668" y="17056"/>
                  </a:lnTo>
                  <a:close/>
                </a:path>
                <a:path w="2324100" h="1584960">
                  <a:moveTo>
                    <a:pt x="2192896" y="1557337"/>
                  </a:moveTo>
                  <a:lnTo>
                    <a:pt x="2189365" y="1550581"/>
                  </a:lnTo>
                  <a:lnTo>
                    <a:pt x="2181275" y="1554657"/>
                  </a:lnTo>
                  <a:lnTo>
                    <a:pt x="2170658" y="1559356"/>
                  </a:lnTo>
                  <a:lnTo>
                    <a:pt x="2169388" y="1559852"/>
                  </a:lnTo>
                  <a:lnTo>
                    <a:pt x="2172271" y="1566913"/>
                  </a:lnTo>
                  <a:lnTo>
                    <a:pt x="2173579" y="1566405"/>
                  </a:lnTo>
                  <a:lnTo>
                    <a:pt x="2184539" y="1561541"/>
                  </a:lnTo>
                  <a:lnTo>
                    <a:pt x="2192896" y="1557337"/>
                  </a:lnTo>
                  <a:close/>
                </a:path>
                <a:path w="2324100" h="1584960">
                  <a:moveTo>
                    <a:pt x="2203843" y="33680"/>
                  </a:moveTo>
                  <a:lnTo>
                    <a:pt x="2195207" y="28790"/>
                  </a:lnTo>
                  <a:lnTo>
                    <a:pt x="2184539" y="23418"/>
                  </a:lnTo>
                  <a:lnTo>
                    <a:pt x="2183561" y="22987"/>
                  </a:lnTo>
                  <a:lnTo>
                    <a:pt x="2180336" y="29883"/>
                  </a:lnTo>
                  <a:lnTo>
                    <a:pt x="2181275" y="30302"/>
                  </a:lnTo>
                  <a:lnTo>
                    <a:pt x="2191626" y="35509"/>
                  </a:lnTo>
                  <a:lnTo>
                    <a:pt x="2199983" y="40246"/>
                  </a:lnTo>
                  <a:lnTo>
                    <a:pt x="2203843" y="33680"/>
                  </a:lnTo>
                  <a:close/>
                </a:path>
                <a:path w="2324100" h="1584960">
                  <a:moveTo>
                    <a:pt x="2225344" y="1537093"/>
                  </a:moveTo>
                  <a:lnTo>
                    <a:pt x="2220823" y="1530972"/>
                  </a:lnTo>
                  <a:lnTo>
                    <a:pt x="2211501" y="1537538"/>
                  </a:lnTo>
                  <a:lnTo>
                    <a:pt x="2202357" y="1543329"/>
                  </a:lnTo>
                  <a:lnTo>
                    <a:pt x="2206294" y="1549844"/>
                  </a:lnTo>
                  <a:lnTo>
                    <a:pt x="2215731" y="1543862"/>
                  </a:lnTo>
                  <a:lnTo>
                    <a:pt x="2225344" y="1537093"/>
                  </a:lnTo>
                  <a:close/>
                </a:path>
                <a:path w="2324100" h="1584960">
                  <a:moveTo>
                    <a:pt x="2235162" y="55524"/>
                  </a:moveTo>
                  <a:lnTo>
                    <a:pt x="2234958" y="55346"/>
                  </a:lnTo>
                  <a:lnTo>
                    <a:pt x="2225535" y="47993"/>
                  </a:lnTo>
                  <a:lnTo>
                    <a:pt x="2216835" y="41871"/>
                  </a:lnTo>
                  <a:lnTo>
                    <a:pt x="2212581" y="48183"/>
                  </a:lnTo>
                  <a:lnTo>
                    <a:pt x="2220988" y="54114"/>
                  </a:lnTo>
                  <a:lnTo>
                    <a:pt x="2230323" y="61404"/>
                  </a:lnTo>
                  <a:lnTo>
                    <a:pt x="2235162" y="55524"/>
                  </a:lnTo>
                  <a:close/>
                </a:path>
                <a:path w="2324100" h="1584960">
                  <a:moveTo>
                    <a:pt x="2254148" y="1512011"/>
                  </a:moveTo>
                  <a:lnTo>
                    <a:pt x="2248725" y="1506664"/>
                  </a:lnTo>
                  <a:lnTo>
                    <a:pt x="2247303" y="1508150"/>
                  </a:lnTo>
                  <a:lnTo>
                    <a:pt x="2238895" y="1516164"/>
                  </a:lnTo>
                  <a:lnTo>
                    <a:pt x="2232380" y="1521777"/>
                  </a:lnTo>
                  <a:lnTo>
                    <a:pt x="2237295" y="1527594"/>
                  </a:lnTo>
                  <a:lnTo>
                    <a:pt x="2244039" y="1521777"/>
                  </a:lnTo>
                  <a:lnTo>
                    <a:pt x="2252688" y="1513547"/>
                  </a:lnTo>
                  <a:lnTo>
                    <a:pt x="2254148" y="1512011"/>
                  </a:lnTo>
                  <a:close/>
                </a:path>
                <a:path w="2324100" h="1584960">
                  <a:moveTo>
                    <a:pt x="2262670" y="82092"/>
                  </a:moveTo>
                  <a:lnTo>
                    <a:pt x="2260955" y="80098"/>
                  </a:lnTo>
                  <a:lnTo>
                    <a:pt x="2252688" y="71424"/>
                  </a:lnTo>
                  <a:lnTo>
                    <a:pt x="2246630" y="65659"/>
                  </a:lnTo>
                  <a:lnTo>
                    <a:pt x="2241423" y="71221"/>
                  </a:lnTo>
                  <a:lnTo>
                    <a:pt x="2247303" y="76809"/>
                  </a:lnTo>
                  <a:lnTo>
                    <a:pt x="2255304" y="85217"/>
                  </a:lnTo>
                  <a:lnTo>
                    <a:pt x="2256967" y="87147"/>
                  </a:lnTo>
                  <a:lnTo>
                    <a:pt x="2262670" y="82092"/>
                  </a:lnTo>
                  <a:close/>
                </a:path>
                <a:path w="2324100" h="1584960">
                  <a:moveTo>
                    <a:pt x="2278659" y="1482763"/>
                  </a:moveTo>
                  <a:lnTo>
                    <a:pt x="2272461" y="1478330"/>
                  </a:lnTo>
                  <a:lnTo>
                    <a:pt x="2269998" y="1481848"/>
                  </a:lnTo>
                  <a:lnTo>
                    <a:pt x="2262873" y="1490980"/>
                  </a:lnTo>
                  <a:lnTo>
                    <a:pt x="2258745" y="1495755"/>
                  </a:lnTo>
                  <a:lnTo>
                    <a:pt x="2264511" y="1500733"/>
                  </a:lnTo>
                  <a:lnTo>
                    <a:pt x="2268804" y="1495755"/>
                  </a:lnTo>
                  <a:lnTo>
                    <a:pt x="2276106" y="1486395"/>
                  </a:lnTo>
                  <a:lnTo>
                    <a:pt x="2278659" y="1482763"/>
                  </a:lnTo>
                  <a:close/>
                </a:path>
                <a:path w="2324100" h="1584960">
                  <a:moveTo>
                    <a:pt x="2285619" y="112496"/>
                  </a:moveTo>
                  <a:lnTo>
                    <a:pt x="2283015" y="108369"/>
                  </a:lnTo>
                  <a:lnTo>
                    <a:pt x="2276081" y="98526"/>
                  </a:lnTo>
                  <a:lnTo>
                    <a:pt x="2272423" y="93840"/>
                  </a:lnTo>
                  <a:lnTo>
                    <a:pt x="2266416" y="98526"/>
                  </a:lnTo>
                  <a:lnTo>
                    <a:pt x="2269998" y="103111"/>
                  </a:lnTo>
                  <a:lnTo>
                    <a:pt x="2276602" y="112496"/>
                  </a:lnTo>
                  <a:lnTo>
                    <a:pt x="2279205" y="116598"/>
                  </a:lnTo>
                  <a:lnTo>
                    <a:pt x="2285619" y="112496"/>
                  </a:lnTo>
                  <a:close/>
                </a:path>
                <a:path w="2324100" h="1584960">
                  <a:moveTo>
                    <a:pt x="2298382" y="1449984"/>
                  </a:moveTo>
                  <a:lnTo>
                    <a:pt x="2291562" y="1446580"/>
                  </a:lnTo>
                  <a:lnTo>
                    <a:pt x="2288590" y="1452473"/>
                  </a:lnTo>
                  <a:lnTo>
                    <a:pt x="2282888" y="1462557"/>
                  </a:lnTo>
                  <a:lnTo>
                    <a:pt x="2280678" y="1466024"/>
                  </a:lnTo>
                  <a:lnTo>
                    <a:pt x="2287143" y="1470063"/>
                  </a:lnTo>
                  <a:lnTo>
                    <a:pt x="2289429" y="1466469"/>
                  </a:lnTo>
                  <a:lnTo>
                    <a:pt x="2295309" y="1456067"/>
                  </a:lnTo>
                  <a:lnTo>
                    <a:pt x="2298382" y="1449984"/>
                  </a:lnTo>
                  <a:close/>
                </a:path>
                <a:path w="2324100" h="1584960">
                  <a:moveTo>
                    <a:pt x="2303615" y="146189"/>
                  </a:moveTo>
                  <a:lnTo>
                    <a:pt x="2300694" y="139573"/>
                  </a:lnTo>
                  <a:lnTo>
                    <a:pt x="2295309" y="128892"/>
                  </a:lnTo>
                  <a:lnTo>
                    <a:pt x="2293505" y="125717"/>
                  </a:lnTo>
                  <a:lnTo>
                    <a:pt x="2286851" y="129400"/>
                  </a:lnTo>
                  <a:lnTo>
                    <a:pt x="2288590" y="132486"/>
                  </a:lnTo>
                  <a:lnTo>
                    <a:pt x="2293797" y="142836"/>
                  </a:lnTo>
                  <a:lnTo>
                    <a:pt x="2296642" y="149237"/>
                  </a:lnTo>
                  <a:lnTo>
                    <a:pt x="2303615" y="146189"/>
                  </a:lnTo>
                  <a:close/>
                </a:path>
                <a:path w="2324100" h="1584960">
                  <a:moveTo>
                    <a:pt x="2312720" y="1414576"/>
                  </a:moveTo>
                  <a:lnTo>
                    <a:pt x="2305456" y="1412290"/>
                  </a:lnTo>
                  <a:lnTo>
                    <a:pt x="2302687" y="1420685"/>
                  </a:lnTo>
                  <a:lnTo>
                    <a:pt x="2298509" y="1431518"/>
                  </a:lnTo>
                  <a:lnTo>
                    <a:pt x="2297734" y="1433245"/>
                  </a:lnTo>
                  <a:lnTo>
                    <a:pt x="2304758" y="1436217"/>
                  </a:lnTo>
                  <a:lnTo>
                    <a:pt x="2305545" y="1434439"/>
                  </a:lnTo>
                  <a:lnTo>
                    <a:pt x="2309863" y="1423250"/>
                  </a:lnTo>
                  <a:lnTo>
                    <a:pt x="2312720" y="1414576"/>
                  </a:lnTo>
                  <a:close/>
                </a:path>
                <a:path w="2324100" h="1584960">
                  <a:moveTo>
                    <a:pt x="2316175" y="182346"/>
                  </a:moveTo>
                  <a:lnTo>
                    <a:pt x="2313609" y="173062"/>
                  </a:lnTo>
                  <a:lnTo>
                    <a:pt x="2309863" y="161709"/>
                  </a:lnTo>
                  <a:lnTo>
                    <a:pt x="2309342" y="160362"/>
                  </a:lnTo>
                  <a:lnTo>
                    <a:pt x="2302179" y="162966"/>
                  </a:lnTo>
                  <a:lnTo>
                    <a:pt x="2302687" y="164274"/>
                  </a:lnTo>
                  <a:lnTo>
                    <a:pt x="2306320" y="175272"/>
                  </a:lnTo>
                  <a:lnTo>
                    <a:pt x="2308809" y="184264"/>
                  </a:lnTo>
                  <a:lnTo>
                    <a:pt x="2316175" y="182346"/>
                  </a:lnTo>
                  <a:close/>
                </a:path>
                <a:path w="2324100" h="1584960">
                  <a:moveTo>
                    <a:pt x="2321356" y="1377518"/>
                  </a:moveTo>
                  <a:lnTo>
                    <a:pt x="2313825" y="1376387"/>
                  </a:lnTo>
                  <a:lnTo>
                    <a:pt x="2311946" y="1387208"/>
                  </a:lnTo>
                  <a:lnTo>
                    <a:pt x="2309507" y="1398079"/>
                  </a:lnTo>
                  <a:lnTo>
                    <a:pt x="2316899" y="1399908"/>
                  </a:lnTo>
                  <a:lnTo>
                    <a:pt x="2319426" y="1388694"/>
                  </a:lnTo>
                  <a:lnTo>
                    <a:pt x="2321356" y="1377518"/>
                  </a:lnTo>
                  <a:close/>
                </a:path>
                <a:path w="2324100" h="1584960">
                  <a:moveTo>
                    <a:pt x="2322931" y="219951"/>
                  </a:moveTo>
                  <a:lnTo>
                    <a:pt x="2321471" y="208076"/>
                  </a:lnTo>
                  <a:lnTo>
                    <a:pt x="2319553" y="197015"/>
                  </a:lnTo>
                  <a:lnTo>
                    <a:pt x="2312073" y="198475"/>
                  </a:lnTo>
                  <a:lnTo>
                    <a:pt x="2313927" y="209194"/>
                  </a:lnTo>
                  <a:lnTo>
                    <a:pt x="2315349" y="220700"/>
                  </a:lnTo>
                  <a:lnTo>
                    <a:pt x="2322931" y="219951"/>
                  </a:lnTo>
                  <a:close/>
                </a:path>
                <a:path w="2324100" h="1584960">
                  <a:moveTo>
                    <a:pt x="2324100" y="1339710"/>
                  </a:moveTo>
                  <a:lnTo>
                    <a:pt x="2316480" y="1339710"/>
                  </a:lnTo>
                  <a:lnTo>
                    <a:pt x="2316480" y="1341120"/>
                  </a:lnTo>
                  <a:lnTo>
                    <a:pt x="2316200" y="1352727"/>
                  </a:lnTo>
                  <a:lnTo>
                    <a:pt x="2316175" y="1353096"/>
                  </a:lnTo>
                  <a:lnTo>
                    <a:pt x="2315553" y="1361554"/>
                  </a:lnTo>
                  <a:lnTo>
                    <a:pt x="2323147" y="1362214"/>
                  </a:lnTo>
                  <a:lnTo>
                    <a:pt x="2323185" y="1361554"/>
                  </a:lnTo>
                  <a:lnTo>
                    <a:pt x="2323808" y="1353096"/>
                  </a:lnTo>
                  <a:lnTo>
                    <a:pt x="2323820" y="1352727"/>
                  </a:lnTo>
                  <a:lnTo>
                    <a:pt x="2324100" y="1341120"/>
                  </a:lnTo>
                  <a:lnTo>
                    <a:pt x="2324100" y="1339710"/>
                  </a:lnTo>
                  <a:close/>
                </a:path>
                <a:path w="2324100" h="1584960">
                  <a:moveTo>
                    <a:pt x="2324100" y="1301610"/>
                  </a:moveTo>
                  <a:lnTo>
                    <a:pt x="2316480" y="1301610"/>
                  </a:lnTo>
                  <a:lnTo>
                    <a:pt x="2316480" y="1324470"/>
                  </a:lnTo>
                  <a:lnTo>
                    <a:pt x="2324100" y="1324470"/>
                  </a:lnTo>
                  <a:lnTo>
                    <a:pt x="2324100" y="1301610"/>
                  </a:lnTo>
                  <a:close/>
                </a:path>
                <a:path w="2324100" h="1584960">
                  <a:moveTo>
                    <a:pt x="2324100" y="1263510"/>
                  </a:moveTo>
                  <a:lnTo>
                    <a:pt x="2316480" y="1263510"/>
                  </a:lnTo>
                  <a:lnTo>
                    <a:pt x="2316480" y="1286370"/>
                  </a:lnTo>
                  <a:lnTo>
                    <a:pt x="2324100" y="1286370"/>
                  </a:lnTo>
                  <a:lnTo>
                    <a:pt x="2324100" y="1263510"/>
                  </a:lnTo>
                  <a:close/>
                </a:path>
                <a:path w="2324100" h="1584960">
                  <a:moveTo>
                    <a:pt x="2324100" y="1225410"/>
                  </a:moveTo>
                  <a:lnTo>
                    <a:pt x="2316480" y="1225410"/>
                  </a:lnTo>
                  <a:lnTo>
                    <a:pt x="2316480" y="1248270"/>
                  </a:lnTo>
                  <a:lnTo>
                    <a:pt x="2324100" y="1248270"/>
                  </a:lnTo>
                  <a:lnTo>
                    <a:pt x="2324100" y="1225410"/>
                  </a:lnTo>
                  <a:close/>
                </a:path>
                <a:path w="2324100" h="1584960">
                  <a:moveTo>
                    <a:pt x="2324100" y="1187310"/>
                  </a:moveTo>
                  <a:lnTo>
                    <a:pt x="2316480" y="1187310"/>
                  </a:lnTo>
                  <a:lnTo>
                    <a:pt x="2316480" y="1210170"/>
                  </a:lnTo>
                  <a:lnTo>
                    <a:pt x="2324100" y="1210170"/>
                  </a:lnTo>
                  <a:lnTo>
                    <a:pt x="2324100" y="1187310"/>
                  </a:lnTo>
                  <a:close/>
                </a:path>
                <a:path w="2324100" h="1584960">
                  <a:moveTo>
                    <a:pt x="2324100" y="1149210"/>
                  </a:moveTo>
                  <a:lnTo>
                    <a:pt x="2316480" y="1149210"/>
                  </a:lnTo>
                  <a:lnTo>
                    <a:pt x="2316480" y="1172070"/>
                  </a:lnTo>
                  <a:lnTo>
                    <a:pt x="2324100" y="1172070"/>
                  </a:lnTo>
                  <a:lnTo>
                    <a:pt x="2324100" y="1149210"/>
                  </a:lnTo>
                  <a:close/>
                </a:path>
                <a:path w="2324100" h="1584960">
                  <a:moveTo>
                    <a:pt x="2324100" y="1111110"/>
                  </a:moveTo>
                  <a:lnTo>
                    <a:pt x="2316480" y="1111110"/>
                  </a:lnTo>
                  <a:lnTo>
                    <a:pt x="2316480" y="1133970"/>
                  </a:lnTo>
                  <a:lnTo>
                    <a:pt x="2324100" y="1133970"/>
                  </a:lnTo>
                  <a:lnTo>
                    <a:pt x="2324100" y="1111110"/>
                  </a:lnTo>
                  <a:close/>
                </a:path>
                <a:path w="2324100" h="1584960">
                  <a:moveTo>
                    <a:pt x="2324100" y="1073010"/>
                  </a:moveTo>
                  <a:lnTo>
                    <a:pt x="2316480" y="1073010"/>
                  </a:lnTo>
                  <a:lnTo>
                    <a:pt x="2316480" y="1095870"/>
                  </a:lnTo>
                  <a:lnTo>
                    <a:pt x="2324100" y="1095870"/>
                  </a:lnTo>
                  <a:lnTo>
                    <a:pt x="2324100" y="1073010"/>
                  </a:lnTo>
                  <a:close/>
                </a:path>
                <a:path w="2324100" h="1584960">
                  <a:moveTo>
                    <a:pt x="2324100" y="1034910"/>
                  </a:moveTo>
                  <a:lnTo>
                    <a:pt x="2316480" y="1034910"/>
                  </a:lnTo>
                  <a:lnTo>
                    <a:pt x="2316480" y="1057770"/>
                  </a:lnTo>
                  <a:lnTo>
                    <a:pt x="2324100" y="1057770"/>
                  </a:lnTo>
                  <a:lnTo>
                    <a:pt x="2324100" y="1034910"/>
                  </a:lnTo>
                  <a:close/>
                </a:path>
                <a:path w="2324100" h="1584960">
                  <a:moveTo>
                    <a:pt x="2324100" y="996810"/>
                  </a:moveTo>
                  <a:lnTo>
                    <a:pt x="2316480" y="996810"/>
                  </a:lnTo>
                  <a:lnTo>
                    <a:pt x="2316480" y="1019670"/>
                  </a:lnTo>
                  <a:lnTo>
                    <a:pt x="2324100" y="1019670"/>
                  </a:lnTo>
                  <a:lnTo>
                    <a:pt x="2324100" y="996810"/>
                  </a:lnTo>
                  <a:close/>
                </a:path>
                <a:path w="2324100" h="1584960">
                  <a:moveTo>
                    <a:pt x="2324100" y="958710"/>
                  </a:moveTo>
                  <a:lnTo>
                    <a:pt x="2316480" y="958710"/>
                  </a:lnTo>
                  <a:lnTo>
                    <a:pt x="2316480" y="981570"/>
                  </a:lnTo>
                  <a:lnTo>
                    <a:pt x="2324100" y="981570"/>
                  </a:lnTo>
                  <a:lnTo>
                    <a:pt x="2324100" y="958710"/>
                  </a:lnTo>
                  <a:close/>
                </a:path>
                <a:path w="2324100" h="1584960">
                  <a:moveTo>
                    <a:pt x="2324100" y="920610"/>
                  </a:moveTo>
                  <a:lnTo>
                    <a:pt x="2316480" y="920610"/>
                  </a:lnTo>
                  <a:lnTo>
                    <a:pt x="2316480" y="943470"/>
                  </a:lnTo>
                  <a:lnTo>
                    <a:pt x="2324100" y="943470"/>
                  </a:lnTo>
                  <a:lnTo>
                    <a:pt x="2324100" y="920610"/>
                  </a:lnTo>
                  <a:close/>
                </a:path>
                <a:path w="2324100" h="1584960">
                  <a:moveTo>
                    <a:pt x="2324100" y="882510"/>
                  </a:moveTo>
                  <a:lnTo>
                    <a:pt x="2316480" y="882510"/>
                  </a:lnTo>
                  <a:lnTo>
                    <a:pt x="2316480" y="905370"/>
                  </a:lnTo>
                  <a:lnTo>
                    <a:pt x="2324100" y="905370"/>
                  </a:lnTo>
                  <a:lnTo>
                    <a:pt x="2324100" y="882510"/>
                  </a:lnTo>
                  <a:close/>
                </a:path>
                <a:path w="2324100" h="1584960">
                  <a:moveTo>
                    <a:pt x="2324100" y="844410"/>
                  </a:moveTo>
                  <a:lnTo>
                    <a:pt x="2316480" y="844410"/>
                  </a:lnTo>
                  <a:lnTo>
                    <a:pt x="2316480" y="867270"/>
                  </a:lnTo>
                  <a:lnTo>
                    <a:pt x="2324100" y="867270"/>
                  </a:lnTo>
                  <a:lnTo>
                    <a:pt x="2324100" y="844410"/>
                  </a:lnTo>
                  <a:close/>
                </a:path>
                <a:path w="2324100" h="1584960">
                  <a:moveTo>
                    <a:pt x="2324100" y="806310"/>
                  </a:moveTo>
                  <a:lnTo>
                    <a:pt x="2316480" y="806310"/>
                  </a:lnTo>
                  <a:lnTo>
                    <a:pt x="2316480" y="829170"/>
                  </a:lnTo>
                  <a:lnTo>
                    <a:pt x="2324100" y="829170"/>
                  </a:lnTo>
                  <a:lnTo>
                    <a:pt x="2324100" y="806310"/>
                  </a:lnTo>
                  <a:close/>
                </a:path>
                <a:path w="2324100" h="1584960">
                  <a:moveTo>
                    <a:pt x="2324100" y="768210"/>
                  </a:moveTo>
                  <a:lnTo>
                    <a:pt x="2316480" y="768210"/>
                  </a:lnTo>
                  <a:lnTo>
                    <a:pt x="2316480" y="791070"/>
                  </a:lnTo>
                  <a:lnTo>
                    <a:pt x="2324100" y="791070"/>
                  </a:lnTo>
                  <a:lnTo>
                    <a:pt x="2324100" y="768210"/>
                  </a:lnTo>
                  <a:close/>
                </a:path>
                <a:path w="2324100" h="1584960">
                  <a:moveTo>
                    <a:pt x="2324100" y="730110"/>
                  </a:moveTo>
                  <a:lnTo>
                    <a:pt x="2316480" y="730110"/>
                  </a:lnTo>
                  <a:lnTo>
                    <a:pt x="2316480" y="752970"/>
                  </a:lnTo>
                  <a:lnTo>
                    <a:pt x="2324100" y="752970"/>
                  </a:lnTo>
                  <a:lnTo>
                    <a:pt x="2324100" y="730110"/>
                  </a:lnTo>
                  <a:close/>
                </a:path>
                <a:path w="2324100" h="1584960">
                  <a:moveTo>
                    <a:pt x="2324100" y="692010"/>
                  </a:moveTo>
                  <a:lnTo>
                    <a:pt x="2316480" y="692010"/>
                  </a:lnTo>
                  <a:lnTo>
                    <a:pt x="2316480" y="714870"/>
                  </a:lnTo>
                  <a:lnTo>
                    <a:pt x="2324100" y="714870"/>
                  </a:lnTo>
                  <a:lnTo>
                    <a:pt x="2324100" y="692010"/>
                  </a:lnTo>
                  <a:close/>
                </a:path>
                <a:path w="2324100" h="1584960">
                  <a:moveTo>
                    <a:pt x="2324100" y="653910"/>
                  </a:moveTo>
                  <a:lnTo>
                    <a:pt x="2316480" y="653910"/>
                  </a:lnTo>
                  <a:lnTo>
                    <a:pt x="2316480" y="676770"/>
                  </a:lnTo>
                  <a:lnTo>
                    <a:pt x="2324100" y="676770"/>
                  </a:lnTo>
                  <a:lnTo>
                    <a:pt x="2324100" y="653910"/>
                  </a:lnTo>
                  <a:close/>
                </a:path>
                <a:path w="2324100" h="1584960">
                  <a:moveTo>
                    <a:pt x="2324100" y="615810"/>
                  </a:moveTo>
                  <a:lnTo>
                    <a:pt x="2316480" y="615810"/>
                  </a:lnTo>
                  <a:lnTo>
                    <a:pt x="2316480" y="638670"/>
                  </a:lnTo>
                  <a:lnTo>
                    <a:pt x="2324100" y="638670"/>
                  </a:lnTo>
                  <a:lnTo>
                    <a:pt x="2324100" y="615810"/>
                  </a:lnTo>
                  <a:close/>
                </a:path>
                <a:path w="2324100" h="1584960">
                  <a:moveTo>
                    <a:pt x="2324100" y="577710"/>
                  </a:moveTo>
                  <a:lnTo>
                    <a:pt x="2316480" y="577710"/>
                  </a:lnTo>
                  <a:lnTo>
                    <a:pt x="2316480" y="600570"/>
                  </a:lnTo>
                  <a:lnTo>
                    <a:pt x="2324100" y="600570"/>
                  </a:lnTo>
                  <a:lnTo>
                    <a:pt x="2324100" y="577710"/>
                  </a:lnTo>
                  <a:close/>
                </a:path>
                <a:path w="2324100" h="1584960">
                  <a:moveTo>
                    <a:pt x="2324100" y="539610"/>
                  </a:moveTo>
                  <a:lnTo>
                    <a:pt x="2316480" y="539610"/>
                  </a:lnTo>
                  <a:lnTo>
                    <a:pt x="2316480" y="562470"/>
                  </a:lnTo>
                  <a:lnTo>
                    <a:pt x="2324100" y="562470"/>
                  </a:lnTo>
                  <a:lnTo>
                    <a:pt x="2324100" y="539610"/>
                  </a:lnTo>
                  <a:close/>
                </a:path>
                <a:path w="2324100" h="1584960">
                  <a:moveTo>
                    <a:pt x="2324100" y="501510"/>
                  </a:moveTo>
                  <a:lnTo>
                    <a:pt x="2316480" y="501510"/>
                  </a:lnTo>
                  <a:lnTo>
                    <a:pt x="2316480" y="524370"/>
                  </a:lnTo>
                  <a:lnTo>
                    <a:pt x="2324100" y="524370"/>
                  </a:lnTo>
                  <a:lnTo>
                    <a:pt x="2324100" y="501510"/>
                  </a:lnTo>
                  <a:close/>
                </a:path>
                <a:path w="2324100" h="1584960">
                  <a:moveTo>
                    <a:pt x="2324100" y="463410"/>
                  </a:moveTo>
                  <a:lnTo>
                    <a:pt x="2316480" y="463410"/>
                  </a:lnTo>
                  <a:lnTo>
                    <a:pt x="2316480" y="486270"/>
                  </a:lnTo>
                  <a:lnTo>
                    <a:pt x="2324100" y="486270"/>
                  </a:lnTo>
                  <a:lnTo>
                    <a:pt x="2324100" y="463410"/>
                  </a:lnTo>
                  <a:close/>
                </a:path>
                <a:path w="2324100" h="1584960">
                  <a:moveTo>
                    <a:pt x="2324100" y="425310"/>
                  </a:moveTo>
                  <a:lnTo>
                    <a:pt x="2316480" y="425310"/>
                  </a:lnTo>
                  <a:lnTo>
                    <a:pt x="2316480" y="448170"/>
                  </a:lnTo>
                  <a:lnTo>
                    <a:pt x="2324100" y="448170"/>
                  </a:lnTo>
                  <a:lnTo>
                    <a:pt x="2324100" y="425310"/>
                  </a:lnTo>
                  <a:close/>
                </a:path>
                <a:path w="2324100" h="1584960">
                  <a:moveTo>
                    <a:pt x="2324100" y="387210"/>
                  </a:moveTo>
                  <a:lnTo>
                    <a:pt x="2316480" y="387210"/>
                  </a:lnTo>
                  <a:lnTo>
                    <a:pt x="2316480" y="410070"/>
                  </a:lnTo>
                  <a:lnTo>
                    <a:pt x="2324100" y="410070"/>
                  </a:lnTo>
                  <a:lnTo>
                    <a:pt x="2324100" y="387210"/>
                  </a:lnTo>
                  <a:close/>
                </a:path>
                <a:path w="2324100" h="1584960">
                  <a:moveTo>
                    <a:pt x="2324100" y="349110"/>
                  </a:moveTo>
                  <a:lnTo>
                    <a:pt x="2316480" y="349110"/>
                  </a:lnTo>
                  <a:lnTo>
                    <a:pt x="2316480" y="371970"/>
                  </a:lnTo>
                  <a:lnTo>
                    <a:pt x="2324100" y="371970"/>
                  </a:lnTo>
                  <a:lnTo>
                    <a:pt x="2324100" y="349110"/>
                  </a:lnTo>
                  <a:close/>
                </a:path>
                <a:path w="2324100" h="1584960">
                  <a:moveTo>
                    <a:pt x="2324100" y="311010"/>
                  </a:moveTo>
                  <a:lnTo>
                    <a:pt x="2316480" y="311010"/>
                  </a:lnTo>
                  <a:lnTo>
                    <a:pt x="2316480" y="333870"/>
                  </a:lnTo>
                  <a:lnTo>
                    <a:pt x="2324100" y="333870"/>
                  </a:lnTo>
                  <a:lnTo>
                    <a:pt x="2324100" y="311010"/>
                  </a:lnTo>
                  <a:close/>
                </a:path>
                <a:path w="2324100" h="1584960">
                  <a:moveTo>
                    <a:pt x="2324100" y="272910"/>
                  </a:moveTo>
                  <a:lnTo>
                    <a:pt x="2316480" y="272910"/>
                  </a:lnTo>
                  <a:lnTo>
                    <a:pt x="2316480" y="295770"/>
                  </a:lnTo>
                  <a:lnTo>
                    <a:pt x="2324100" y="295770"/>
                  </a:lnTo>
                  <a:lnTo>
                    <a:pt x="2324100" y="272910"/>
                  </a:lnTo>
                  <a:close/>
                </a:path>
                <a:path w="2324100" h="1584960">
                  <a:moveTo>
                    <a:pt x="2324100" y="243840"/>
                  </a:moveTo>
                  <a:lnTo>
                    <a:pt x="2323896" y="235051"/>
                  </a:lnTo>
                  <a:lnTo>
                    <a:pt x="2316276" y="235331"/>
                  </a:lnTo>
                  <a:lnTo>
                    <a:pt x="2316480" y="243840"/>
                  </a:lnTo>
                  <a:lnTo>
                    <a:pt x="2316480" y="257670"/>
                  </a:lnTo>
                  <a:lnTo>
                    <a:pt x="2324100" y="257670"/>
                  </a:lnTo>
                  <a:lnTo>
                    <a:pt x="2324100" y="243840"/>
                  </a:lnTo>
                  <a:close/>
                </a:path>
              </a:pathLst>
            </a:custGeom>
            <a:solidFill>
              <a:srgbClr val="8B5CF5">
                <a:alpha val="650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796539" y="4442464"/>
              <a:ext cx="4792980" cy="510540"/>
            </a:xfrm>
            <a:custGeom>
              <a:avLst/>
              <a:gdLst/>
              <a:ahLst/>
              <a:cxnLst/>
              <a:rect l="l" t="t" r="r" b="b"/>
              <a:pathLst>
                <a:path w="4792980" h="510539">
                  <a:moveTo>
                    <a:pt x="4549139" y="510539"/>
                  </a:moveTo>
                  <a:lnTo>
                    <a:pt x="243839" y="510539"/>
                  </a:lnTo>
                  <a:lnTo>
                    <a:pt x="231860" y="510246"/>
                  </a:lnTo>
                  <a:lnTo>
                    <a:pt x="184576" y="503229"/>
                  </a:lnTo>
                  <a:lnTo>
                    <a:pt x="139570" y="487123"/>
                  </a:lnTo>
                  <a:lnTo>
                    <a:pt x="98571" y="462546"/>
                  </a:lnTo>
                  <a:lnTo>
                    <a:pt x="63155" y="430442"/>
                  </a:lnTo>
                  <a:lnTo>
                    <a:pt x="34682" y="392046"/>
                  </a:lnTo>
                  <a:lnTo>
                    <a:pt x="14247" y="348833"/>
                  </a:lnTo>
                  <a:lnTo>
                    <a:pt x="2635" y="302464"/>
                  </a:lnTo>
                  <a:lnTo>
                    <a:pt x="0" y="266699"/>
                  </a:lnTo>
                  <a:lnTo>
                    <a:pt x="0" y="243839"/>
                  </a:lnTo>
                  <a:lnTo>
                    <a:pt x="4685" y="196268"/>
                  </a:lnTo>
                  <a:lnTo>
                    <a:pt x="18560" y="150526"/>
                  </a:lnTo>
                  <a:lnTo>
                    <a:pt x="41094" y="108369"/>
                  </a:lnTo>
                  <a:lnTo>
                    <a:pt x="71418" y="71418"/>
                  </a:lnTo>
                  <a:lnTo>
                    <a:pt x="108368" y="41094"/>
                  </a:lnTo>
                  <a:lnTo>
                    <a:pt x="150526" y="18560"/>
                  </a:lnTo>
                  <a:lnTo>
                    <a:pt x="196268" y="4685"/>
                  </a:lnTo>
                  <a:lnTo>
                    <a:pt x="243839" y="0"/>
                  </a:lnTo>
                  <a:lnTo>
                    <a:pt x="4549139" y="0"/>
                  </a:lnTo>
                  <a:lnTo>
                    <a:pt x="4596709" y="4685"/>
                  </a:lnTo>
                  <a:lnTo>
                    <a:pt x="4642452" y="18560"/>
                  </a:lnTo>
                  <a:lnTo>
                    <a:pt x="4684609" y="41094"/>
                  </a:lnTo>
                  <a:lnTo>
                    <a:pt x="4721560" y="71418"/>
                  </a:lnTo>
                  <a:lnTo>
                    <a:pt x="4751884" y="108369"/>
                  </a:lnTo>
                  <a:lnTo>
                    <a:pt x="4774418" y="150526"/>
                  </a:lnTo>
                  <a:lnTo>
                    <a:pt x="4788293" y="196268"/>
                  </a:lnTo>
                  <a:lnTo>
                    <a:pt x="4792979" y="243839"/>
                  </a:lnTo>
                  <a:lnTo>
                    <a:pt x="4792979" y="266699"/>
                  </a:lnTo>
                  <a:lnTo>
                    <a:pt x="4788293" y="314270"/>
                  </a:lnTo>
                  <a:lnTo>
                    <a:pt x="4774418" y="360012"/>
                  </a:lnTo>
                  <a:lnTo>
                    <a:pt x="4751884" y="402169"/>
                  </a:lnTo>
                  <a:lnTo>
                    <a:pt x="4721560" y="439120"/>
                  </a:lnTo>
                  <a:lnTo>
                    <a:pt x="4684609" y="469444"/>
                  </a:lnTo>
                  <a:lnTo>
                    <a:pt x="4642452" y="491978"/>
                  </a:lnTo>
                  <a:lnTo>
                    <a:pt x="4596709" y="505854"/>
                  </a:lnTo>
                  <a:lnTo>
                    <a:pt x="4549139" y="510539"/>
                  </a:lnTo>
                  <a:close/>
                </a:path>
              </a:pathLst>
            </a:custGeom>
            <a:solidFill>
              <a:srgbClr val="1754B9">
                <a:alpha val="2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796539" y="4442460"/>
              <a:ext cx="4792980" cy="509270"/>
            </a:xfrm>
            <a:custGeom>
              <a:avLst/>
              <a:gdLst/>
              <a:ahLst/>
              <a:cxnLst/>
              <a:rect l="l" t="t" r="r" b="b"/>
              <a:pathLst>
                <a:path w="4792980" h="509270">
                  <a:moveTo>
                    <a:pt x="4573040" y="509270"/>
                  </a:moveTo>
                  <a:lnTo>
                    <a:pt x="219939" y="509270"/>
                  </a:lnTo>
                  <a:lnTo>
                    <a:pt x="208075" y="506730"/>
                  </a:lnTo>
                  <a:lnTo>
                    <a:pt x="196268" y="505460"/>
                  </a:lnTo>
                  <a:lnTo>
                    <a:pt x="150526" y="491490"/>
                  </a:lnTo>
                  <a:lnTo>
                    <a:pt x="108369" y="468630"/>
                  </a:lnTo>
                  <a:lnTo>
                    <a:pt x="71418" y="438150"/>
                  </a:lnTo>
                  <a:lnTo>
                    <a:pt x="41094" y="401320"/>
                  </a:lnTo>
                  <a:lnTo>
                    <a:pt x="18560" y="359410"/>
                  </a:lnTo>
                  <a:lnTo>
                    <a:pt x="4685" y="313690"/>
                  </a:lnTo>
                  <a:lnTo>
                    <a:pt x="0" y="265430"/>
                  </a:lnTo>
                  <a:lnTo>
                    <a:pt x="0" y="242570"/>
                  </a:lnTo>
                  <a:lnTo>
                    <a:pt x="4685" y="195580"/>
                  </a:lnTo>
                  <a:lnTo>
                    <a:pt x="18560" y="149860"/>
                  </a:lnTo>
                  <a:lnTo>
                    <a:pt x="41094" y="107950"/>
                  </a:lnTo>
                  <a:lnTo>
                    <a:pt x="71418" y="71120"/>
                  </a:lnTo>
                  <a:lnTo>
                    <a:pt x="108368" y="40640"/>
                  </a:lnTo>
                  <a:lnTo>
                    <a:pt x="150526" y="17780"/>
                  </a:lnTo>
                  <a:lnTo>
                    <a:pt x="196268" y="3810"/>
                  </a:lnTo>
                  <a:lnTo>
                    <a:pt x="208075" y="2540"/>
                  </a:lnTo>
                  <a:lnTo>
                    <a:pt x="219939" y="0"/>
                  </a:lnTo>
                  <a:lnTo>
                    <a:pt x="4573040" y="0"/>
                  </a:lnTo>
                  <a:lnTo>
                    <a:pt x="4584904" y="2540"/>
                  </a:lnTo>
                  <a:lnTo>
                    <a:pt x="4596709" y="3810"/>
                  </a:lnTo>
                  <a:lnTo>
                    <a:pt x="4608401" y="6350"/>
                  </a:lnTo>
                  <a:lnTo>
                    <a:pt x="236103" y="6350"/>
                  </a:lnTo>
                  <a:lnTo>
                    <a:pt x="228385" y="7620"/>
                  </a:lnTo>
                  <a:lnTo>
                    <a:pt x="212987" y="8890"/>
                  </a:lnTo>
                  <a:lnTo>
                    <a:pt x="190167" y="12700"/>
                  </a:lnTo>
                  <a:lnTo>
                    <a:pt x="182672" y="15240"/>
                  </a:lnTo>
                  <a:lnTo>
                    <a:pt x="167865" y="19050"/>
                  </a:lnTo>
                  <a:lnTo>
                    <a:pt x="160590" y="21590"/>
                  </a:lnTo>
                  <a:lnTo>
                    <a:pt x="146294" y="27940"/>
                  </a:lnTo>
                  <a:lnTo>
                    <a:pt x="139309" y="31750"/>
                  </a:lnTo>
                  <a:lnTo>
                    <a:pt x="125663" y="38100"/>
                  </a:lnTo>
                  <a:lnTo>
                    <a:pt x="88003" y="66040"/>
                  </a:lnTo>
                  <a:lnTo>
                    <a:pt x="66147" y="87630"/>
                  </a:lnTo>
                  <a:lnTo>
                    <a:pt x="56331" y="99060"/>
                  </a:lnTo>
                  <a:lnTo>
                    <a:pt x="31865" y="138430"/>
                  </a:lnTo>
                  <a:lnTo>
                    <a:pt x="15545" y="181610"/>
                  </a:lnTo>
                  <a:lnTo>
                    <a:pt x="7999" y="227330"/>
                  </a:lnTo>
                  <a:lnTo>
                    <a:pt x="7619" y="234950"/>
                  </a:lnTo>
                  <a:lnTo>
                    <a:pt x="7619" y="274320"/>
                  </a:lnTo>
                  <a:lnTo>
                    <a:pt x="13668" y="320040"/>
                  </a:lnTo>
                  <a:lnTo>
                    <a:pt x="28561" y="363220"/>
                  </a:lnTo>
                  <a:lnTo>
                    <a:pt x="51728" y="403860"/>
                  </a:lnTo>
                  <a:lnTo>
                    <a:pt x="66147" y="421640"/>
                  </a:lnTo>
                  <a:lnTo>
                    <a:pt x="71336" y="427990"/>
                  </a:lnTo>
                  <a:lnTo>
                    <a:pt x="99963" y="453390"/>
                  </a:lnTo>
                  <a:lnTo>
                    <a:pt x="139309" y="477520"/>
                  </a:lnTo>
                  <a:lnTo>
                    <a:pt x="146294" y="481330"/>
                  </a:lnTo>
                  <a:lnTo>
                    <a:pt x="160590" y="487680"/>
                  </a:lnTo>
                  <a:lnTo>
                    <a:pt x="167865" y="490220"/>
                  </a:lnTo>
                  <a:lnTo>
                    <a:pt x="182672" y="494030"/>
                  </a:lnTo>
                  <a:lnTo>
                    <a:pt x="190167" y="496570"/>
                  </a:lnTo>
                  <a:lnTo>
                    <a:pt x="212987" y="500380"/>
                  </a:lnTo>
                  <a:lnTo>
                    <a:pt x="228385" y="501650"/>
                  </a:lnTo>
                  <a:lnTo>
                    <a:pt x="4612242" y="501650"/>
                  </a:lnTo>
                  <a:lnTo>
                    <a:pt x="4608401" y="502920"/>
                  </a:lnTo>
                  <a:lnTo>
                    <a:pt x="4596709" y="505460"/>
                  </a:lnTo>
                  <a:lnTo>
                    <a:pt x="4584904" y="506730"/>
                  </a:lnTo>
                  <a:lnTo>
                    <a:pt x="4573040" y="509270"/>
                  </a:lnTo>
                  <a:close/>
                </a:path>
                <a:path w="4792980" h="509270">
                  <a:moveTo>
                    <a:pt x="4612242" y="501650"/>
                  </a:moveTo>
                  <a:lnTo>
                    <a:pt x="4564594" y="501650"/>
                  </a:lnTo>
                  <a:lnTo>
                    <a:pt x="4579992" y="500380"/>
                  </a:lnTo>
                  <a:lnTo>
                    <a:pt x="4602811" y="496570"/>
                  </a:lnTo>
                  <a:lnTo>
                    <a:pt x="4610307" y="494030"/>
                  </a:lnTo>
                  <a:lnTo>
                    <a:pt x="4625113" y="490220"/>
                  </a:lnTo>
                  <a:lnTo>
                    <a:pt x="4632389" y="487680"/>
                  </a:lnTo>
                  <a:lnTo>
                    <a:pt x="4646684" y="481330"/>
                  </a:lnTo>
                  <a:lnTo>
                    <a:pt x="4653669" y="477520"/>
                  </a:lnTo>
                  <a:lnTo>
                    <a:pt x="4667316" y="471170"/>
                  </a:lnTo>
                  <a:lnTo>
                    <a:pt x="4704976" y="443230"/>
                  </a:lnTo>
                  <a:lnTo>
                    <a:pt x="4726832" y="421640"/>
                  </a:lnTo>
                  <a:lnTo>
                    <a:pt x="4736647" y="410210"/>
                  </a:lnTo>
                  <a:lnTo>
                    <a:pt x="4761113" y="370840"/>
                  </a:lnTo>
                  <a:lnTo>
                    <a:pt x="4777433" y="327660"/>
                  </a:lnTo>
                  <a:lnTo>
                    <a:pt x="4784980" y="281940"/>
                  </a:lnTo>
                  <a:lnTo>
                    <a:pt x="4785359" y="274320"/>
                  </a:lnTo>
                  <a:lnTo>
                    <a:pt x="4785359" y="234950"/>
                  </a:lnTo>
                  <a:lnTo>
                    <a:pt x="4779311" y="189230"/>
                  </a:lnTo>
                  <a:lnTo>
                    <a:pt x="4764417" y="146050"/>
                  </a:lnTo>
                  <a:lnTo>
                    <a:pt x="4741251" y="105410"/>
                  </a:lnTo>
                  <a:lnTo>
                    <a:pt x="4726832" y="87630"/>
                  </a:lnTo>
                  <a:lnTo>
                    <a:pt x="4721642" y="81280"/>
                  </a:lnTo>
                  <a:lnTo>
                    <a:pt x="4693015" y="55880"/>
                  </a:lnTo>
                  <a:lnTo>
                    <a:pt x="4653669" y="31750"/>
                  </a:lnTo>
                  <a:lnTo>
                    <a:pt x="4646684" y="27940"/>
                  </a:lnTo>
                  <a:lnTo>
                    <a:pt x="4632389" y="21590"/>
                  </a:lnTo>
                  <a:lnTo>
                    <a:pt x="4625113" y="19050"/>
                  </a:lnTo>
                  <a:lnTo>
                    <a:pt x="4610307" y="15240"/>
                  </a:lnTo>
                  <a:lnTo>
                    <a:pt x="4602811" y="12700"/>
                  </a:lnTo>
                  <a:lnTo>
                    <a:pt x="4579992" y="8890"/>
                  </a:lnTo>
                  <a:lnTo>
                    <a:pt x="4564594" y="7620"/>
                  </a:lnTo>
                  <a:lnTo>
                    <a:pt x="4556876" y="6350"/>
                  </a:lnTo>
                  <a:lnTo>
                    <a:pt x="4608401" y="6350"/>
                  </a:lnTo>
                  <a:lnTo>
                    <a:pt x="4642452" y="17780"/>
                  </a:lnTo>
                  <a:lnTo>
                    <a:pt x="4684609" y="40640"/>
                  </a:lnTo>
                  <a:lnTo>
                    <a:pt x="4721560" y="71120"/>
                  </a:lnTo>
                  <a:lnTo>
                    <a:pt x="4751884" y="107950"/>
                  </a:lnTo>
                  <a:lnTo>
                    <a:pt x="4774418" y="149860"/>
                  </a:lnTo>
                  <a:lnTo>
                    <a:pt x="4788293" y="195580"/>
                  </a:lnTo>
                  <a:lnTo>
                    <a:pt x="4792979" y="242570"/>
                  </a:lnTo>
                  <a:lnTo>
                    <a:pt x="4792979" y="265430"/>
                  </a:lnTo>
                  <a:lnTo>
                    <a:pt x="4788293" y="313690"/>
                  </a:lnTo>
                  <a:lnTo>
                    <a:pt x="4774418" y="359410"/>
                  </a:lnTo>
                  <a:lnTo>
                    <a:pt x="4751884" y="401320"/>
                  </a:lnTo>
                  <a:lnTo>
                    <a:pt x="4721560" y="438150"/>
                  </a:lnTo>
                  <a:lnTo>
                    <a:pt x="4684609" y="468630"/>
                  </a:lnTo>
                  <a:lnTo>
                    <a:pt x="4642452" y="491490"/>
                  </a:lnTo>
                  <a:lnTo>
                    <a:pt x="4612242" y="501650"/>
                  </a:lnTo>
                  <a:close/>
                </a:path>
              </a:pathLst>
            </a:custGeom>
            <a:solidFill>
              <a:srgbClr val="4D8CFF">
                <a:alpha val="650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8055450" y="3945459"/>
            <a:ext cx="1655445" cy="369570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algn="ctr" marL="9525">
              <a:lnSpc>
                <a:spcPct val="100000"/>
              </a:lnSpc>
              <a:spcBef>
                <a:spcPts val="490"/>
              </a:spcBef>
            </a:pPr>
            <a:r>
              <a:rPr dirty="0" sz="900" spc="-75">
                <a:solidFill>
                  <a:srgbClr val="FFFFFF"/>
                </a:solidFill>
                <a:latin typeface="Arial Black"/>
                <a:cs typeface="Arial Black"/>
              </a:rPr>
              <a:t>Mercado</a:t>
            </a:r>
            <a:r>
              <a:rPr dirty="0" sz="900" spc="-4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Black"/>
                <a:cs typeface="Arial Black"/>
              </a:rPr>
              <a:t>secundario</a:t>
            </a:r>
            <a:endParaRPr sz="9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330"/>
              </a:spcBef>
            </a:pPr>
            <a:r>
              <a:rPr dirty="0" sz="750" spc="10">
                <a:solidFill>
                  <a:srgbClr val="FEFEFE"/>
                </a:solidFill>
                <a:latin typeface="Microsoft Sans Serif"/>
                <a:cs typeface="Microsoft Sans Serif"/>
              </a:rPr>
              <a:t>(Plataforma</a:t>
            </a:r>
            <a:r>
              <a:rPr dirty="0" sz="750" spc="120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">
                <a:solidFill>
                  <a:srgbClr val="FEFEFE"/>
                </a:solidFill>
                <a:latin typeface="Microsoft Sans Serif"/>
                <a:cs typeface="Microsoft Sans Serif"/>
              </a:rPr>
              <a:t>regulada</a:t>
            </a:r>
            <a:r>
              <a:rPr dirty="0" sz="750" spc="120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">
                <a:solidFill>
                  <a:srgbClr val="FEFEFE"/>
                </a:solidFill>
                <a:latin typeface="Microsoft Sans Serif"/>
                <a:cs typeface="Microsoft Sans Serif"/>
              </a:rPr>
              <a:t>de</a:t>
            </a:r>
            <a:r>
              <a:rPr dirty="0" sz="750" spc="65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">
                <a:solidFill>
                  <a:srgbClr val="FEFEFE"/>
                </a:solidFill>
                <a:latin typeface="Microsoft Sans Serif"/>
                <a:cs typeface="Microsoft Sans Serif"/>
              </a:rPr>
              <a:t>Token</a:t>
            </a:r>
            <a:r>
              <a:rPr dirty="0" sz="750" spc="114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20">
                <a:solidFill>
                  <a:srgbClr val="FEFEFE"/>
                </a:solidFill>
                <a:latin typeface="Microsoft Sans Serif"/>
                <a:cs typeface="Microsoft Sans Serif"/>
              </a:rPr>
              <a:t>City)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19495" y="4609677"/>
            <a:ext cx="1940560" cy="1663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00" spc="-95">
                <a:solidFill>
                  <a:srgbClr val="FFFFFF"/>
                </a:solidFill>
                <a:latin typeface="Arial Black"/>
                <a:cs typeface="Arial Black"/>
              </a:rPr>
              <a:t>ERIR</a:t>
            </a:r>
            <a:r>
              <a:rPr dirty="0" sz="900" spc="-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50">
                <a:solidFill>
                  <a:srgbClr val="FEFEFE"/>
                </a:solidFill>
                <a:latin typeface="Microsoft Sans Serif"/>
                <a:cs typeface="Microsoft Sans Serif"/>
              </a:rPr>
              <a:t>(Plataforma</a:t>
            </a:r>
            <a:r>
              <a:rPr dirty="0" sz="750" spc="170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FEFEFE"/>
                </a:solidFill>
                <a:latin typeface="Microsoft Sans Serif"/>
                <a:cs typeface="Microsoft Sans Serif"/>
              </a:rPr>
              <a:t>regulada</a:t>
            </a:r>
            <a:r>
              <a:rPr dirty="0" sz="750" spc="170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FEFEFE"/>
                </a:solidFill>
                <a:latin typeface="Microsoft Sans Serif"/>
                <a:cs typeface="Microsoft Sans Serif"/>
              </a:rPr>
              <a:t>de</a:t>
            </a:r>
            <a:r>
              <a:rPr dirty="0" sz="750" spc="105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FEFEFE"/>
                </a:solidFill>
                <a:latin typeface="Microsoft Sans Serif"/>
                <a:cs typeface="Microsoft Sans Serif"/>
              </a:rPr>
              <a:t>Token</a:t>
            </a:r>
            <a:r>
              <a:rPr dirty="0" sz="750" spc="160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20">
                <a:solidFill>
                  <a:srgbClr val="FEFEFE"/>
                </a:solidFill>
                <a:latin typeface="Microsoft Sans Serif"/>
                <a:cs typeface="Microsoft Sans Serif"/>
              </a:rPr>
              <a:t>City)</a:t>
            </a:r>
            <a:endParaRPr sz="750">
              <a:latin typeface="Microsoft Sans Serif"/>
              <a:cs typeface="Microsoft Sans Serif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40079" y="5090159"/>
            <a:ext cx="9410700" cy="510540"/>
            <a:chOff x="640079" y="5090159"/>
            <a:chExt cx="9410700" cy="51054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0079" y="5090163"/>
              <a:ext cx="9410699" cy="51053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40079" y="5090159"/>
              <a:ext cx="9410700" cy="509270"/>
            </a:xfrm>
            <a:custGeom>
              <a:avLst/>
              <a:gdLst/>
              <a:ahLst/>
              <a:cxnLst/>
              <a:rect l="l" t="t" r="r" b="b"/>
              <a:pathLst>
                <a:path w="9410700" h="509270">
                  <a:moveTo>
                    <a:pt x="9190760" y="509270"/>
                  </a:moveTo>
                  <a:lnTo>
                    <a:pt x="219939" y="509270"/>
                  </a:lnTo>
                  <a:lnTo>
                    <a:pt x="208075" y="506730"/>
                  </a:lnTo>
                  <a:lnTo>
                    <a:pt x="196269" y="505460"/>
                  </a:lnTo>
                  <a:lnTo>
                    <a:pt x="150526" y="491490"/>
                  </a:lnTo>
                  <a:lnTo>
                    <a:pt x="108369" y="468630"/>
                  </a:lnTo>
                  <a:lnTo>
                    <a:pt x="71419" y="438150"/>
                  </a:lnTo>
                  <a:lnTo>
                    <a:pt x="41094" y="401320"/>
                  </a:lnTo>
                  <a:lnTo>
                    <a:pt x="18561" y="359410"/>
                  </a:lnTo>
                  <a:lnTo>
                    <a:pt x="4685" y="313690"/>
                  </a:lnTo>
                  <a:lnTo>
                    <a:pt x="0" y="265430"/>
                  </a:lnTo>
                  <a:lnTo>
                    <a:pt x="0" y="242570"/>
                  </a:lnTo>
                  <a:lnTo>
                    <a:pt x="195" y="234950"/>
                  </a:lnTo>
                  <a:lnTo>
                    <a:pt x="292" y="231140"/>
                  </a:lnTo>
                  <a:lnTo>
                    <a:pt x="7309" y="184150"/>
                  </a:lnTo>
                  <a:lnTo>
                    <a:pt x="23415" y="138430"/>
                  </a:lnTo>
                  <a:lnTo>
                    <a:pt x="47993" y="97790"/>
                  </a:lnTo>
                  <a:lnTo>
                    <a:pt x="80096" y="62230"/>
                  </a:lnTo>
                  <a:lnTo>
                    <a:pt x="118492" y="34290"/>
                  </a:lnTo>
                  <a:lnTo>
                    <a:pt x="184577" y="6350"/>
                  </a:lnTo>
                  <a:lnTo>
                    <a:pt x="208075" y="2540"/>
                  </a:lnTo>
                  <a:lnTo>
                    <a:pt x="219939" y="0"/>
                  </a:lnTo>
                  <a:lnTo>
                    <a:pt x="9190760" y="0"/>
                  </a:lnTo>
                  <a:lnTo>
                    <a:pt x="9202624" y="2540"/>
                  </a:lnTo>
                  <a:lnTo>
                    <a:pt x="9214430" y="3810"/>
                  </a:lnTo>
                  <a:lnTo>
                    <a:pt x="9226122" y="6350"/>
                  </a:lnTo>
                  <a:lnTo>
                    <a:pt x="236103" y="6350"/>
                  </a:lnTo>
                  <a:lnTo>
                    <a:pt x="228385" y="7620"/>
                  </a:lnTo>
                  <a:lnTo>
                    <a:pt x="212987" y="8890"/>
                  </a:lnTo>
                  <a:lnTo>
                    <a:pt x="190167" y="12700"/>
                  </a:lnTo>
                  <a:lnTo>
                    <a:pt x="182672" y="15240"/>
                  </a:lnTo>
                  <a:lnTo>
                    <a:pt x="167865" y="19050"/>
                  </a:lnTo>
                  <a:lnTo>
                    <a:pt x="160590" y="21590"/>
                  </a:lnTo>
                  <a:lnTo>
                    <a:pt x="146294" y="27940"/>
                  </a:lnTo>
                  <a:lnTo>
                    <a:pt x="139309" y="31750"/>
                  </a:lnTo>
                  <a:lnTo>
                    <a:pt x="125663" y="38100"/>
                  </a:lnTo>
                  <a:lnTo>
                    <a:pt x="88003" y="66040"/>
                  </a:lnTo>
                  <a:lnTo>
                    <a:pt x="66147" y="87630"/>
                  </a:lnTo>
                  <a:lnTo>
                    <a:pt x="56331" y="99060"/>
                  </a:lnTo>
                  <a:lnTo>
                    <a:pt x="31865" y="138430"/>
                  </a:lnTo>
                  <a:lnTo>
                    <a:pt x="15545" y="181610"/>
                  </a:lnTo>
                  <a:lnTo>
                    <a:pt x="7999" y="227330"/>
                  </a:lnTo>
                  <a:lnTo>
                    <a:pt x="7619" y="234950"/>
                  </a:lnTo>
                  <a:lnTo>
                    <a:pt x="7619" y="274320"/>
                  </a:lnTo>
                  <a:lnTo>
                    <a:pt x="13668" y="320040"/>
                  </a:lnTo>
                  <a:lnTo>
                    <a:pt x="28561" y="363220"/>
                  </a:lnTo>
                  <a:lnTo>
                    <a:pt x="51728" y="403860"/>
                  </a:lnTo>
                  <a:lnTo>
                    <a:pt x="66147" y="421640"/>
                  </a:lnTo>
                  <a:lnTo>
                    <a:pt x="71336" y="427990"/>
                  </a:lnTo>
                  <a:lnTo>
                    <a:pt x="99964" y="453390"/>
                  </a:lnTo>
                  <a:lnTo>
                    <a:pt x="139309" y="477520"/>
                  </a:lnTo>
                  <a:lnTo>
                    <a:pt x="146294" y="481330"/>
                  </a:lnTo>
                  <a:lnTo>
                    <a:pt x="160590" y="487680"/>
                  </a:lnTo>
                  <a:lnTo>
                    <a:pt x="167865" y="490220"/>
                  </a:lnTo>
                  <a:lnTo>
                    <a:pt x="182672" y="494030"/>
                  </a:lnTo>
                  <a:lnTo>
                    <a:pt x="190167" y="496570"/>
                  </a:lnTo>
                  <a:lnTo>
                    <a:pt x="212987" y="500380"/>
                  </a:lnTo>
                  <a:lnTo>
                    <a:pt x="228385" y="501650"/>
                  </a:lnTo>
                  <a:lnTo>
                    <a:pt x="9229962" y="501650"/>
                  </a:lnTo>
                  <a:lnTo>
                    <a:pt x="9226121" y="502920"/>
                  </a:lnTo>
                  <a:lnTo>
                    <a:pt x="9214428" y="505460"/>
                  </a:lnTo>
                  <a:lnTo>
                    <a:pt x="9202623" y="506730"/>
                  </a:lnTo>
                  <a:lnTo>
                    <a:pt x="9190760" y="509270"/>
                  </a:lnTo>
                  <a:close/>
                </a:path>
                <a:path w="9410700" h="509270">
                  <a:moveTo>
                    <a:pt x="9229962" y="501650"/>
                  </a:moveTo>
                  <a:lnTo>
                    <a:pt x="9182313" y="501650"/>
                  </a:lnTo>
                  <a:lnTo>
                    <a:pt x="9197712" y="500380"/>
                  </a:lnTo>
                  <a:lnTo>
                    <a:pt x="9220531" y="496570"/>
                  </a:lnTo>
                  <a:lnTo>
                    <a:pt x="9228027" y="494030"/>
                  </a:lnTo>
                  <a:lnTo>
                    <a:pt x="9242834" y="490220"/>
                  </a:lnTo>
                  <a:lnTo>
                    <a:pt x="9250109" y="487680"/>
                  </a:lnTo>
                  <a:lnTo>
                    <a:pt x="9264404" y="481330"/>
                  </a:lnTo>
                  <a:lnTo>
                    <a:pt x="9271389" y="477520"/>
                  </a:lnTo>
                  <a:lnTo>
                    <a:pt x="9285035" y="471170"/>
                  </a:lnTo>
                  <a:lnTo>
                    <a:pt x="9322696" y="443230"/>
                  </a:lnTo>
                  <a:lnTo>
                    <a:pt x="9344552" y="421640"/>
                  </a:lnTo>
                  <a:lnTo>
                    <a:pt x="9354368" y="410210"/>
                  </a:lnTo>
                  <a:lnTo>
                    <a:pt x="9378833" y="370840"/>
                  </a:lnTo>
                  <a:lnTo>
                    <a:pt x="9395153" y="327660"/>
                  </a:lnTo>
                  <a:lnTo>
                    <a:pt x="9402700" y="281940"/>
                  </a:lnTo>
                  <a:lnTo>
                    <a:pt x="9403079" y="274320"/>
                  </a:lnTo>
                  <a:lnTo>
                    <a:pt x="9403079" y="234950"/>
                  </a:lnTo>
                  <a:lnTo>
                    <a:pt x="9397030" y="189230"/>
                  </a:lnTo>
                  <a:lnTo>
                    <a:pt x="9382137" y="146050"/>
                  </a:lnTo>
                  <a:lnTo>
                    <a:pt x="9358970" y="105410"/>
                  </a:lnTo>
                  <a:lnTo>
                    <a:pt x="9344552" y="87630"/>
                  </a:lnTo>
                  <a:lnTo>
                    <a:pt x="9339362" y="81280"/>
                  </a:lnTo>
                  <a:lnTo>
                    <a:pt x="9310734" y="55880"/>
                  </a:lnTo>
                  <a:lnTo>
                    <a:pt x="9271389" y="31750"/>
                  </a:lnTo>
                  <a:lnTo>
                    <a:pt x="9264404" y="27940"/>
                  </a:lnTo>
                  <a:lnTo>
                    <a:pt x="9250109" y="21590"/>
                  </a:lnTo>
                  <a:lnTo>
                    <a:pt x="9242834" y="19050"/>
                  </a:lnTo>
                  <a:lnTo>
                    <a:pt x="9228027" y="15240"/>
                  </a:lnTo>
                  <a:lnTo>
                    <a:pt x="9220531" y="12700"/>
                  </a:lnTo>
                  <a:lnTo>
                    <a:pt x="9197712" y="8890"/>
                  </a:lnTo>
                  <a:lnTo>
                    <a:pt x="9182313" y="7620"/>
                  </a:lnTo>
                  <a:lnTo>
                    <a:pt x="9174596" y="6350"/>
                  </a:lnTo>
                  <a:lnTo>
                    <a:pt x="9226122" y="6350"/>
                  </a:lnTo>
                  <a:lnTo>
                    <a:pt x="9260172" y="17780"/>
                  </a:lnTo>
                  <a:lnTo>
                    <a:pt x="9302329" y="40640"/>
                  </a:lnTo>
                  <a:lnTo>
                    <a:pt x="9339280" y="71120"/>
                  </a:lnTo>
                  <a:lnTo>
                    <a:pt x="9369604" y="107950"/>
                  </a:lnTo>
                  <a:lnTo>
                    <a:pt x="9392137" y="149860"/>
                  </a:lnTo>
                  <a:lnTo>
                    <a:pt x="9406013" y="195580"/>
                  </a:lnTo>
                  <a:lnTo>
                    <a:pt x="9410699" y="242570"/>
                  </a:lnTo>
                  <a:lnTo>
                    <a:pt x="9410699" y="265430"/>
                  </a:lnTo>
                  <a:lnTo>
                    <a:pt x="9406014" y="313690"/>
                  </a:lnTo>
                  <a:lnTo>
                    <a:pt x="9392137" y="359410"/>
                  </a:lnTo>
                  <a:lnTo>
                    <a:pt x="9369604" y="401320"/>
                  </a:lnTo>
                  <a:lnTo>
                    <a:pt x="9339280" y="438150"/>
                  </a:lnTo>
                  <a:lnTo>
                    <a:pt x="9302329" y="468630"/>
                  </a:lnTo>
                  <a:lnTo>
                    <a:pt x="9260172" y="491490"/>
                  </a:lnTo>
                  <a:lnTo>
                    <a:pt x="9229962" y="501650"/>
                  </a:lnTo>
                  <a:close/>
                </a:path>
              </a:pathLst>
            </a:custGeom>
            <a:solidFill>
              <a:srgbClr val="4D8CFF">
                <a:alpha val="650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4655383" y="5257377"/>
            <a:ext cx="1374140" cy="1663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00" spc="-75">
                <a:solidFill>
                  <a:srgbClr val="FFFFFF"/>
                </a:solidFill>
                <a:latin typeface="Arial Black"/>
                <a:cs typeface="Arial Black"/>
              </a:rPr>
              <a:t>SERVICIO</a:t>
            </a:r>
            <a:r>
              <a:rPr dirty="0" sz="900" spc="-3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70">
                <a:solidFill>
                  <a:srgbClr val="FFFFFF"/>
                </a:solidFill>
                <a:latin typeface="Arial Black"/>
                <a:cs typeface="Arial Black"/>
              </a:rPr>
              <a:t>BLOCKCHAIN</a:t>
            </a:r>
            <a:endParaRPr sz="9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90306" y="1786837"/>
            <a:ext cx="697230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0" b="1">
                <a:solidFill>
                  <a:srgbClr val="1754B9"/>
                </a:solidFill>
                <a:latin typeface="Georgia"/>
                <a:cs typeface="Georgia"/>
              </a:rPr>
              <a:t>T</a:t>
            </a:r>
            <a:r>
              <a:rPr dirty="0" sz="750" spc="-7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229" b="1">
                <a:solidFill>
                  <a:srgbClr val="1754B9"/>
                </a:solidFill>
                <a:latin typeface="Georgia"/>
                <a:cs typeface="Georgia"/>
              </a:rPr>
              <a:t>O</a:t>
            </a:r>
            <a:r>
              <a:rPr dirty="0" sz="750" spc="-5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95" b="1">
                <a:solidFill>
                  <a:srgbClr val="1754B9"/>
                </a:solidFill>
                <a:latin typeface="Georgia"/>
                <a:cs typeface="Georgia"/>
              </a:rPr>
              <a:t>K</a:t>
            </a:r>
            <a:r>
              <a:rPr dirty="0" sz="750" spc="-8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50" b="1">
                <a:solidFill>
                  <a:srgbClr val="1754B9"/>
                </a:solidFill>
                <a:latin typeface="Georgia"/>
                <a:cs typeface="Georgia"/>
              </a:rPr>
              <a:t>E</a:t>
            </a:r>
            <a:r>
              <a:rPr dirty="0" sz="750" spc="-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0" b="1">
                <a:solidFill>
                  <a:srgbClr val="1754B9"/>
                </a:solidFill>
                <a:latin typeface="Georgia"/>
                <a:cs typeface="Georgia"/>
              </a:rPr>
              <a:t>N</a:t>
            </a:r>
            <a:r>
              <a:rPr dirty="0" sz="750" spc="3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40" b="1">
                <a:solidFill>
                  <a:srgbClr val="1754B9"/>
                </a:solidFill>
                <a:latin typeface="Georgia"/>
                <a:cs typeface="Georgia"/>
              </a:rPr>
              <a:t>C</a:t>
            </a:r>
            <a:r>
              <a:rPr dirty="0" sz="750" spc="-5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b="1">
                <a:solidFill>
                  <a:srgbClr val="1754B9"/>
                </a:solidFill>
                <a:latin typeface="Georgia"/>
                <a:cs typeface="Georgia"/>
              </a:rPr>
              <a:t>I</a:t>
            </a:r>
            <a:r>
              <a:rPr dirty="0" sz="750" spc="-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00" b="1">
                <a:solidFill>
                  <a:srgbClr val="1754B9"/>
                </a:solidFill>
                <a:latin typeface="Georgia"/>
                <a:cs typeface="Georgia"/>
              </a:rPr>
              <a:t>T</a:t>
            </a:r>
            <a:r>
              <a:rPr dirty="0" sz="750" spc="-7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50" b="1">
                <a:solidFill>
                  <a:srgbClr val="1754B9"/>
                </a:solidFill>
                <a:latin typeface="Georgia"/>
                <a:cs typeface="Georgia"/>
              </a:rPr>
              <a:t>Y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216745" y="1720361"/>
            <a:ext cx="6258560" cy="1141730"/>
          </a:xfrm>
          <a:prstGeom prst="rect"/>
        </p:spPr>
        <p:txBody>
          <a:bodyPr wrap="square" lIns="0" tIns="133350" rIns="0" bIns="0" rtlCol="0" vert="horz">
            <a:spAutoFit/>
          </a:bodyPr>
          <a:lstStyle/>
          <a:p>
            <a:pPr algn="ctr" marL="5080">
              <a:lnSpc>
                <a:spcPct val="100000"/>
              </a:lnSpc>
              <a:spcBef>
                <a:spcPts val="1050"/>
              </a:spcBef>
            </a:pPr>
            <a:r>
              <a:rPr dirty="0" spc="-130"/>
              <a:t>Tarifas</a:t>
            </a:r>
            <a:r>
              <a:rPr dirty="0" spc="-280"/>
              <a:t> </a:t>
            </a:r>
            <a:r>
              <a:rPr dirty="0" spc="-120"/>
              <a:t>—</a:t>
            </a:r>
            <a:r>
              <a:rPr dirty="0" spc="-515"/>
              <a:t> </a:t>
            </a:r>
            <a:r>
              <a:rPr dirty="0" spc="-40"/>
              <a:t>Asesoría</a:t>
            </a:r>
          </a:p>
          <a:p>
            <a:pPr algn="ctr" marL="12700" marR="5080">
              <a:lnSpc>
                <a:spcPct val="121700"/>
              </a:lnSpc>
              <a:spcBef>
                <a:spcPts val="35"/>
              </a:spcBef>
            </a:pPr>
            <a:r>
              <a:rPr dirty="0" sz="1150" spc="-20" b="0">
                <a:solidFill>
                  <a:srgbClr val="9CA2AF"/>
                </a:solidFill>
                <a:latin typeface="Microsoft Sans Serif"/>
                <a:cs typeface="Microsoft Sans Serif"/>
              </a:rPr>
              <a:t>Se</a:t>
            </a:r>
            <a:r>
              <a:rPr dirty="0" sz="1150" spc="10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5" b="0">
                <a:solidFill>
                  <a:srgbClr val="9CA2AF"/>
                </a:solidFill>
                <a:latin typeface="Microsoft Sans Serif"/>
                <a:cs typeface="Microsoft Sans Serif"/>
              </a:rPr>
              <a:t>definen</a:t>
            </a:r>
            <a:r>
              <a:rPr dirty="0" sz="1150" spc="75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b="0">
                <a:solidFill>
                  <a:srgbClr val="9CA2AF"/>
                </a:solidFill>
                <a:latin typeface="Microsoft Sans Serif"/>
                <a:cs typeface="Microsoft Sans Serif"/>
              </a:rPr>
              <a:t>a</a:t>
            </a:r>
            <a:r>
              <a:rPr dirty="0" sz="1150" spc="85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70" b="0">
                <a:solidFill>
                  <a:srgbClr val="9CA2AF"/>
                </a:solidFill>
                <a:latin typeface="Microsoft Sans Serif"/>
                <a:cs typeface="Microsoft Sans Serif"/>
              </a:rPr>
              <a:t>medida</a:t>
            </a:r>
            <a:r>
              <a:rPr dirty="0" sz="1150" spc="80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b="0">
                <a:solidFill>
                  <a:srgbClr val="9CA2AF"/>
                </a:solidFill>
                <a:latin typeface="Microsoft Sans Serif"/>
                <a:cs typeface="Microsoft Sans Serif"/>
              </a:rPr>
              <a:t>en</a:t>
            </a:r>
            <a:r>
              <a:rPr dirty="0" sz="1150" spc="75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0" b="0">
                <a:solidFill>
                  <a:srgbClr val="9CA2AF"/>
                </a:solidFill>
                <a:latin typeface="Microsoft Sans Serif"/>
                <a:cs typeface="Microsoft Sans Serif"/>
              </a:rPr>
              <a:t>función</a:t>
            </a:r>
            <a:r>
              <a:rPr dirty="0" sz="1150" spc="75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5" b="0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1150" spc="15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b="0">
                <a:solidFill>
                  <a:srgbClr val="9CA2AF"/>
                </a:solidFill>
                <a:latin typeface="Microsoft Sans Serif"/>
                <a:cs typeface="Microsoft Sans Serif"/>
              </a:rPr>
              <a:t>las</a:t>
            </a:r>
            <a:r>
              <a:rPr dirty="0" sz="1150" spc="5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b="0">
                <a:solidFill>
                  <a:srgbClr val="9CA2AF"/>
                </a:solidFill>
                <a:latin typeface="Microsoft Sans Serif"/>
                <a:cs typeface="Microsoft Sans Serif"/>
              </a:rPr>
              <a:t>necesidades</a:t>
            </a:r>
            <a:r>
              <a:rPr dirty="0" sz="1150" spc="10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80" b="0">
                <a:solidFill>
                  <a:srgbClr val="9CA2AF"/>
                </a:solidFill>
                <a:latin typeface="Microsoft Sans Serif"/>
                <a:cs typeface="Microsoft Sans Serif"/>
              </a:rPr>
              <a:t>y</a:t>
            </a:r>
            <a:r>
              <a:rPr dirty="0" sz="1150" spc="-50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b="0">
                <a:solidFill>
                  <a:srgbClr val="9CA2AF"/>
                </a:solidFill>
                <a:latin typeface="Microsoft Sans Serif"/>
                <a:cs typeface="Microsoft Sans Serif"/>
              </a:rPr>
              <a:t>se</a:t>
            </a:r>
            <a:r>
              <a:rPr dirty="0" sz="1150" spc="15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b="0">
                <a:solidFill>
                  <a:srgbClr val="9CA2AF"/>
                </a:solidFill>
                <a:latin typeface="Microsoft Sans Serif"/>
                <a:cs typeface="Microsoft Sans Serif"/>
              </a:rPr>
              <a:t>proveen</a:t>
            </a:r>
            <a:r>
              <a:rPr dirty="0" sz="1150" spc="75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5" b="0">
                <a:solidFill>
                  <a:srgbClr val="9CA2AF"/>
                </a:solidFill>
                <a:latin typeface="Microsoft Sans Serif"/>
                <a:cs typeface="Microsoft Sans Serif"/>
              </a:rPr>
              <a:t>por</a:t>
            </a:r>
            <a:r>
              <a:rPr dirty="0" sz="1150" spc="35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b="0">
                <a:solidFill>
                  <a:srgbClr val="9CA2AF"/>
                </a:solidFill>
                <a:latin typeface="Microsoft Sans Serif"/>
                <a:cs typeface="Microsoft Sans Serif"/>
              </a:rPr>
              <a:t>el</a:t>
            </a:r>
            <a:r>
              <a:rPr dirty="0" sz="1150" spc="140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70" b="0">
                <a:solidFill>
                  <a:srgbClr val="9CA2AF"/>
                </a:solidFill>
                <a:latin typeface="Microsoft Sans Serif"/>
                <a:cs typeface="Microsoft Sans Serif"/>
              </a:rPr>
              <a:t>equipo</a:t>
            </a:r>
            <a:r>
              <a:rPr dirty="0" sz="1150" spc="10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5" b="0">
                <a:solidFill>
                  <a:srgbClr val="9CA2AF"/>
                </a:solidFill>
                <a:latin typeface="Microsoft Sans Serif"/>
                <a:cs typeface="Microsoft Sans Serif"/>
              </a:rPr>
              <a:t>interno</a:t>
            </a:r>
            <a:r>
              <a:rPr dirty="0" sz="1150" spc="15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40" b="0">
                <a:solidFill>
                  <a:srgbClr val="9CA2AF"/>
                </a:solidFill>
                <a:latin typeface="Microsoft Sans Serif"/>
                <a:cs typeface="Microsoft Sans Serif"/>
              </a:rPr>
              <a:t>de </a:t>
            </a:r>
            <a:r>
              <a:rPr dirty="0" sz="1150" spc="20" b="0">
                <a:solidFill>
                  <a:srgbClr val="9CA2AF"/>
                </a:solidFill>
                <a:latin typeface="Microsoft Sans Serif"/>
                <a:cs typeface="Microsoft Sans Serif"/>
              </a:rPr>
              <a:t>Token</a:t>
            </a:r>
            <a:r>
              <a:rPr dirty="0" sz="1150" spc="75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 b="0">
                <a:solidFill>
                  <a:srgbClr val="9CA2AF"/>
                </a:solidFill>
                <a:latin typeface="Microsoft Sans Serif"/>
                <a:cs typeface="Microsoft Sans Serif"/>
              </a:rPr>
              <a:t>City</a:t>
            </a:r>
            <a:r>
              <a:rPr dirty="0" sz="1150" spc="-50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80" b="0">
                <a:solidFill>
                  <a:srgbClr val="9CA2AF"/>
                </a:solidFill>
                <a:latin typeface="Microsoft Sans Serif"/>
                <a:cs typeface="Microsoft Sans Serif"/>
              </a:rPr>
              <a:t>y</a:t>
            </a:r>
            <a:r>
              <a:rPr dirty="0" sz="1150" spc="-45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 b="0">
                <a:solidFill>
                  <a:srgbClr val="9CA2AF"/>
                </a:solidFill>
                <a:latin typeface="Microsoft Sans Serif"/>
                <a:cs typeface="Microsoft Sans Serif"/>
              </a:rPr>
              <a:t>sus</a:t>
            </a:r>
            <a:r>
              <a:rPr dirty="0" sz="1150" spc="5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 b="0">
                <a:solidFill>
                  <a:srgbClr val="9CA2AF"/>
                </a:solidFill>
                <a:latin typeface="Microsoft Sans Serif"/>
                <a:cs typeface="Microsoft Sans Serif"/>
              </a:rPr>
              <a:t>colaboradores</a:t>
            </a:r>
            <a:r>
              <a:rPr dirty="0" sz="1150" spc="10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 b="0">
                <a:solidFill>
                  <a:srgbClr val="9CA2AF"/>
                </a:solidFill>
                <a:latin typeface="Microsoft Sans Serif"/>
                <a:cs typeface="Microsoft Sans Serif"/>
              </a:rPr>
              <a:t>especializados.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73479" y="3131817"/>
            <a:ext cx="8343900" cy="2468880"/>
            <a:chOff x="1173479" y="3131817"/>
            <a:chExt cx="8343900" cy="2468880"/>
          </a:xfrm>
        </p:grpSpPr>
        <p:sp>
          <p:nvSpPr>
            <p:cNvPr id="5" name="object 5"/>
            <p:cNvSpPr/>
            <p:nvPr/>
          </p:nvSpPr>
          <p:spPr>
            <a:xfrm>
              <a:off x="1173479" y="3131817"/>
              <a:ext cx="8343900" cy="2468880"/>
            </a:xfrm>
            <a:custGeom>
              <a:avLst/>
              <a:gdLst/>
              <a:ahLst/>
              <a:cxnLst/>
              <a:rect l="l" t="t" r="r" b="b"/>
              <a:pathLst>
                <a:path w="8343900" h="2468879">
                  <a:moveTo>
                    <a:pt x="8100059" y="2468879"/>
                  </a:moveTo>
                  <a:lnTo>
                    <a:pt x="243839" y="2468879"/>
                  </a:lnTo>
                  <a:lnTo>
                    <a:pt x="231860" y="2468586"/>
                  </a:lnTo>
                  <a:lnTo>
                    <a:pt x="184577" y="2461570"/>
                  </a:lnTo>
                  <a:lnTo>
                    <a:pt x="139571" y="2445463"/>
                  </a:lnTo>
                  <a:lnTo>
                    <a:pt x="98572" y="2420886"/>
                  </a:lnTo>
                  <a:lnTo>
                    <a:pt x="63155" y="2388782"/>
                  </a:lnTo>
                  <a:lnTo>
                    <a:pt x="34682" y="2350386"/>
                  </a:lnTo>
                  <a:lnTo>
                    <a:pt x="14247" y="2307173"/>
                  </a:lnTo>
                  <a:lnTo>
                    <a:pt x="2635" y="2260804"/>
                  </a:lnTo>
                  <a:lnTo>
                    <a:pt x="0" y="2225039"/>
                  </a:lnTo>
                  <a:lnTo>
                    <a:pt x="0" y="243839"/>
                  </a:lnTo>
                  <a:lnTo>
                    <a:pt x="4685" y="196269"/>
                  </a:lnTo>
                  <a:lnTo>
                    <a:pt x="18561" y="150526"/>
                  </a:lnTo>
                  <a:lnTo>
                    <a:pt x="41094" y="108369"/>
                  </a:lnTo>
                  <a:lnTo>
                    <a:pt x="71419" y="71419"/>
                  </a:lnTo>
                  <a:lnTo>
                    <a:pt x="108369" y="41094"/>
                  </a:lnTo>
                  <a:lnTo>
                    <a:pt x="150526" y="18561"/>
                  </a:lnTo>
                  <a:lnTo>
                    <a:pt x="196269" y="4685"/>
                  </a:lnTo>
                  <a:lnTo>
                    <a:pt x="243839" y="0"/>
                  </a:lnTo>
                  <a:lnTo>
                    <a:pt x="8100059" y="0"/>
                  </a:lnTo>
                  <a:lnTo>
                    <a:pt x="8147629" y="4685"/>
                  </a:lnTo>
                  <a:lnTo>
                    <a:pt x="8193372" y="18561"/>
                  </a:lnTo>
                  <a:lnTo>
                    <a:pt x="8235528" y="41094"/>
                  </a:lnTo>
                  <a:lnTo>
                    <a:pt x="8272480" y="71419"/>
                  </a:lnTo>
                  <a:lnTo>
                    <a:pt x="8302805" y="108369"/>
                  </a:lnTo>
                  <a:lnTo>
                    <a:pt x="8325338" y="150526"/>
                  </a:lnTo>
                  <a:lnTo>
                    <a:pt x="8339214" y="196269"/>
                  </a:lnTo>
                  <a:lnTo>
                    <a:pt x="8343899" y="243839"/>
                  </a:lnTo>
                  <a:lnTo>
                    <a:pt x="8343899" y="2225039"/>
                  </a:lnTo>
                  <a:lnTo>
                    <a:pt x="8339214" y="2272610"/>
                  </a:lnTo>
                  <a:lnTo>
                    <a:pt x="8325338" y="2318353"/>
                  </a:lnTo>
                  <a:lnTo>
                    <a:pt x="8302805" y="2360509"/>
                  </a:lnTo>
                  <a:lnTo>
                    <a:pt x="8272480" y="2397460"/>
                  </a:lnTo>
                  <a:lnTo>
                    <a:pt x="8235528" y="2427785"/>
                  </a:lnTo>
                  <a:lnTo>
                    <a:pt x="8193372" y="2450318"/>
                  </a:lnTo>
                  <a:lnTo>
                    <a:pt x="8147629" y="2464194"/>
                  </a:lnTo>
                  <a:lnTo>
                    <a:pt x="8100059" y="246887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173467" y="3131819"/>
              <a:ext cx="8343900" cy="2463800"/>
            </a:xfrm>
            <a:custGeom>
              <a:avLst/>
              <a:gdLst/>
              <a:ahLst/>
              <a:cxnLst/>
              <a:rect l="l" t="t" r="r" b="b"/>
              <a:pathLst>
                <a:path w="8343900" h="2463800">
                  <a:moveTo>
                    <a:pt x="182676" y="2451100"/>
                  </a:moveTo>
                  <a:lnTo>
                    <a:pt x="167868" y="2438400"/>
                  </a:lnTo>
                  <a:lnTo>
                    <a:pt x="150533" y="2438400"/>
                  </a:lnTo>
                  <a:lnTo>
                    <a:pt x="161709" y="2451100"/>
                  </a:lnTo>
                  <a:lnTo>
                    <a:pt x="182676" y="2451100"/>
                  </a:lnTo>
                  <a:close/>
                </a:path>
                <a:path w="8343900" h="2463800">
                  <a:moveTo>
                    <a:pt x="205346" y="0"/>
                  </a:moveTo>
                  <a:lnTo>
                    <a:pt x="173062" y="0"/>
                  </a:lnTo>
                  <a:lnTo>
                    <a:pt x="161709" y="12700"/>
                  </a:lnTo>
                  <a:lnTo>
                    <a:pt x="190169" y="12700"/>
                  </a:lnTo>
                  <a:lnTo>
                    <a:pt x="205346" y="0"/>
                  </a:lnTo>
                  <a:close/>
                </a:path>
                <a:path w="8343900" h="2463800">
                  <a:moveTo>
                    <a:pt x="8159331" y="2451100"/>
                  </a:moveTo>
                  <a:lnTo>
                    <a:pt x="184581" y="2451100"/>
                  </a:lnTo>
                  <a:lnTo>
                    <a:pt x="196278" y="2463800"/>
                  </a:lnTo>
                  <a:lnTo>
                    <a:pt x="8147634" y="2463800"/>
                  </a:lnTo>
                  <a:lnTo>
                    <a:pt x="8159331" y="2451100"/>
                  </a:lnTo>
                  <a:close/>
                </a:path>
                <a:path w="8343900" h="2463800">
                  <a:moveTo>
                    <a:pt x="8182203" y="12700"/>
                  </a:moveTo>
                  <a:lnTo>
                    <a:pt x="8170850" y="0"/>
                  </a:lnTo>
                  <a:lnTo>
                    <a:pt x="8138566" y="0"/>
                  </a:lnTo>
                  <a:lnTo>
                    <a:pt x="8153743" y="12700"/>
                  </a:lnTo>
                  <a:lnTo>
                    <a:pt x="8182203" y="12700"/>
                  </a:lnTo>
                  <a:close/>
                </a:path>
                <a:path w="8343900" h="2463800">
                  <a:moveTo>
                    <a:pt x="8193379" y="2438400"/>
                  </a:moveTo>
                  <a:lnTo>
                    <a:pt x="8176044" y="2438400"/>
                  </a:lnTo>
                  <a:lnTo>
                    <a:pt x="8161236" y="2451100"/>
                  </a:lnTo>
                  <a:lnTo>
                    <a:pt x="8182203" y="2451100"/>
                  </a:lnTo>
                  <a:lnTo>
                    <a:pt x="8193379" y="2438400"/>
                  </a:lnTo>
                  <a:close/>
                </a:path>
                <a:path w="8343900" h="2463800">
                  <a:moveTo>
                    <a:pt x="8343900" y="241300"/>
                  </a:moveTo>
                  <a:lnTo>
                    <a:pt x="8341271" y="203200"/>
                  </a:lnTo>
                  <a:lnTo>
                    <a:pt x="8333410" y="165100"/>
                  </a:lnTo>
                  <a:lnTo>
                    <a:pt x="8320494" y="127000"/>
                  </a:lnTo>
                  <a:lnTo>
                    <a:pt x="8315122" y="127000"/>
                  </a:lnTo>
                  <a:lnTo>
                    <a:pt x="8309229" y="114300"/>
                  </a:lnTo>
                  <a:lnTo>
                    <a:pt x="8302815" y="101600"/>
                  </a:lnTo>
                  <a:lnTo>
                    <a:pt x="8295907" y="88900"/>
                  </a:lnTo>
                  <a:lnTo>
                    <a:pt x="8288553" y="88900"/>
                  </a:lnTo>
                  <a:lnTo>
                    <a:pt x="8280755" y="76200"/>
                  </a:lnTo>
                  <a:lnTo>
                    <a:pt x="8272488" y="63500"/>
                  </a:lnTo>
                  <a:lnTo>
                    <a:pt x="8263814" y="50800"/>
                  </a:lnTo>
                  <a:lnTo>
                    <a:pt x="8254759" y="50800"/>
                  </a:lnTo>
                  <a:lnTo>
                    <a:pt x="8245335" y="38100"/>
                  </a:lnTo>
                  <a:lnTo>
                    <a:pt x="8235531" y="38100"/>
                  </a:lnTo>
                  <a:lnTo>
                    <a:pt x="8225409" y="25400"/>
                  </a:lnTo>
                  <a:lnTo>
                    <a:pt x="8215008" y="25400"/>
                  </a:lnTo>
                  <a:lnTo>
                    <a:pt x="8204340" y="12700"/>
                  </a:lnTo>
                  <a:lnTo>
                    <a:pt x="8183308" y="12700"/>
                  </a:lnTo>
                  <a:lnTo>
                    <a:pt x="8197609" y="25400"/>
                  </a:lnTo>
                  <a:lnTo>
                    <a:pt x="8204594" y="25400"/>
                  </a:lnTo>
                  <a:lnTo>
                    <a:pt x="8218246" y="38100"/>
                  </a:lnTo>
                  <a:lnTo>
                    <a:pt x="8224875" y="38100"/>
                  </a:lnTo>
                  <a:lnTo>
                    <a:pt x="8237741" y="50800"/>
                  </a:lnTo>
                  <a:lnTo>
                    <a:pt x="8243938" y="50800"/>
                  </a:lnTo>
                  <a:lnTo>
                    <a:pt x="8255902" y="63500"/>
                  </a:lnTo>
                  <a:lnTo>
                    <a:pt x="8261629" y="63500"/>
                  </a:lnTo>
                  <a:lnTo>
                    <a:pt x="8272564" y="76200"/>
                  </a:lnTo>
                  <a:lnTo>
                    <a:pt x="8277758" y="76200"/>
                  </a:lnTo>
                  <a:lnTo>
                    <a:pt x="8287575" y="88900"/>
                  </a:lnTo>
                  <a:lnTo>
                    <a:pt x="8292173" y="101600"/>
                  </a:lnTo>
                  <a:lnTo>
                    <a:pt x="8300771" y="114300"/>
                  </a:lnTo>
                  <a:lnTo>
                    <a:pt x="8304746" y="114300"/>
                  </a:lnTo>
                  <a:lnTo>
                    <a:pt x="8312036" y="127000"/>
                  </a:lnTo>
                  <a:lnTo>
                    <a:pt x="8315338" y="139700"/>
                  </a:lnTo>
                  <a:lnTo>
                    <a:pt x="8321268" y="152400"/>
                  </a:lnTo>
                  <a:lnTo>
                    <a:pt x="8323872" y="165100"/>
                  </a:lnTo>
                  <a:lnTo>
                    <a:pt x="8328355" y="177800"/>
                  </a:lnTo>
                  <a:lnTo>
                    <a:pt x="8330235" y="177800"/>
                  </a:lnTo>
                  <a:lnTo>
                    <a:pt x="8333257" y="203200"/>
                  </a:lnTo>
                  <a:lnTo>
                    <a:pt x="8334388" y="203200"/>
                  </a:lnTo>
                  <a:lnTo>
                    <a:pt x="8335912" y="215900"/>
                  </a:lnTo>
                  <a:lnTo>
                    <a:pt x="8336280" y="228600"/>
                  </a:lnTo>
                  <a:lnTo>
                    <a:pt x="8336280" y="358140"/>
                  </a:lnTo>
                  <a:lnTo>
                    <a:pt x="6835140" y="358140"/>
                  </a:lnTo>
                  <a:lnTo>
                    <a:pt x="5303520" y="358140"/>
                  </a:lnTo>
                  <a:lnTo>
                    <a:pt x="7620" y="358140"/>
                  </a:lnTo>
                  <a:lnTo>
                    <a:pt x="7620" y="228600"/>
                  </a:lnTo>
                  <a:lnTo>
                    <a:pt x="8001" y="215900"/>
                  </a:lnTo>
                  <a:lnTo>
                    <a:pt x="9525" y="203200"/>
                  </a:lnTo>
                  <a:lnTo>
                    <a:pt x="10655" y="203200"/>
                  </a:lnTo>
                  <a:lnTo>
                    <a:pt x="13677" y="177800"/>
                  </a:lnTo>
                  <a:lnTo>
                    <a:pt x="15557" y="177800"/>
                  </a:lnTo>
                  <a:lnTo>
                    <a:pt x="20040" y="165100"/>
                  </a:lnTo>
                  <a:lnTo>
                    <a:pt x="22644" y="152400"/>
                  </a:lnTo>
                  <a:lnTo>
                    <a:pt x="28562" y="139700"/>
                  </a:lnTo>
                  <a:lnTo>
                    <a:pt x="31877" y="127000"/>
                  </a:lnTo>
                  <a:lnTo>
                    <a:pt x="39166" y="114300"/>
                  </a:lnTo>
                  <a:lnTo>
                    <a:pt x="43141" y="114300"/>
                  </a:lnTo>
                  <a:lnTo>
                    <a:pt x="51739" y="101600"/>
                  </a:lnTo>
                  <a:lnTo>
                    <a:pt x="56337" y="88900"/>
                  </a:lnTo>
                  <a:lnTo>
                    <a:pt x="66154" y="76200"/>
                  </a:lnTo>
                  <a:lnTo>
                    <a:pt x="71348" y="76200"/>
                  </a:lnTo>
                  <a:lnTo>
                    <a:pt x="82283" y="63500"/>
                  </a:lnTo>
                  <a:lnTo>
                    <a:pt x="88011" y="63500"/>
                  </a:lnTo>
                  <a:lnTo>
                    <a:pt x="99974" y="50800"/>
                  </a:lnTo>
                  <a:lnTo>
                    <a:pt x="106172" y="50800"/>
                  </a:lnTo>
                  <a:lnTo>
                    <a:pt x="119037" y="38100"/>
                  </a:lnTo>
                  <a:lnTo>
                    <a:pt x="125666" y="38100"/>
                  </a:lnTo>
                  <a:lnTo>
                    <a:pt x="139319" y="25400"/>
                  </a:lnTo>
                  <a:lnTo>
                    <a:pt x="146304" y="25400"/>
                  </a:lnTo>
                  <a:lnTo>
                    <a:pt x="160591" y="12700"/>
                  </a:lnTo>
                  <a:lnTo>
                    <a:pt x="139573" y="12700"/>
                  </a:lnTo>
                  <a:lnTo>
                    <a:pt x="128905" y="25400"/>
                  </a:lnTo>
                  <a:lnTo>
                    <a:pt x="118503" y="25400"/>
                  </a:lnTo>
                  <a:lnTo>
                    <a:pt x="108381" y="38100"/>
                  </a:lnTo>
                  <a:lnTo>
                    <a:pt x="98577" y="38100"/>
                  </a:lnTo>
                  <a:lnTo>
                    <a:pt x="89154" y="50800"/>
                  </a:lnTo>
                  <a:lnTo>
                    <a:pt x="80098" y="50800"/>
                  </a:lnTo>
                  <a:lnTo>
                    <a:pt x="71424" y="63500"/>
                  </a:lnTo>
                  <a:lnTo>
                    <a:pt x="63157" y="76200"/>
                  </a:lnTo>
                  <a:lnTo>
                    <a:pt x="55359" y="88900"/>
                  </a:lnTo>
                  <a:lnTo>
                    <a:pt x="47993" y="88900"/>
                  </a:lnTo>
                  <a:lnTo>
                    <a:pt x="41097" y="101600"/>
                  </a:lnTo>
                  <a:lnTo>
                    <a:pt x="34683" y="114300"/>
                  </a:lnTo>
                  <a:lnTo>
                    <a:pt x="28790" y="127000"/>
                  </a:lnTo>
                  <a:lnTo>
                    <a:pt x="23418" y="127000"/>
                  </a:lnTo>
                  <a:lnTo>
                    <a:pt x="10502" y="165100"/>
                  </a:lnTo>
                  <a:lnTo>
                    <a:pt x="2641" y="203200"/>
                  </a:lnTo>
                  <a:lnTo>
                    <a:pt x="0" y="241300"/>
                  </a:lnTo>
                  <a:lnTo>
                    <a:pt x="0" y="2222500"/>
                  </a:lnTo>
                  <a:lnTo>
                    <a:pt x="304" y="2235200"/>
                  </a:lnTo>
                  <a:lnTo>
                    <a:pt x="1181" y="2247900"/>
                  </a:lnTo>
                  <a:lnTo>
                    <a:pt x="2641" y="2260600"/>
                  </a:lnTo>
                  <a:lnTo>
                    <a:pt x="4686" y="2260600"/>
                  </a:lnTo>
                  <a:lnTo>
                    <a:pt x="7315" y="2273300"/>
                  </a:lnTo>
                  <a:lnTo>
                    <a:pt x="18567" y="2311400"/>
                  </a:lnTo>
                  <a:lnTo>
                    <a:pt x="34683" y="2349500"/>
                  </a:lnTo>
                  <a:lnTo>
                    <a:pt x="41097" y="2349500"/>
                  </a:lnTo>
                  <a:lnTo>
                    <a:pt x="47993" y="2362200"/>
                  </a:lnTo>
                  <a:lnTo>
                    <a:pt x="55359" y="2374900"/>
                  </a:lnTo>
                  <a:lnTo>
                    <a:pt x="63157" y="2387600"/>
                  </a:lnTo>
                  <a:lnTo>
                    <a:pt x="71424" y="2387600"/>
                  </a:lnTo>
                  <a:lnTo>
                    <a:pt x="80098" y="2400300"/>
                  </a:lnTo>
                  <a:lnTo>
                    <a:pt x="89154" y="2413000"/>
                  </a:lnTo>
                  <a:lnTo>
                    <a:pt x="98577" y="2413000"/>
                  </a:lnTo>
                  <a:lnTo>
                    <a:pt x="108381" y="2425700"/>
                  </a:lnTo>
                  <a:lnTo>
                    <a:pt x="118503" y="2425700"/>
                  </a:lnTo>
                  <a:lnTo>
                    <a:pt x="128905" y="2438400"/>
                  </a:lnTo>
                  <a:lnTo>
                    <a:pt x="146304" y="2438400"/>
                  </a:lnTo>
                  <a:lnTo>
                    <a:pt x="139319" y="2425700"/>
                  </a:lnTo>
                  <a:lnTo>
                    <a:pt x="119037" y="2425700"/>
                  </a:lnTo>
                  <a:lnTo>
                    <a:pt x="106172" y="2413000"/>
                  </a:lnTo>
                  <a:lnTo>
                    <a:pt x="99974" y="2400300"/>
                  </a:lnTo>
                  <a:lnTo>
                    <a:pt x="88011" y="2400300"/>
                  </a:lnTo>
                  <a:lnTo>
                    <a:pt x="82283" y="2387600"/>
                  </a:lnTo>
                  <a:lnTo>
                    <a:pt x="71348" y="2374900"/>
                  </a:lnTo>
                  <a:lnTo>
                    <a:pt x="66154" y="2374900"/>
                  </a:lnTo>
                  <a:lnTo>
                    <a:pt x="56337" y="2362200"/>
                  </a:lnTo>
                  <a:lnTo>
                    <a:pt x="51739" y="2362200"/>
                  </a:lnTo>
                  <a:lnTo>
                    <a:pt x="43141" y="2349500"/>
                  </a:lnTo>
                  <a:lnTo>
                    <a:pt x="39166" y="2336800"/>
                  </a:lnTo>
                  <a:lnTo>
                    <a:pt x="31877" y="2324100"/>
                  </a:lnTo>
                  <a:lnTo>
                    <a:pt x="28562" y="2311400"/>
                  </a:lnTo>
                  <a:lnTo>
                    <a:pt x="22644" y="2298700"/>
                  </a:lnTo>
                  <a:lnTo>
                    <a:pt x="20040" y="2298700"/>
                  </a:lnTo>
                  <a:lnTo>
                    <a:pt x="15557" y="2286000"/>
                  </a:lnTo>
                  <a:lnTo>
                    <a:pt x="13677" y="2273300"/>
                  </a:lnTo>
                  <a:lnTo>
                    <a:pt x="10655" y="2260600"/>
                  </a:lnTo>
                  <a:lnTo>
                    <a:pt x="9525" y="2247900"/>
                  </a:lnTo>
                  <a:lnTo>
                    <a:pt x="8001" y="2235200"/>
                  </a:lnTo>
                  <a:lnTo>
                    <a:pt x="7620" y="2222500"/>
                  </a:lnTo>
                  <a:lnTo>
                    <a:pt x="7620" y="2042160"/>
                  </a:lnTo>
                  <a:lnTo>
                    <a:pt x="5303520" y="2042160"/>
                  </a:lnTo>
                  <a:lnTo>
                    <a:pt x="5303520" y="2034540"/>
                  </a:lnTo>
                  <a:lnTo>
                    <a:pt x="7620" y="2034540"/>
                  </a:lnTo>
                  <a:lnTo>
                    <a:pt x="7620" y="1623060"/>
                  </a:lnTo>
                  <a:lnTo>
                    <a:pt x="5303520" y="1623060"/>
                  </a:lnTo>
                  <a:lnTo>
                    <a:pt x="5303520" y="1615440"/>
                  </a:lnTo>
                  <a:lnTo>
                    <a:pt x="7620" y="1615440"/>
                  </a:lnTo>
                  <a:lnTo>
                    <a:pt x="7620" y="1203960"/>
                  </a:lnTo>
                  <a:lnTo>
                    <a:pt x="5303520" y="1203960"/>
                  </a:lnTo>
                  <a:lnTo>
                    <a:pt x="5303520" y="1196340"/>
                  </a:lnTo>
                  <a:lnTo>
                    <a:pt x="7620" y="1196340"/>
                  </a:lnTo>
                  <a:lnTo>
                    <a:pt x="7620" y="784860"/>
                  </a:lnTo>
                  <a:lnTo>
                    <a:pt x="5303520" y="784860"/>
                  </a:lnTo>
                  <a:lnTo>
                    <a:pt x="5303520" y="777240"/>
                  </a:lnTo>
                  <a:lnTo>
                    <a:pt x="7620" y="777240"/>
                  </a:lnTo>
                  <a:lnTo>
                    <a:pt x="7620" y="365760"/>
                  </a:lnTo>
                  <a:lnTo>
                    <a:pt x="5303520" y="365760"/>
                  </a:lnTo>
                  <a:lnTo>
                    <a:pt x="6835140" y="365760"/>
                  </a:lnTo>
                  <a:lnTo>
                    <a:pt x="8336280" y="365760"/>
                  </a:lnTo>
                  <a:lnTo>
                    <a:pt x="8336280" y="777240"/>
                  </a:lnTo>
                  <a:lnTo>
                    <a:pt x="6835140" y="777240"/>
                  </a:lnTo>
                  <a:lnTo>
                    <a:pt x="6835140" y="784860"/>
                  </a:lnTo>
                  <a:lnTo>
                    <a:pt x="8336280" y="784860"/>
                  </a:lnTo>
                  <a:lnTo>
                    <a:pt x="8336280" y="1196340"/>
                  </a:lnTo>
                  <a:lnTo>
                    <a:pt x="6835140" y="1196340"/>
                  </a:lnTo>
                  <a:lnTo>
                    <a:pt x="6835140" y="1203960"/>
                  </a:lnTo>
                  <a:lnTo>
                    <a:pt x="8336280" y="1203960"/>
                  </a:lnTo>
                  <a:lnTo>
                    <a:pt x="8336280" y="1615440"/>
                  </a:lnTo>
                  <a:lnTo>
                    <a:pt x="6835140" y="1615440"/>
                  </a:lnTo>
                  <a:lnTo>
                    <a:pt x="6835140" y="1623060"/>
                  </a:lnTo>
                  <a:lnTo>
                    <a:pt x="8336280" y="1623060"/>
                  </a:lnTo>
                  <a:lnTo>
                    <a:pt x="8336280" y="2034540"/>
                  </a:lnTo>
                  <a:lnTo>
                    <a:pt x="6835140" y="2034540"/>
                  </a:lnTo>
                  <a:lnTo>
                    <a:pt x="6835140" y="2042160"/>
                  </a:lnTo>
                  <a:lnTo>
                    <a:pt x="8336280" y="2042160"/>
                  </a:lnTo>
                  <a:lnTo>
                    <a:pt x="8336280" y="2222500"/>
                  </a:lnTo>
                  <a:lnTo>
                    <a:pt x="8335912" y="2235200"/>
                  </a:lnTo>
                  <a:lnTo>
                    <a:pt x="8334388" y="2247900"/>
                  </a:lnTo>
                  <a:lnTo>
                    <a:pt x="8333257" y="2260600"/>
                  </a:lnTo>
                  <a:lnTo>
                    <a:pt x="8330235" y="2273300"/>
                  </a:lnTo>
                  <a:lnTo>
                    <a:pt x="8328355" y="2286000"/>
                  </a:lnTo>
                  <a:lnTo>
                    <a:pt x="8323872" y="2298700"/>
                  </a:lnTo>
                  <a:lnTo>
                    <a:pt x="8321268" y="2298700"/>
                  </a:lnTo>
                  <a:lnTo>
                    <a:pt x="8315338" y="2311400"/>
                  </a:lnTo>
                  <a:lnTo>
                    <a:pt x="8312036" y="2324100"/>
                  </a:lnTo>
                  <a:lnTo>
                    <a:pt x="8304746" y="2336800"/>
                  </a:lnTo>
                  <a:lnTo>
                    <a:pt x="8300771" y="2349500"/>
                  </a:lnTo>
                  <a:lnTo>
                    <a:pt x="8292173" y="2362200"/>
                  </a:lnTo>
                  <a:lnTo>
                    <a:pt x="8287575" y="2362200"/>
                  </a:lnTo>
                  <a:lnTo>
                    <a:pt x="8277758" y="2374900"/>
                  </a:lnTo>
                  <a:lnTo>
                    <a:pt x="8272564" y="2374900"/>
                  </a:lnTo>
                  <a:lnTo>
                    <a:pt x="8261629" y="2387600"/>
                  </a:lnTo>
                  <a:lnTo>
                    <a:pt x="8255902" y="2400300"/>
                  </a:lnTo>
                  <a:lnTo>
                    <a:pt x="8243938" y="2400300"/>
                  </a:lnTo>
                  <a:lnTo>
                    <a:pt x="8237728" y="2413000"/>
                  </a:lnTo>
                  <a:lnTo>
                    <a:pt x="8224863" y="2425700"/>
                  </a:lnTo>
                  <a:lnTo>
                    <a:pt x="8204594" y="2425700"/>
                  </a:lnTo>
                  <a:lnTo>
                    <a:pt x="8197609" y="2438400"/>
                  </a:lnTo>
                  <a:lnTo>
                    <a:pt x="8215008" y="2438400"/>
                  </a:lnTo>
                  <a:lnTo>
                    <a:pt x="8225409" y="2425700"/>
                  </a:lnTo>
                  <a:lnTo>
                    <a:pt x="8235531" y="2425700"/>
                  </a:lnTo>
                  <a:lnTo>
                    <a:pt x="8245335" y="2413000"/>
                  </a:lnTo>
                  <a:lnTo>
                    <a:pt x="8254759" y="2413000"/>
                  </a:lnTo>
                  <a:lnTo>
                    <a:pt x="8263814" y="2400300"/>
                  </a:lnTo>
                  <a:lnTo>
                    <a:pt x="8272488" y="2387600"/>
                  </a:lnTo>
                  <a:lnTo>
                    <a:pt x="8280755" y="2387600"/>
                  </a:lnTo>
                  <a:lnTo>
                    <a:pt x="8288553" y="2374900"/>
                  </a:lnTo>
                  <a:lnTo>
                    <a:pt x="8295907" y="2362200"/>
                  </a:lnTo>
                  <a:lnTo>
                    <a:pt x="8302815" y="2349500"/>
                  </a:lnTo>
                  <a:lnTo>
                    <a:pt x="8309229" y="2349500"/>
                  </a:lnTo>
                  <a:lnTo>
                    <a:pt x="8325345" y="2311400"/>
                  </a:lnTo>
                  <a:lnTo>
                    <a:pt x="8336597" y="2273300"/>
                  </a:lnTo>
                  <a:lnTo>
                    <a:pt x="8339226" y="2260600"/>
                  </a:lnTo>
                  <a:lnTo>
                    <a:pt x="8341271" y="2260600"/>
                  </a:lnTo>
                  <a:lnTo>
                    <a:pt x="8342731" y="2247900"/>
                  </a:lnTo>
                  <a:lnTo>
                    <a:pt x="8343608" y="2235200"/>
                  </a:lnTo>
                  <a:lnTo>
                    <a:pt x="8343900" y="2222500"/>
                  </a:lnTo>
                  <a:lnTo>
                    <a:pt x="8343900" y="24130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475700" y="3234635"/>
            <a:ext cx="1273810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30" b="1">
                <a:solidFill>
                  <a:srgbClr val="9CA2AF"/>
                </a:solidFill>
                <a:latin typeface="Georgia"/>
                <a:cs typeface="Georgia"/>
              </a:rPr>
              <a:t>SERVICIOS</a:t>
            </a:r>
            <a:r>
              <a:rPr dirty="0" sz="750" spc="195" b="1">
                <a:solidFill>
                  <a:srgbClr val="9CA2AF"/>
                </a:solidFill>
                <a:latin typeface="Georgia"/>
                <a:cs typeface="Georgia"/>
              </a:rPr>
              <a:t> </a:t>
            </a:r>
            <a:r>
              <a:rPr dirty="0" sz="750" spc="-70" b="1">
                <a:solidFill>
                  <a:srgbClr val="9CA2AF"/>
                </a:solidFill>
                <a:latin typeface="Georgia"/>
                <a:cs typeface="Georgia"/>
              </a:rPr>
              <a:t>DE</a:t>
            </a:r>
            <a:r>
              <a:rPr dirty="0" sz="750" spc="210" b="1">
                <a:solidFill>
                  <a:srgbClr val="9CA2AF"/>
                </a:solidFill>
                <a:latin typeface="Georgia"/>
                <a:cs typeface="Georgia"/>
              </a:rPr>
              <a:t> </a:t>
            </a:r>
            <a:r>
              <a:rPr dirty="0" sz="750" spc="-50" b="1">
                <a:solidFill>
                  <a:srgbClr val="9CA2AF"/>
                </a:solidFill>
                <a:latin typeface="Georgia"/>
                <a:cs typeface="Georgia"/>
              </a:rPr>
              <a:t>ASESORÍA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87165" y="3234635"/>
            <a:ext cx="255270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20" b="1">
                <a:solidFill>
                  <a:srgbClr val="9CA2AF"/>
                </a:solidFill>
                <a:latin typeface="Georgia"/>
                <a:cs typeface="Georgia"/>
              </a:rPr>
              <a:t>FIJO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12080" y="3234635"/>
            <a:ext cx="493395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70" b="1">
                <a:solidFill>
                  <a:srgbClr val="9CA2AF"/>
                </a:solidFill>
                <a:latin typeface="Georgia"/>
                <a:cs typeface="Georgia"/>
              </a:rPr>
              <a:t>VARIABLE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88914" y="4447326"/>
            <a:ext cx="561340" cy="1689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 spc="-10">
                <a:solidFill>
                  <a:srgbClr val="FFFFFF"/>
                </a:solidFill>
                <a:latin typeface="Microsoft Sans Serif"/>
                <a:cs typeface="Microsoft Sans Serif"/>
              </a:rPr>
              <a:t>Consultar</a:t>
            </a:r>
            <a:endParaRPr sz="95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75700" y="3609126"/>
            <a:ext cx="3147060" cy="5880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 spc="20">
                <a:solidFill>
                  <a:srgbClr val="FFFFFF"/>
                </a:solidFill>
                <a:latin typeface="Microsoft Sans Serif"/>
                <a:cs typeface="Microsoft Sans Serif"/>
              </a:rPr>
              <a:t>Estructuración</a:t>
            </a:r>
            <a:r>
              <a:rPr dirty="0" sz="950" spc="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2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dirty="0" sz="950" spc="7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20">
                <a:solidFill>
                  <a:srgbClr val="FFFFFF"/>
                </a:solidFill>
                <a:latin typeface="Microsoft Sans Serif"/>
                <a:cs typeface="Microsoft Sans Serif"/>
              </a:rPr>
              <a:t>producto</a:t>
            </a:r>
            <a:r>
              <a:rPr dirty="0" sz="95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20">
                <a:solidFill>
                  <a:srgbClr val="FFFFFF"/>
                </a:solidFill>
                <a:latin typeface="Microsoft Sans Serif"/>
                <a:cs typeface="Microsoft Sans Serif"/>
              </a:rPr>
              <a:t>financiero</a:t>
            </a:r>
            <a:r>
              <a:rPr dirty="0" sz="950" spc="-2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50">
                <a:solidFill>
                  <a:srgbClr val="FFFFFF"/>
                </a:solidFill>
                <a:latin typeface="Microsoft Sans Serif"/>
                <a:cs typeface="Microsoft Sans Serif"/>
              </a:rPr>
              <a:t>y</a:t>
            </a:r>
            <a:r>
              <a:rPr dirty="0" sz="950" spc="-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20">
                <a:solidFill>
                  <a:srgbClr val="FFFFFF"/>
                </a:solidFill>
                <a:latin typeface="Microsoft Sans Serif"/>
                <a:cs typeface="Microsoft Sans Serif"/>
              </a:rPr>
              <a:t>la</a:t>
            </a:r>
            <a:r>
              <a:rPr dirty="0" sz="950" spc="3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Microsoft Sans Serif"/>
                <a:cs typeface="Microsoft Sans Serif"/>
              </a:rPr>
              <a:t>tokenización</a:t>
            </a:r>
            <a:endParaRPr sz="9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8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8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950">
                <a:solidFill>
                  <a:srgbClr val="FFFFFF"/>
                </a:solidFill>
                <a:latin typeface="Microsoft Sans Serif"/>
                <a:cs typeface="Microsoft Sans Serif"/>
              </a:rPr>
              <a:t>Asesoramiento</a:t>
            </a:r>
            <a:r>
              <a:rPr dirty="0" sz="950" spc="-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dirty="0" sz="950" spc="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dirty="0" sz="950" spc="9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50">
                <a:solidFill>
                  <a:srgbClr val="FFFFFF"/>
                </a:solidFill>
                <a:latin typeface="Microsoft Sans Serif"/>
                <a:cs typeface="Microsoft Sans Serif"/>
              </a:rPr>
              <a:t>cumplimiento</a:t>
            </a:r>
            <a:r>
              <a:rPr dirty="0" sz="950" spc="-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Microsoft Sans Serif"/>
                <a:cs typeface="Microsoft Sans Serif"/>
              </a:rPr>
              <a:t>normativo</a:t>
            </a:r>
            <a:endParaRPr sz="95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75700" y="4447326"/>
            <a:ext cx="2527300" cy="1689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>
                <a:solidFill>
                  <a:srgbClr val="FFFFFF"/>
                </a:solidFill>
                <a:latin typeface="Microsoft Sans Serif"/>
                <a:cs typeface="Microsoft Sans Serif"/>
              </a:rPr>
              <a:t>Constitución</a:t>
            </a:r>
            <a:r>
              <a:rPr dirty="0" sz="950" spc="1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dirty="0" sz="950" spc="4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FFFFFF"/>
                </a:solidFill>
                <a:latin typeface="Microsoft Sans Serif"/>
                <a:cs typeface="Microsoft Sans Serif"/>
              </a:rPr>
              <a:t>vehículos</a:t>
            </a:r>
            <a:r>
              <a:rPr dirty="0" sz="950" spc="4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dirty="0" sz="950" spc="114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Microsoft Sans Serif"/>
                <a:cs typeface="Microsoft Sans Serif"/>
              </a:rPr>
              <a:t>las</a:t>
            </a:r>
            <a:r>
              <a:rPr dirty="0" sz="950" spc="4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Microsoft Sans Serif"/>
                <a:cs typeface="Microsoft Sans Serif"/>
              </a:rPr>
              <a:t>emisiones</a:t>
            </a:r>
            <a:endParaRPr sz="95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75700" y="4866426"/>
            <a:ext cx="2066289" cy="5880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>
                <a:solidFill>
                  <a:srgbClr val="FFFFFF"/>
                </a:solidFill>
                <a:latin typeface="Microsoft Sans Serif"/>
                <a:cs typeface="Microsoft Sans Serif"/>
              </a:rPr>
              <a:t>Elaboración</a:t>
            </a:r>
            <a:r>
              <a:rPr dirty="0" sz="950" spc="1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dirty="0" sz="950" spc="7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FFFFFF"/>
                </a:solidFill>
                <a:latin typeface="Microsoft Sans Serif"/>
                <a:cs typeface="Microsoft Sans Serif"/>
              </a:rPr>
              <a:t>contratos</a:t>
            </a:r>
            <a:r>
              <a:rPr dirty="0" sz="950" spc="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dirty="0" sz="950" spc="7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Microsoft Sans Serif"/>
                <a:cs typeface="Microsoft Sans Serif"/>
              </a:rPr>
              <a:t>emisión</a:t>
            </a:r>
            <a:endParaRPr sz="9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8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8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950" spc="-10">
                <a:solidFill>
                  <a:srgbClr val="FFFFFF"/>
                </a:solidFill>
                <a:latin typeface="Microsoft Sans Serif"/>
                <a:cs typeface="Microsoft Sans Serif"/>
              </a:rPr>
              <a:t>Otros</a:t>
            </a:r>
            <a:endParaRPr sz="9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90306" y="2236417"/>
            <a:ext cx="697230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0" b="1">
                <a:solidFill>
                  <a:srgbClr val="1754B9"/>
                </a:solidFill>
                <a:latin typeface="Georgia"/>
                <a:cs typeface="Georgia"/>
              </a:rPr>
              <a:t>T</a:t>
            </a:r>
            <a:r>
              <a:rPr dirty="0" sz="750" spc="-7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229" b="1">
                <a:solidFill>
                  <a:srgbClr val="1754B9"/>
                </a:solidFill>
                <a:latin typeface="Georgia"/>
                <a:cs typeface="Georgia"/>
              </a:rPr>
              <a:t>O</a:t>
            </a:r>
            <a:r>
              <a:rPr dirty="0" sz="750" spc="-5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95" b="1">
                <a:solidFill>
                  <a:srgbClr val="1754B9"/>
                </a:solidFill>
                <a:latin typeface="Georgia"/>
                <a:cs typeface="Georgia"/>
              </a:rPr>
              <a:t>K</a:t>
            </a:r>
            <a:r>
              <a:rPr dirty="0" sz="750" spc="-8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50" b="1">
                <a:solidFill>
                  <a:srgbClr val="1754B9"/>
                </a:solidFill>
                <a:latin typeface="Georgia"/>
                <a:cs typeface="Georgia"/>
              </a:rPr>
              <a:t>E</a:t>
            </a:r>
            <a:r>
              <a:rPr dirty="0" sz="750" spc="-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0" b="1">
                <a:solidFill>
                  <a:srgbClr val="1754B9"/>
                </a:solidFill>
                <a:latin typeface="Georgia"/>
                <a:cs typeface="Georgia"/>
              </a:rPr>
              <a:t>N</a:t>
            </a:r>
            <a:r>
              <a:rPr dirty="0" sz="750" spc="3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40" b="1">
                <a:solidFill>
                  <a:srgbClr val="1754B9"/>
                </a:solidFill>
                <a:latin typeface="Georgia"/>
                <a:cs typeface="Georgia"/>
              </a:rPr>
              <a:t>C</a:t>
            </a:r>
            <a:r>
              <a:rPr dirty="0" sz="750" spc="-5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b="1">
                <a:solidFill>
                  <a:srgbClr val="1754B9"/>
                </a:solidFill>
                <a:latin typeface="Georgia"/>
                <a:cs typeface="Georgia"/>
              </a:rPr>
              <a:t>I</a:t>
            </a:r>
            <a:r>
              <a:rPr dirty="0" sz="750" spc="-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00" b="1">
                <a:solidFill>
                  <a:srgbClr val="1754B9"/>
                </a:solidFill>
                <a:latin typeface="Georgia"/>
                <a:cs typeface="Georgia"/>
              </a:rPr>
              <a:t>T</a:t>
            </a:r>
            <a:r>
              <a:rPr dirty="0" sz="750" spc="-7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50" b="1">
                <a:solidFill>
                  <a:srgbClr val="1754B9"/>
                </a:solidFill>
                <a:latin typeface="Georgia"/>
                <a:cs typeface="Georgia"/>
              </a:rPr>
              <a:t>Y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003742" y="2169939"/>
            <a:ext cx="6689725" cy="1141730"/>
          </a:xfrm>
          <a:prstGeom prst="rect"/>
        </p:spPr>
        <p:txBody>
          <a:bodyPr wrap="square" lIns="0" tIns="1333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0"/>
              </a:spcBef>
            </a:pPr>
            <a:r>
              <a:rPr dirty="0" spc="-130"/>
              <a:t>Tarifas</a:t>
            </a:r>
            <a:r>
              <a:rPr dirty="0" spc="-290"/>
              <a:t> </a:t>
            </a:r>
            <a:r>
              <a:rPr dirty="0" spc="-120"/>
              <a:t>—</a:t>
            </a:r>
            <a:r>
              <a:rPr dirty="0" spc="-520"/>
              <a:t> </a:t>
            </a:r>
            <a:r>
              <a:rPr dirty="0" spc="-95"/>
              <a:t>Cobertura</a:t>
            </a:r>
            <a:r>
              <a:rPr dirty="0" spc="-175"/>
              <a:t> </a:t>
            </a:r>
            <a:r>
              <a:rPr dirty="0" spc="-30"/>
              <a:t>regulatoria</a:t>
            </a:r>
          </a:p>
          <a:p>
            <a:pPr algn="ctr" marL="248920" marR="254635">
              <a:lnSpc>
                <a:spcPct val="121700"/>
              </a:lnSpc>
              <a:spcBef>
                <a:spcPts val="35"/>
              </a:spcBef>
            </a:pPr>
            <a:r>
              <a:rPr dirty="0" sz="1150" b="0">
                <a:solidFill>
                  <a:srgbClr val="9CA2AF"/>
                </a:solidFill>
                <a:latin typeface="Microsoft Sans Serif"/>
                <a:cs typeface="Microsoft Sans Serif"/>
              </a:rPr>
              <a:t>Al</a:t>
            </a:r>
            <a:r>
              <a:rPr dirty="0" sz="1150" spc="160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b="0">
                <a:solidFill>
                  <a:srgbClr val="9CA2AF"/>
                </a:solidFill>
                <a:latin typeface="Microsoft Sans Serif"/>
                <a:cs typeface="Microsoft Sans Serif"/>
              </a:rPr>
              <a:t>ser</a:t>
            </a:r>
            <a:r>
              <a:rPr dirty="0" sz="1150" spc="55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 b="0">
                <a:solidFill>
                  <a:srgbClr val="9CA2AF"/>
                </a:solidFill>
                <a:latin typeface="Microsoft Sans Serif"/>
                <a:cs typeface="Microsoft Sans Serif"/>
              </a:rPr>
              <a:t>una</a:t>
            </a:r>
            <a:r>
              <a:rPr dirty="0" sz="1150" spc="105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5" b="0">
                <a:solidFill>
                  <a:srgbClr val="9CA2AF"/>
                </a:solidFill>
                <a:latin typeface="Microsoft Sans Serif"/>
                <a:cs typeface="Microsoft Sans Serif"/>
              </a:rPr>
              <a:t>entidad</a:t>
            </a:r>
            <a:r>
              <a:rPr dirty="0" sz="1150" spc="100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b="0">
                <a:solidFill>
                  <a:srgbClr val="9CA2AF"/>
                </a:solidFill>
                <a:latin typeface="Microsoft Sans Serif"/>
                <a:cs typeface="Microsoft Sans Serif"/>
              </a:rPr>
              <a:t>regulada,</a:t>
            </a:r>
            <a:r>
              <a:rPr dirty="0" sz="1150" spc="95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b="0">
                <a:solidFill>
                  <a:srgbClr val="9CA2AF"/>
                </a:solidFill>
                <a:latin typeface="Microsoft Sans Serif"/>
                <a:cs typeface="Microsoft Sans Serif"/>
              </a:rPr>
              <a:t>Token</a:t>
            </a:r>
            <a:r>
              <a:rPr dirty="0" sz="1150" spc="100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b="0">
                <a:solidFill>
                  <a:srgbClr val="9CA2AF"/>
                </a:solidFill>
                <a:latin typeface="Microsoft Sans Serif"/>
                <a:cs typeface="Microsoft Sans Serif"/>
              </a:rPr>
              <a:t>City</a:t>
            </a:r>
            <a:r>
              <a:rPr dirty="0" sz="1150" spc="-35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70" b="0">
                <a:solidFill>
                  <a:srgbClr val="9CA2AF"/>
                </a:solidFill>
                <a:latin typeface="Microsoft Sans Serif"/>
                <a:cs typeface="Microsoft Sans Serif"/>
              </a:rPr>
              <a:t>puede</a:t>
            </a:r>
            <a:r>
              <a:rPr dirty="0" sz="1150" spc="30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b="0">
                <a:solidFill>
                  <a:srgbClr val="9CA2AF"/>
                </a:solidFill>
                <a:latin typeface="Microsoft Sans Serif"/>
                <a:cs typeface="Microsoft Sans Serif"/>
              </a:rPr>
              <a:t>proveer</a:t>
            </a:r>
            <a:r>
              <a:rPr dirty="0" sz="1150" spc="55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b="0">
                <a:solidFill>
                  <a:srgbClr val="9CA2AF"/>
                </a:solidFill>
                <a:latin typeface="Microsoft Sans Serif"/>
                <a:cs typeface="Microsoft Sans Serif"/>
              </a:rPr>
              <a:t>la</a:t>
            </a:r>
            <a:r>
              <a:rPr dirty="0" sz="1150" spc="105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 b="0">
                <a:solidFill>
                  <a:srgbClr val="9CA2AF"/>
                </a:solidFill>
                <a:latin typeface="Microsoft Sans Serif"/>
                <a:cs typeface="Microsoft Sans Serif"/>
              </a:rPr>
              <a:t>cobertura</a:t>
            </a:r>
            <a:r>
              <a:rPr dirty="0" sz="1150" spc="100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45" b="0">
                <a:solidFill>
                  <a:srgbClr val="9CA2AF"/>
                </a:solidFill>
                <a:latin typeface="Microsoft Sans Serif"/>
                <a:cs typeface="Microsoft Sans Serif"/>
              </a:rPr>
              <a:t>regulatoria</a:t>
            </a:r>
            <a:r>
              <a:rPr dirty="0" sz="1150" spc="105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 b="0">
                <a:solidFill>
                  <a:srgbClr val="9CA2AF"/>
                </a:solidFill>
                <a:latin typeface="Microsoft Sans Serif"/>
                <a:cs typeface="Microsoft Sans Serif"/>
              </a:rPr>
              <a:t>necesaria </a:t>
            </a:r>
            <a:r>
              <a:rPr dirty="0" sz="1150" b="0">
                <a:solidFill>
                  <a:srgbClr val="9CA2AF"/>
                </a:solidFill>
                <a:latin typeface="Microsoft Sans Serif"/>
                <a:cs typeface="Microsoft Sans Serif"/>
              </a:rPr>
              <a:t>en</a:t>
            </a:r>
            <a:r>
              <a:rPr dirty="0" sz="1150" spc="70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b="0">
                <a:solidFill>
                  <a:srgbClr val="9CA2AF"/>
                </a:solidFill>
                <a:latin typeface="Microsoft Sans Serif"/>
                <a:cs typeface="Microsoft Sans Serif"/>
              </a:rPr>
              <a:t>los</a:t>
            </a:r>
            <a:r>
              <a:rPr dirty="0" sz="1150" spc="10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b="0">
                <a:solidFill>
                  <a:srgbClr val="9CA2AF"/>
                </a:solidFill>
                <a:latin typeface="Microsoft Sans Serif"/>
                <a:cs typeface="Microsoft Sans Serif"/>
              </a:rPr>
              <a:t>casos</a:t>
            </a:r>
            <a:r>
              <a:rPr dirty="0" sz="1150" spc="5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b="0">
                <a:solidFill>
                  <a:srgbClr val="9CA2AF"/>
                </a:solidFill>
                <a:latin typeface="Microsoft Sans Serif"/>
                <a:cs typeface="Microsoft Sans Serif"/>
              </a:rPr>
              <a:t>en</a:t>
            </a:r>
            <a:r>
              <a:rPr dirty="0" sz="1150" spc="75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b="0">
                <a:solidFill>
                  <a:srgbClr val="9CA2AF"/>
                </a:solidFill>
                <a:latin typeface="Microsoft Sans Serif"/>
                <a:cs typeface="Microsoft Sans Serif"/>
              </a:rPr>
              <a:t>los</a:t>
            </a:r>
            <a:r>
              <a:rPr dirty="0" sz="1150" spc="5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75" b="0">
                <a:solidFill>
                  <a:srgbClr val="9CA2AF"/>
                </a:solidFill>
                <a:latin typeface="Microsoft Sans Serif"/>
                <a:cs typeface="Microsoft Sans Serif"/>
              </a:rPr>
              <a:t>que</a:t>
            </a:r>
            <a:r>
              <a:rPr dirty="0" sz="1150" spc="10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b="0">
                <a:solidFill>
                  <a:srgbClr val="9CA2AF"/>
                </a:solidFill>
                <a:latin typeface="Microsoft Sans Serif"/>
                <a:cs typeface="Microsoft Sans Serif"/>
              </a:rPr>
              <a:t>se</a:t>
            </a:r>
            <a:r>
              <a:rPr dirty="0" sz="1150" spc="15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 b="0">
                <a:solidFill>
                  <a:srgbClr val="9CA2AF"/>
                </a:solidFill>
                <a:latin typeface="Microsoft Sans Serif"/>
                <a:cs typeface="Microsoft Sans Serif"/>
              </a:rPr>
              <a:t>requiera.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08780" y="5010446"/>
            <a:ext cx="6069330" cy="1428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El</a:t>
            </a:r>
            <a:r>
              <a:rPr dirty="0" sz="750" spc="19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coste</a:t>
            </a:r>
            <a:r>
              <a:rPr dirty="0" sz="750" spc="8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750" spc="8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3.000€</a:t>
            </a:r>
            <a:r>
              <a:rPr dirty="0" sz="750" spc="4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750" spc="8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la</a:t>
            </a:r>
            <a:r>
              <a:rPr dirty="0" sz="750" spc="14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validación</a:t>
            </a:r>
            <a:r>
              <a:rPr dirty="0" sz="750" spc="1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9CA2AF"/>
                </a:solidFill>
                <a:latin typeface="Microsoft Sans Serif"/>
                <a:cs typeface="Microsoft Sans Serif"/>
              </a:rPr>
              <a:t>(&lt;12M€)</a:t>
            </a:r>
            <a:r>
              <a:rPr dirty="0" sz="750" spc="18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se</a:t>
            </a:r>
            <a:r>
              <a:rPr dirty="0" sz="750" spc="8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deduce</a:t>
            </a:r>
            <a:r>
              <a:rPr dirty="0" sz="750" spc="8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750" spc="8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los</a:t>
            </a:r>
            <a:r>
              <a:rPr dirty="0" sz="750" spc="8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costes</a:t>
            </a:r>
            <a:r>
              <a:rPr dirty="0" sz="750" spc="7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posteriores</a:t>
            </a:r>
            <a:r>
              <a:rPr dirty="0" sz="750" spc="7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750" spc="8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vehiculización</a:t>
            </a:r>
            <a:r>
              <a:rPr dirty="0" sz="750" spc="1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50">
                <a:solidFill>
                  <a:srgbClr val="9CA2AF"/>
                </a:solidFill>
                <a:latin typeface="Microsoft Sans Serif"/>
                <a:cs typeface="Microsoft Sans Serif"/>
              </a:rPr>
              <a:t>y</a:t>
            </a:r>
            <a:r>
              <a:rPr dirty="0" sz="750" spc="2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colocación</a:t>
            </a:r>
            <a:r>
              <a:rPr dirty="0" sz="750" spc="1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en</a:t>
            </a:r>
            <a:r>
              <a:rPr dirty="0" sz="750" spc="14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la</a:t>
            </a:r>
            <a:r>
              <a:rPr dirty="0" sz="750" spc="14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emisión</a:t>
            </a:r>
            <a:r>
              <a:rPr dirty="0" sz="750" spc="1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9CA2AF"/>
                </a:solidFill>
                <a:latin typeface="Microsoft Sans Serif"/>
                <a:cs typeface="Microsoft Sans Serif"/>
              </a:rPr>
              <a:t>primaria.</a:t>
            </a:r>
            <a:endParaRPr sz="75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173479" y="3581400"/>
            <a:ext cx="8343900" cy="1325880"/>
            <a:chOff x="1173479" y="3581400"/>
            <a:chExt cx="8343900" cy="1325880"/>
          </a:xfrm>
        </p:grpSpPr>
        <p:sp>
          <p:nvSpPr>
            <p:cNvPr id="6" name="object 6"/>
            <p:cNvSpPr/>
            <p:nvPr/>
          </p:nvSpPr>
          <p:spPr>
            <a:xfrm>
              <a:off x="1173479" y="3581400"/>
              <a:ext cx="8343900" cy="1325880"/>
            </a:xfrm>
            <a:custGeom>
              <a:avLst/>
              <a:gdLst/>
              <a:ahLst/>
              <a:cxnLst/>
              <a:rect l="l" t="t" r="r" b="b"/>
              <a:pathLst>
                <a:path w="8343900" h="1325880">
                  <a:moveTo>
                    <a:pt x="8100059" y="1325879"/>
                  </a:moveTo>
                  <a:lnTo>
                    <a:pt x="243839" y="1325879"/>
                  </a:lnTo>
                  <a:lnTo>
                    <a:pt x="231860" y="1325587"/>
                  </a:lnTo>
                  <a:lnTo>
                    <a:pt x="184577" y="1318570"/>
                  </a:lnTo>
                  <a:lnTo>
                    <a:pt x="139571" y="1302463"/>
                  </a:lnTo>
                  <a:lnTo>
                    <a:pt x="98572" y="1277886"/>
                  </a:lnTo>
                  <a:lnTo>
                    <a:pt x="63155" y="1245783"/>
                  </a:lnTo>
                  <a:lnTo>
                    <a:pt x="34682" y="1207386"/>
                  </a:lnTo>
                  <a:lnTo>
                    <a:pt x="14247" y="1164173"/>
                  </a:lnTo>
                  <a:lnTo>
                    <a:pt x="2635" y="1117804"/>
                  </a:lnTo>
                  <a:lnTo>
                    <a:pt x="0" y="1082039"/>
                  </a:lnTo>
                  <a:lnTo>
                    <a:pt x="0" y="243839"/>
                  </a:lnTo>
                  <a:lnTo>
                    <a:pt x="4685" y="196269"/>
                  </a:lnTo>
                  <a:lnTo>
                    <a:pt x="18561" y="150526"/>
                  </a:lnTo>
                  <a:lnTo>
                    <a:pt x="41094" y="108369"/>
                  </a:lnTo>
                  <a:lnTo>
                    <a:pt x="71419" y="71419"/>
                  </a:lnTo>
                  <a:lnTo>
                    <a:pt x="108369" y="41094"/>
                  </a:lnTo>
                  <a:lnTo>
                    <a:pt x="150526" y="18561"/>
                  </a:lnTo>
                  <a:lnTo>
                    <a:pt x="196269" y="4685"/>
                  </a:lnTo>
                  <a:lnTo>
                    <a:pt x="243839" y="0"/>
                  </a:lnTo>
                  <a:lnTo>
                    <a:pt x="8100059" y="0"/>
                  </a:lnTo>
                  <a:lnTo>
                    <a:pt x="8147629" y="4685"/>
                  </a:lnTo>
                  <a:lnTo>
                    <a:pt x="8193372" y="18561"/>
                  </a:lnTo>
                  <a:lnTo>
                    <a:pt x="8235528" y="41094"/>
                  </a:lnTo>
                  <a:lnTo>
                    <a:pt x="8272480" y="71419"/>
                  </a:lnTo>
                  <a:lnTo>
                    <a:pt x="8302805" y="108369"/>
                  </a:lnTo>
                  <a:lnTo>
                    <a:pt x="8325338" y="150526"/>
                  </a:lnTo>
                  <a:lnTo>
                    <a:pt x="8339214" y="196269"/>
                  </a:lnTo>
                  <a:lnTo>
                    <a:pt x="8343899" y="243839"/>
                  </a:lnTo>
                  <a:lnTo>
                    <a:pt x="8343899" y="1082039"/>
                  </a:lnTo>
                  <a:lnTo>
                    <a:pt x="8339214" y="1129610"/>
                  </a:lnTo>
                  <a:lnTo>
                    <a:pt x="8325338" y="1175353"/>
                  </a:lnTo>
                  <a:lnTo>
                    <a:pt x="8302805" y="1217510"/>
                  </a:lnTo>
                  <a:lnTo>
                    <a:pt x="8272480" y="1254460"/>
                  </a:lnTo>
                  <a:lnTo>
                    <a:pt x="8235528" y="1284785"/>
                  </a:lnTo>
                  <a:lnTo>
                    <a:pt x="8193372" y="1307318"/>
                  </a:lnTo>
                  <a:lnTo>
                    <a:pt x="8147629" y="1321194"/>
                  </a:lnTo>
                  <a:lnTo>
                    <a:pt x="8100059" y="132587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173467" y="3581412"/>
              <a:ext cx="8343900" cy="1320800"/>
            </a:xfrm>
            <a:custGeom>
              <a:avLst/>
              <a:gdLst/>
              <a:ahLst/>
              <a:cxnLst/>
              <a:rect l="l" t="t" r="r" b="b"/>
              <a:pathLst>
                <a:path w="8343900" h="1320800">
                  <a:moveTo>
                    <a:pt x="182676" y="1308100"/>
                  </a:moveTo>
                  <a:lnTo>
                    <a:pt x="167868" y="1295400"/>
                  </a:lnTo>
                  <a:lnTo>
                    <a:pt x="150533" y="1295400"/>
                  </a:lnTo>
                  <a:lnTo>
                    <a:pt x="161709" y="1308100"/>
                  </a:lnTo>
                  <a:lnTo>
                    <a:pt x="182676" y="1308100"/>
                  </a:lnTo>
                  <a:close/>
                </a:path>
                <a:path w="8343900" h="1320800">
                  <a:moveTo>
                    <a:pt x="205346" y="0"/>
                  </a:moveTo>
                  <a:lnTo>
                    <a:pt x="173062" y="0"/>
                  </a:lnTo>
                  <a:lnTo>
                    <a:pt x="161709" y="12700"/>
                  </a:lnTo>
                  <a:lnTo>
                    <a:pt x="190169" y="12700"/>
                  </a:lnTo>
                  <a:lnTo>
                    <a:pt x="205346" y="0"/>
                  </a:lnTo>
                  <a:close/>
                </a:path>
                <a:path w="8343900" h="1320800">
                  <a:moveTo>
                    <a:pt x="8159331" y="1308100"/>
                  </a:moveTo>
                  <a:lnTo>
                    <a:pt x="184581" y="1308100"/>
                  </a:lnTo>
                  <a:lnTo>
                    <a:pt x="196278" y="1320800"/>
                  </a:lnTo>
                  <a:lnTo>
                    <a:pt x="8147634" y="1320800"/>
                  </a:lnTo>
                  <a:lnTo>
                    <a:pt x="8159331" y="1308100"/>
                  </a:lnTo>
                  <a:close/>
                </a:path>
                <a:path w="8343900" h="1320800">
                  <a:moveTo>
                    <a:pt x="8182203" y="12700"/>
                  </a:moveTo>
                  <a:lnTo>
                    <a:pt x="8170850" y="0"/>
                  </a:lnTo>
                  <a:lnTo>
                    <a:pt x="8138566" y="0"/>
                  </a:lnTo>
                  <a:lnTo>
                    <a:pt x="8153743" y="12700"/>
                  </a:lnTo>
                  <a:lnTo>
                    <a:pt x="8182203" y="12700"/>
                  </a:lnTo>
                  <a:close/>
                </a:path>
                <a:path w="8343900" h="1320800">
                  <a:moveTo>
                    <a:pt x="8193379" y="1295400"/>
                  </a:moveTo>
                  <a:lnTo>
                    <a:pt x="8176044" y="1295400"/>
                  </a:lnTo>
                  <a:lnTo>
                    <a:pt x="8161236" y="1308100"/>
                  </a:lnTo>
                  <a:lnTo>
                    <a:pt x="8182203" y="1308100"/>
                  </a:lnTo>
                  <a:lnTo>
                    <a:pt x="8193379" y="1295400"/>
                  </a:lnTo>
                  <a:close/>
                </a:path>
                <a:path w="8343900" h="1320800">
                  <a:moveTo>
                    <a:pt x="8343900" y="241300"/>
                  </a:moveTo>
                  <a:lnTo>
                    <a:pt x="8341271" y="203200"/>
                  </a:lnTo>
                  <a:lnTo>
                    <a:pt x="8333410" y="165100"/>
                  </a:lnTo>
                  <a:lnTo>
                    <a:pt x="8320494" y="127000"/>
                  </a:lnTo>
                  <a:lnTo>
                    <a:pt x="8315122" y="127000"/>
                  </a:lnTo>
                  <a:lnTo>
                    <a:pt x="8309229" y="114300"/>
                  </a:lnTo>
                  <a:lnTo>
                    <a:pt x="8302815" y="101600"/>
                  </a:lnTo>
                  <a:lnTo>
                    <a:pt x="8295907" y="88900"/>
                  </a:lnTo>
                  <a:lnTo>
                    <a:pt x="8288553" y="88900"/>
                  </a:lnTo>
                  <a:lnTo>
                    <a:pt x="8280755" y="76200"/>
                  </a:lnTo>
                  <a:lnTo>
                    <a:pt x="8272488" y="63500"/>
                  </a:lnTo>
                  <a:lnTo>
                    <a:pt x="8263814" y="50800"/>
                  </a:lnTo>
                  <a:lnTo>
                    <a:pt x="8254759" y="50800"/>
                  </a:lnTo>
                  <a:lnTo>
                    <a:pt x="8245335" y="38100"/>
                  </a:lnTo>
                  <a:lnTo>
                    <a:pt x="8235531" y="38100"/>
                  </a:lnTo>
                  <a:lnTo>
                    <a:pt x="8225409" y="25400"/>
                  </a:lnTo>
                  <a:lnTo>
                    <a:pt x="8215008" y="25400"/>
                  </a:lnTo>
                  <a:lnTo>
                    <a:pt x="8204340" y="12700"/>
                  </a:lnTo>
                  <a:lnTo>
                    <a:pt x="8183308" y="12700"/>
                  </a:lnTo>
                  <a:lnTo>
                    <a:pt x="8197609" y="25400"/>
                  </a:lnTo>
                  <a:lnTo>
                    <a:pt x="8204594" y="25400"/>
                  </a:lnTo>
                  <a:lnTo>
                    <a:pt x="8218246" y="38100"/>
                  </a:lnTo>
                  <a:lnTo>
                    <a:pt x="8224875" y="38100"/>
                  </a:lnTo>
                  <a:lnTo>
                    <a:pt x="8237741" y="50800"/>
                  </a:lnTo>
                  <a:lnTo>
                    <a:pt x="8243938" y="50800"/>
                  </a:lnTo>
                  <a:lnTo>
                    <a:pt x="8255902" y="63500"/>
                  </a:lnTo>
                  <a:lnTo>
                    <a:pt x="8261629" y="63500"/>
                  </a:lnTo>
                  <a:lnTo>
                    <a:pt x="8272564" y="76200"/>
                  </a:lnTo>
                  <a:lnTo>
                    <a:pt x="8277758" y="76200"/>
                  </a:lnTo>
                  <a:lnTo>
                    <a:pt x="8287575" y="88900"/>
                  </a:lnTo>
                  <a:lnTo>
                    <a:pt x="8292173" y="101600"/>
                  </a:lnTo>
                  <a:lnTo>
                    <a:pt x="8300771" y="114300"/>
                  </a:lnTo>
                  <a:lnTo>
                    <a:pt x="8304746" y="114300"/>
                  </a:lnTo>
                  <a:lnTo>
                    <a:pt x="8312036" y="127000"/>
                  </a:lnTo>
                  <a:lnTo>
                    <a:pt x="8315338" y="139700"/>
                  </a:lnTo>
                  <a:lnTo>
                    <a:pt x="8321268" y="152400"/>
                  </a:lnTo>
                  <a:lnTo>
                    <a:pt x="8323872" y="165100"/>
                  </a:lnTo>
                  <a:lnTo>
                    <a:pt x="8328355" y="177800"/>
                  </a:lnTo>
                  <a:lnTo>
                    <a:pt x="8330235" y="177800"/>
                  </a:lnTo>
                  <a:lnTo>
                    <a:pt x="8333257" y="203200"/>
                  </a:lnTo>
                  <a:lnTo>
                    <a:pt x="8334388" y="203200"/>
                  </a:lnTo>
                  <a:lnTo>
                    <a:pt x="8335912" y="215900"/>
                  </a:lnTo>
                  <a:lnTo>
                    <a:pt x="8336280" y="228600"/>
                  </a:lnTo>
                  <a:lnTo>
                    <a:pt x="8336280" y="358140"/>
                  </a:lnTo>
                  <a:lnTo>
                    <a:pt x="8336280" y="365760"/>
                  </a:lnTo>
                  <a:lnTo>
                    <a:pt x="8336280" y="777240"/>
                  </a:lnTo>
                  <a:lnTo>
                    <a:pt x="5768340" y="777240"/>
                  </a:lnTo>
                  <a:lnTo>
                    <a:pt x="4503420" y="777240"/>
                  </a:lnTo>
                  <a:lnTo>
                    <a:pt x="7620" y="777240"/>
                  </a:lnTo>
                  <a:lnTo>
                    <a:pt x="7620" y="365760"/>
                  </a:lnTo>
                  <a:lnTo>
                    <a:pt x="4503420" y="365760"/>
                  </a:lnTo>
                  <a:lnTo>
                    <a:pt x="5768340" y="365760"/>
                  </a:lnTo>
                  <a:lnTo>
                    <a:pt x="8336280" y="365760"/>
                  </a:lnTo>
                  <a:lnTo>
                    <a:pt x="8336280" y="358140"/>
                  </a:lnTo>
                  <a:lnTo>
                    <a:pt x="5768340" y="358140"/>
                  </a:lnTo>
                  <a:lnTo>
                    <a:pt x="4503420" y="358140"/>
                  </a:lnTo>
                  <a:lnTo>
                    <a:pt x="7620" y="358140"/>
                  </a:lnTo>
                  <a:lnTo>
                    <a:pt x="7620" y="228600"/>
                  </a:lnTo>
                  <a:lnTo>
                    <a:pt x="8001" y="215900"/>
                  </a:lnTo>
                  <a:lnTo>
                    <a:pt x="9525" y="203200"/>
                  </a:lnTo>
                  <a:lnTo>
                    <a:pt x="10655" y="203200"/>
                  </a:lnTo>
                  <a:lnTo>
                    <a:pt x="13677" y="177800"/>
                  </a:lnTo>
                  <a:lnTo>
                    <a:pt x="15557" y="177800"/>
                  </a:lnTo>
                  <a:lnTo>
                    <a:pt x="20040" y="165100"/>
                  </a:lnTo>
                  <a:lnTo>
                    <a:pt x="22644" y="152400"/>
                  </a:lnTo>
                  <a:lnTo>
                    <a:pt x="28562" y="139700"/>
                  </a:lnTo>
                  <a:lnTo>
                    <a:pt x="31877" y="127000"/>
                  </a:lnTo>
                  <a:lnTo>
                    <a:pt x="39166" y="114300"/>
                  </a:lnTo>
                  <a:lnTo>
                    <a:pt x="43141" y="114300"/>
                  </a:lnTo>
                  <a:lnTo>
                    <a:pt x="51739" y="101600"/>
                  </a:lnTo>
                  <a:lnTo>
                    <a:pt x="56337" y="88900"/>
                  </a:lnTo>
                  <a:lnTo>
                    <a:pt x="66154" y="76200"/>
                  </a:lnTo>
                  <a:lnTo>
                    <a:pt x="71348" y="76200"/>
                  </a:lnTo>
                  <a:lnTo>
                    <a:pt x="82283" y="63500"/>
                  </a:lnTo>
                  <a:lnTo>
                    <a:pt x="88011" y="63500"/>
                  </a:lnTo>
                  <a:lnTo>
                    <a:pt x="99974" y="50800"/>
                  </a:lnTo>
                  <a:lnTo>
                    <a:pt x="106172" y="50800"/>
                  </a:lnTo>
                  <a:lnTo>
                    <a:pt x="119037" y="38100"/>
                  </a:lnTo>
                  <a:lnTo>
                    <a:pt x="125666" y="38100"/>
                  </a:lnTo>
                  <a:lnTo>
                    <a:pt x="139319" y="25400"/>
                  </a:lnTo>
                  <a:lnTo>
                    <a:pt x="146304" y="25400"/>
                  </a:lnTo>
                  <a:lnTo>
                    <a:pt x="160591" y="12700"/>
                  </a:lnTo>
                  <a:lnTo>
                    <a:pt x="139573" y="12700"/>
                  </a:lnTo>
                  <a:lnTo>
                    <a:pt x="128905" y="25400"/>
                  </a:lnTo>
                  <a:lnTo>
                    <a:pt x="118503" y="25400"/>
                  </a:lnTo>
                  <a:lnTo>
                    <a:pt x="108381" y="38100"/>
                  </a:lnTo>
                  <a:lnTo>
                    <a:pt x="98577" y="38100"/>
                  </a:lnTo>
                  <a:lnTo>
                    <a:pt x="89154" y="50800"/>
                  </a:lnTo>
                  <a:lnTo>
                    <a:pt x="80098" y="50800"/>
                  </a:lnTo>
                  <a:lnTo>
                    <a:pt x="71424" y="63500"/>
                  </a:lnTo>
                  <a:lnTo>
                    <a:pt x="63157" y="76200"/>
                  </a:lnTo>
                  <a:lnTo>
                    <a:pt x="55359" y="88900"/>
                  </a:lnTo>
                  <a:lnTo>
                    <a:pt x="47993" y="88900"/>
                  </a:lnTo>
                  <a:lnTo>
                    <a:pt x="41097" y="101600"/>
                  </a:lnTo>
                  <a:lnTo>
                    <a:pt x="34683" y="114300"/>
                  </a:lnTo>
                  <a:lnTo>
                    <a:pt x="28790" y="127000"/>
                  </a:lnTo>
                  <a:lnTo>
                    <a:pt x="23418" y="127000"/>
                  </a:lnTo>
                  <a:lnTo>
                    <a:pt x="10502" y="165100"/>
                  </a:lnTo>
                  <a:lnTo>
                    <a:pt x="2641" y="203200"/>
                  </a:lnTo>
                  <a:lnTo>
                    <a:pt x="0" y="241300"/>
                  </a:lnTo>
                  <a:lnTo>
                    <a:pt x="0" y="1079500"/>
                  </a:lnTo>
                  <a:lnTo>
                    <a:pt x="304" y="1092200"/>
                  </a:lnTo>
                  <a:lnTo>
                    <a:pt x="1181" y="1104900"/>
                  </a:lnTo>
                  <a:lnTo>
                    <a:pt x="2641" y="1117600"/>
                  </a:lnTo>
                  <a:lnTo>
                    <a:pt x="4686" y="1117600"/>
                  </a:lnTo>
                  <a:lnTo>
                    <a:pt x="7315" y="1130300"/>
                  </a:lnTo>
                  <a:lnTo>
                    <a:pt x="18567" y="1168400"/>
                  </a:lnTo>
                  <a:lnTo>
                    <a:pt x="34683" y="1206500"/>
                  </a:lnTo>
                  <a:lnTo>
                    <a:pt x="41097" y="1206500"/>
                  </a:lnTo>
                  <a:lnTo>
                    <a:pt x="47993" y="1219200"/>
                  </a:lnTo>
                  <a:lnTo>
                    <a:pt x="55359" y="1231900"/>
                  </a:lnTo>
                  <a:lnTo>
                    <a:pt x="63157" y="1244600"/>
                  </a:lnTo>
                  <a:lnTo>
                    <a:pt x="71424" y="1244600"/>
                  </a:lnTo>
                  <a:lnTo>
                    <a:pt x="80098" y="1257300"/>
                  </a:lnTo>
                  <a:lnTo>
                    <a:pt x="89154" y="1270000"/>
                  </a:lnTo>
                  <a:lnTo>
                    <a:pt x="98577" y="1270000"/>
                  </a:lnTo>
                  <a:lnTo>
                    <a:pt x="108381" y="1282700"/>
                  </a:lnTo>
                  <a:lnTo>
                    <a:pt x="118503" y="1282700"/>
                  </a:lnTo>
                  <a:lnTo>
                    <a:pt x="128905" y="1295400"/>
                  </a:lnTo>
                  <a:lnTo>
                    <a:pt x="146304" y="1295400"/>
                  </a:lnTo>
                  <a:lnTo>
                    <a:pt x="139319" y="1282700"/>
                  </a:lnTo>
                  <a:lnTo>
                    <a:pt x="119037" y="1282700"/>
                  </a:lnTo>
                  <a:lnTo>
                    <a:pt x="106172" y="1270000"/>
                  </a:lnTo>
                  <a:lnTo>
                    <a:pt x="99974" y="1257300"/>
                  </a:lnTo>
                  <a:lnTo>
                    <a:pt x="88011" y="1257300"/>
                  </a:lnTo>
                  <a:lnTo>
                    <a:pt x="82283" y="1244600"/>
                  </a:lnTo>
                  <a:lnTo>
                    <a:pt x="71348" y="1231900"/>
                  </a:lnTo>
                  <a:lnTo>
                    <a:pt x="66154" y="1231900"/>
                  </a:lnTo>
                  <a:lnTo>
                    <a:pt x="56337" y="1219200"/>
                  </a:lnTo>
                  <a:lnTo>
                    <a:pt x="51739" y="1219200"/>
                  </a:lnTo>
                  <a:lnTo>
                    <a:pt x="43141" y="1206500"/>
                  </a:lnTo>
                  <a:lnTo>
                    <a:pt x="39166" y="1193800"/>
                  </a:lnTo>
                  <a:lnTo>
                    <a:pt x="31877" y="1181100"/>
                  </a:lnTo>
                  <a:lnTo>
                    <a:pt x="28562" y="1168400"/>
                  </a:lnTo>
                  <a:lnTo>
                    <a:pt x="22644" y="1155700"/>
                  </a:lnTo>
                  <a:lnTo>
                    <a:pt x="20040" y="1155700"/>
                  </a:lnTo>
                  <a:lnTo>
                    <a:pt x="15557" y="1143000"/>
                  </a:lnTo>
                  <a:lnTo>
                    <a:pt x="13677" y="1130300"/>
                  </a:lnTo>
                  <a:lnTo>
                    <a:pt x="10655" y="1117600"/>
                  </a:lnTo>
                  <a:lnTo>
                    <a:pt x="9525" y="1104900"/>
                  </a:lnTo>
                  <a:lnTo>
                    <a:pt x="8001" y="1092200"/>
                  </a:lnTo>
                  <a:lnTo>
                    <a:pt x="7620" y="1079500"/>
                  </a:lnTo>
                  <a:lnTo>
                    <a:pt x="7620" y="784860"/>
                  </a:lnTo>
                  <a:lnTo>
                    <a:pt x="4503420" y="784860"/>
                  </a:lnTo>
                  <a:lnTo>
                    <a:pt x="5768340" y="784860"/>
                  </a:lnTo>
                  <a:lnTo>
                    <a:pt x="8336280" y="784860"/>
                  </a:lnTo>
                  <a:lnTo>
                    <a:pt x="8336280" y="1079500"/>
                  </a:lnTo>
                  <a:lnTo>
                    <a:pt x="8335912" y="1092200"/>
                  </a:lnTo>
                  <a:lnTo>
                    <a:pt x="8334388" y="1104900"/>
                  </a:lnTo>
                  <a:lnTo>
                    <a:pt x="8333257" y="1117600"/>
                  </a:lnTo>
                  <a:lnTo>
                    <a:pt x="8330235" y="1130300"/>
                  </a:lnTo>
                  <a:lnTo>
                    <a:pt x="8328355" y="1143000"/>
                  </a:lnTo>
                  <a:lnTo>
                    <a:pt x="8323872" y="1155700"/>
                  </a:lnTo>
                  <a:lnTo>
                    <a:pt x="8321268" y="1155700"/>
                  </a:lnTo>
                  <a:lnTo>
                    <a:pt x="8315338" y="1168400"/>
                  </a:lnTo>
                  <a:lnTo>
                    <a:pt x="8312036" y="1181100"/>
                  </a:lnTo>
                  <a:lnTo>
                    <a:pt x="8304746" y="1193800"/>
                  </a:lnTo>
                  <a:lnTo>
                    <a:pt x="8300771" y="1206500"/>
                  </a:lnTo>
                  <a:lnTo>
                    <a:pt x="8292173" y="1219200"/>
                  </a:lnTo>
                  <a:lnTo>
                    <a:pt x="8287575" y="1219200"/>
                  </a:lnTo>
                  <a:lnTo>
                    <a:pt x="8277758" y="1231900"/>
                  </a:lnTo>
                  <a:lnTo>
                    <a:pt x="8272564" y="1231900"/>
                  </a:lnTo>
                  <a:lnTo>
                    <a:pt x="8261629" y="1244600"/>
                  </a:lnTo>
                  <a:lnTo>
                    <a:pt x="8255902" y="1257300"/>
                  </a:lnTo>
                  <a:lnTo>
                    <a:pt x="8243938" y="1257300"/>
                  </a:lnTo>
                  <a:lnTo>
                    <a:pt x="8237728" y="1270000"/>
                  </a:lnTo>
                  <a:lnTo>
                    <a:pt x="8224863" y="1282700"/>
                  </a:lnTo>
                  <a:lnTo>
                    <a:pt x="8204594" y="1282700"/>
                  </a:lnTo>
                  <a:lnTo>
                    <a:pt x="8197609" y="1295400"/>
                  </a:lnTo>
                  <a:lnTo>
                    <a:pt x="8215008" y="1295400"/>
                  </a:lnTo>
                  <a:lnTo>
                    <a:pt x="8225409" y="1282700"/>
                  </a:lnTo>
                  <a:lnTo>
                    <a:pt x="8235531" y="1282700"/>
                  </a:lnTo>
                  <a:lnTo>
                    <a:pt x="8245335" y="1270000"/>
                  </a:lnTo>
                  <a:lnTo>
                    <a:pt x="8254759" y="1270000"/>
                  </a:lnTo>
                  <a:lnTo>
                    <a:pt x="8263814" y="1257300"/>
                  </a:lnTo>
                  <a:lnTo>
                    <a:pt x="8272488" y="1244600"/>
                  </a:lnTo>
                  <a:lnTo>
                    <a:pt x="8280755" y="1244600"/>
                  </a:lnTo>
                  <a:lnTo>
                    <a:pt x="8288553" y="1231900"/>
                  </a:lnTo>
                  <a:lnTo>
                    <a:pt x="8295907" y="1219200"/>
                  </a:lnTo>
                  <a:lnTo>
                    <a:pt x="8302815" y="1206500"/>
                  </a:lnTo>
                  <a:lnTo>
                    <a:pt x="8309229" y="1206500"/>
                  </a:lnTo>
                  <a:lnTo>
                    <a:pt x="8325345" y="1168400"/>
                  </a:lnTo>
                  <a:lnTo>
                    <a:pt x="8336597" y="1130300"/>
                  </a:lnTo>
                  <a:lnTo>
                    <a:pt x="8339226" y="1117600"/>
                  </a:lnTo>
                  <a:lnTo>
                    <a:pt x="8341271" y="1117600"/>
                  </a:lnTo>
                  <a:lnTo>
                    <a:pt x="8342731" y="1104900"/>
                  </a:lnTo>
                  <a:lnTo>
                    <a:pt x="8343608" y="1092200"/>
                  </a:lnTo>
                  <a:lnTo>
                    <a:pt x="8343900" y="1079500"/>
                  </a:lnTo>
                  <a:lnTo>
                    <a:pt x="8343900" y="24130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475700" y="3684217"/>
            <a:ext cx="1151890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30" b="1">
                <a:solidFill>
                  <a:srgbClr val="9CA2AF"/>
                </a:solidFill>
                <a:latin typeface="Georgia"/>
                <a:cs typeface="Georgia"/>
              </a:rPr>
              <a:t>SERVICIOS</a:t>
            </a:r>
            <a:r>
              <a:rPr dirty="0" sz="750" spc="229" b="1">
                <a:solidFill>
                  <a:srgbClr val="9CA2AF"/>
                </a:solidFill>
                <a:latin typeface="Georgia"/>
                <a:cs typeface="Georgia"/>
              </a:rPr>
              <a:t> </a:t>
            </a:r>
            <a:r>
              <a:rPr dirty="0" sz="750" spc="-110" b="1">
                <a:solidFill>
                  <a:srgbClr val="9CA2AF"/>
                </a:solidFill>
                <a:latin typeface="Georgia"/>
                <a:cs typeface="Georgia"/>
              </a:rPr>
              <a:t>REGULADOS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26437" y="3684217"/>
            <a:ext cx="255270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20" b="1">
                <a:solidFill>
                  <a:srgbClr val="9CA2AF"/>
                </a:solidFill>
                <a:latin typeface="Georgia"/>
                <a:cs typeface="Georgia"/>
              </a:rPr>
              <a:t>FIJO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12080" y="3684217"/>
            <a:ext cx="493395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70" b="1">
                <a:solidFill>
                  <a:srgbClr val="9CA2AF"/>
                </a:solidFill>
                <a:latin typeface="Georgia"/>
                <a:cs typeface="Georgia"/>
              </a:rPr>
              <a:t>VARIABLE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75700" y="4058708"/>
            <a:ext cx="2810510" cy="1689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>
                <a:solidFill>
                  <a:srgbClr val="FFFFFF"/>
                </a:solidFill>
                <a:latin typeface="Microsoft Sans Serif"/>
                <a:cs typeface="Microsoft Sans Serif"/>
              </a:rPr>
              <a:t>Validación</a:t>
            </a:r>
            <a:r>
              <a:rPr dirty="0" sz="950" spc="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dirty="0" sz="950" spc="1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50">
                <a:solidFill>
                  <a:srgbClr val="FFFFFF"/>
                </a:solidFill>
                <a:latin typeface="Microsoft Sans Serif"/>
                <a:cs typeface="Microsoft Sans Serif"/>
              </a:rPr>
              <a:t>documento</a:t>
            </a:r>
            <a:r>
              <a:rPr dirty="0" sz="950" spc="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dirty="0" sz="950" spc="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FFFFFF"/>
                </a:solidFill>
                <a:latin typeface="Microsoft Sans Serif"/>
                <a:cs typeface="Microsoft Sans Serif"/>
              </a:rPr>
              <a:t>emisión</a:t>
            </a:r>
            <a:r>
              <a:rPr dirty="0" sz="950" spc="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50">
                <a:solidFill>
                  <a:srgbClr val="FFFFFF"/>
                </a:solidFill>
                <a:latin typeface="Microsoft Sans Serif"/>
                <a:cs typeface="Microsoft Sans Serif"/>
              </a:rPr>
              <a:t>(ESI)</a:t>
            </a:r>
            <a:r>
              <a:rPr dirty="0" sz="950" spc="10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9CA2AF"/>
                </a:solidFill>
                <a:latin typeface="Microsoft Sans Serif"/>
                <a:cs typeface="Microsoft Sans Serif"/>
              </a:rPr>
              <a:t>(&lt;12M€)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51535" y="4062436"/>
            <a:ext cx="446405" cy="1644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75" b="1">
                <a:solidFill>
                  <a:srgbClr val="FFFFFF"/>
                </a:solidFill>
                <a:latin typeface="Arial"/>
                <a:cs typeface="Arial"/>
              </a:rPr>
              <a:t>3.000€</a:t>
            </a:r>
            <a:endParaRPr sz="9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75700" y="4538767"/>
            <a:ext cx="2250440" cy="1689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 spc="-10">
                <a:solidFill>
                  <a:srgbClr val="FFFFFF"/>
                </a:solidFill>
                <a:latin typeface="Microsoft Sans Serif"/>
                <a:cs typeface="Microsoft Sans Serif"/>
              </a:rPr>
              <a:t>Servicios</a:t>
            </a:r>
            <a:r>
              <a:rPr dirty="0" sz="950" spc="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dirty="0" sz="950" spc="7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FFFFFF"/>
                </a:solidFill>
                <a:latin typeface="Microsoft Sans Serif"/>
                <a:cs typeface="Microsoft Sans Serif"/>
              </a:rPr>
              <a:t>inscripción</a:t>
            </a:r>
            <a:r>
              <a:rPr dirty="0" sz="950" spc="14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50">
                <a:solidFill>
                  <a:srgbClr val="FFFFFF"/>
                </a:solidFill>
                <a:latin typeface="Microsoft Sans Serif"/>
                <a:cs typeface="Microsoft Sans Serif"/>
              </a:rPr>
              <a:t>y</a:t>
            </a:r>
            <a:r>
              <a:rPr dirty="0" sz="950" spc="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FFFFFF"/>
                </a:solidFill>
                <a:latin typeface="Microsoft Sans Serif"/>
                <a:cs typeface="Microsoft Sans Serif"/>
              </a:rPr>
              <a:t>registro</a:t>
            </a:r>
            <a:r>
              <a:rPr dirty="0" sz="950" spc="7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Microsoft Sans Serif"/>
                <a:cs typeface="Microsoft Sans Serif"/>
              </a:rPr>
              <a:t>(ERIR)</a:t>
            </a:r>
            <a:endParaRPr sz="95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843996" y="4461934"/>
            <a:ext cx="1377315" cy="31813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265"/>
              </a:spcBef>
            </a:pPr>
            <a:r>
              <a:rPr dirty="0" sz="900" spc="-20" b="1">
                <a:solidFill>
                  <a:srgbClr val="FFFFFF"/>
                </a:solidFill>
                <a:latin typeface="Arial"/>
                <a:cs typeface="Arial"/>
              </a:rPr>
              <a:t>0,2%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min.</a:t>
            </a:r>
            <a:r>
              <a:rPr dirty="0" sz="750" spc="11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3k€/año</a:t>
            </a:r>
            <a:r>
              <a:rPr dirty="0" sz="750" spc="5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·</a:t>
            </a:r>
            <a:r>
              <a:rPr dirty="0" sz="750" spc="1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max.</a:t>
            </a:r>
            <a:r>
              <a:rPr dirty="0" sz="750" spc="11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9CA2AF"/>
                </a:solidFill>
                <a:latin typeface="Microsoft Sans Serif"/>
                <a:cs typeface="Microsoft Sans Serif"/>
              </a:rPr>
              <a:t>25k€/año</a:t>
            </a:r>
            <a:endParaRPr sz="7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90306" y="1710637"/>
            <a:ext cx="697230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0" b="1">
                <a:solidFill>
                  <a:srgbClr val="1754B9"/>
                </a:solidFill>
                <a:latin typeface="Georgia"/>
                <a:cs typeface="Georgia"/>
              </a:rPr>
              <a:t>T</a:t>
            </a:r>
            <a:r>
              <a:rPr dirty="0" sz="750" spc="-7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229" b="1">
                <a:solidFill>
                  <a:srgbClr val="1754B9"/>
                </a:solidFill>
                <a:latin typeface="Georgia"/>
                <a:cs typeface="Georgia"/>
              </a:rPr>
              <a:t>O</a:t>
            </a:r>
            <a:r>
              <a:rPr dirty="0" sz="750" spc="-5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95" b="1">
                <a:solidFill>
                  <a:srgbClr val="1754B9"/>
                </a:solidFill>
                <a:latin typeface="Georgia"/>
                <a:cs typeface="Georgia"/>
              </a:rPr>
              <a:t>K</a:t>
            </a:r>
            <a:r>
              <a:rPr dirty="0" sz="750" spc="-8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50" b="1">
                <a:solidFill>
                  <a:srgbClr val="1754B9"/>
                </a:solidFill>
                <a:latin typeface="Georgia"/>
                <a:cs typeface="Georgia"/>
              </a:rPr>
              <a:t>E</a:t>
            </a:r>
            <a:r>
              <a:rPr dirty="0" sz="750" spc="-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0" b="1">
                <a:solidFill>
                  <a:srgbClr val="1754B9"/>
                </a:solidFill>
                <a:latin typeface="Georgia"/>
                <a:cs typeface="Georgia"/>
              </a:rPr>
              <a:t>N</a:t>
            </a:r>
            <a:r>
              <a:rPr dirty="0" sz="750" spc="3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40" b="1">
                <a:solidFill>
                  <a:srgbClr val="1754B9"/>
                </a:solidFill>
                <a:latin typeface="Georgia"/>
                <a:cs typeface="Georgia"/>
              </a:rPr>
              <a:t>C</a:t>
            </a:r>
            <a:r>
              <a:rPr dirty="0" sz="750" spc="-5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b="1">
                <a:solidFill>
                  <a:srgbClr val="1754B9"/>
                </a:solidFill>
                <a:latin typeface="Georgia"/>
                <a:cs typeface="Georgia"/>
              </a:rPr>
              <a:t>I</a:t>
            </a:r>
            <a:r>
              <a:rPr dirty="0" sz="750" spc="-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00" b="1">
                <a:solidFill>
                  <a:srgbClr val="1754B9"/>
                </a:solidFill>
                <a:latin typeface="Georgia"/>
                <a:cs typeface="Georgia"/>
              </a:rPr>
              <a:t>T</a:t>
            </a:r>
            <a:r>
              <a:rPr dirty="0" sz="750" spc="-7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50" b="1">
                <a:solidFill>
                  <a:srgbClr val="1754B9"/>
                </a:solidFill>
                <a:latin typeface="Georgia"/>
                <a:cs typeface="Georgia"/>
              </a:rPr>
              <a:t>Y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392118" y="1757339"/>
            <a:ext cx="7912734" cy="5899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0"/>
              <a:t>Tarifas</a:t>
            </a:r>
            <a:r>
              <a:rPr dirty="0" spc="-265"/>
              <a:t> </a:t>
            </a:r>
            <a:r>
              <a:rPr dirty="0" spc="-120"/>
              <a:t>—</a:t>
            </a:r>
            <a:r>
              <a:rPr dirty="0" spc="-505"/>
              <a:t> </a:t>
            </a:r>
            <a:r>
              <a:rPr dirty="0" spc="-70"/>
              <a:t>Infraestructura</a:t>
            </a:r>
            <a:r>
              <a:rPr dirty="0" spc="-140"/>
              <a:t> </a:t>
            </a:r>
            <a:r>
              <a:rPr dirty="0" spc="-55"/>
              <a:t>tecnológica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53439" y="2430772"/>
            <a:ext cx="8983980" cy="3246120"/>
            <a:chOff x="853439" y="2430772"/>
            <a:chExt cx="8983980" cy="3246120"/>
          </a:xfrm>
        </p:grpSpPr>
        <p:sp>
          <p:nvSpPr>
            <p:cNvPr id="5" name="object 5"/>
            <p:cNvSpPr/>
            <p:nvPr/>
          </p:nvSpPr>
          <p:spPr>
            <a:xfrm>
              <a:off x="853439" y="2430772"/>
              <a:ext cx="8983980" cy="3246120"/>
            </a:xfrm>
            <a:custGeom>
              <a:avLst/>
              <a:gdLst/>
              <a:ahLst/>
              <a:cxnLst/>
              <a:rect l="l" t="t" r="r" b="b"/>
              <a:pathLst>
                <a:path w="8983980" h="3246120">
                  <a:moveTo>
                    <a:pt x="8740139" y="3246119"/>
                  </a:moveTo>
                  <a:lnTo>
                    <a:pt x="243839" y="3246119"/>
                  </a:lnTo>
                  <a:lnTo>
                    <a:pt x="231860" y="3245827"/>
                  </a:lnTo>
                  <a:lnTo>
                    <a:pt x="184577" y="3238810"/>
                  </a:lnTo>
                  <a:lnTo>
                    <a:pt x="139571" y="3222703"/>
                  </a:lnTo>
                  <a:lnTo>
                    <a:pt x="98572" y="3198126"/>
                  </a:lnTo>
                  <a:lnTo>
                    <a:pt x="63155" y="3166022"/>
                  </a:lnTo>
                  <a:lnTo>
                    <a:pt x="34682" y="3127626"/>
                  </a:lnTo>
                  <a:lnTo>
                    <a:pt x="14247" y="3084413"/>
                  </a:lnTo>
                  <a:lnTo>
                    <a:pt x="2635" y="3038044"/>
                  </a:lnTo>
                  <a:lnTo>
                    <a:pt x="0" y="3002279"/>
                  </a:lnTo>
                  <a:lnTo>
                    <a:pt x="0" y="243839"/>
                  </a:lnTo>
                  <a:lnTo>
                    <a:pt x="4685" y="196269"/>
                  </a:lnTo>
                  <a:lnTo>
                    <a:pt x="18561" y="150526"/>
                  </a:lnTo>
                  <a:lnTo>
                    <a:pt x="41094" y="108369"/>
                  </a:lnTo>
                  <a:lnTo>
                    <a:pt x="71419" y="71419"/>
                  </a:lnTo>
                  <a:lnTo>
                    <a:pt x="108369" y="41094"/>
                  </a:lnTo>
                  <a:lnTo>
                    <a:pt x="150526" y="18561"/>
                  </a:lnTo>
                  <a:lnTo>
                    <a:pt x="196269" y="4685"/>
                  </a:lnTo>
                  <a:lnTo>
                    <a:pt x="243839" y="0"/>
                  </a:lnTo>
                  <a:lnTo>
                    <a:pt x="8740139" y="0"/>
                  </a:lnTo>
                  <a:lnTo>
                    <a:pt x="8787709" y="4685"/>
                  </a:lnTo>
                  <a:lnTo>
                    <a:pt x="8833452" y="18561"/>
                  </a:lnTo>
                  <a:lnTo>
                    <a:pt x="8875608" y="41094"/>
                  </a:lnTo>
                  <a:lnTo>
                    <a:pt x="8912560" y="71419"/>
                  </a:lnTo>
                  <a:lnTo>
                    <a:pt x="8942883" y="108369"/>
                  </a:lnTo>
                  <a:lnTo>
                    <a:pt x="8965417" y="150526"/>
                  </a:lnTo>
                  <a:lnTo>
                    <a:pt x="8979293" y="196269"/>
                  </a:lnTo>
                  <a:lnTo>
                    <a:pt x="8983979" y="243839"/>
                  </a:lnTo>
                  <a:lnTo>
                    <a:pt x="8983979" y="3002279"/>
                  </a:lnTo>
                  <a:lnTo>
                    <a:pt x="8979293" y="3049850"/>
                  </a:lnTo>
                  <a:lnTo>
                    <a:pt x="8965417" y="3095593"/>
                  </a:lnTo>
                  <a:lnTo>
                    <a:pt x="8942883" y="3137749"/>
                  </a:lnTo>
                  <a:lnTo>
                    <a:pt x="8912560" y="3174700"/>
                  </a:lnTo>
                  <a:lnTo>
                    <a:pt x="8875608" y="3205024"/>
                  </a:lnTo>
                  <a:lnTo>
                    <a:pt x="8833452" y="3227558"/>
                  </a:lnTo>
                  <a:lnTo>
                    <a:pt x="8787709" y="3241434"/>
                  </a:lnTo>
                  <a:lnTo>
                    <a:pt x="8740139" y="324611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53427" y="2430779"/>
              <a:ext cx="8983980" cy="3238500"/>
            </a:xfrm>
            <a:custGeom>
              <a:avLst/>
              <a:gdLst/>
              <a:ahLst/>
              <a:cxnLst/>
              <a:rect l="l" t="t" r="r" b="b"/>
              <a:pathLst>
                <a:path w="8983980" h="3238500">
                  <a:moveTo>
                    <a:pt x="139319" y="3213100"/>
                  </a:moveTo>
                  <a:lnTo>
                    <a:pt x="125666" y="3200400"/>
                  </a:lnTo>
                  <a:lnTo>
                    <a:pt x="119037" y="3200400"/>
                  </a:lnTo>
                  <a:lnTo>
                    <a:pt x="106172" y="3187700"/>
                  </a:lnTo>
                  <a:lnTo>
                    <a:pt x="99974" y="3187700"/>
                  </a:lnTo>
                  <a:lnTo>
                    <a:pt x="88011" y="3175000"/>
                  </a:lnTo>
                  <a:lnTo>
                    <a:pt x="82270" y="3162262"/>
                  </a:lnTo>
                  <a:lnTo>
                    <a:pt x="71399" y="3162262"/>
                  </a:lnTo>
                  <a:lnTo>
                    <a:pt x="80098" y="3175000"/>
                  </a:lnTo>
                  <a:lnTo>
                    <a:pt x="89154" y="3187700"/>
                  </a:lnTo>
                  <a:lnTo>
                    <a:pt x="98577" y="3187700"/>
                  </a:lnTo>
                  <a:lnTo>
                    <a:pt x="108381" y="3200400"/>
                  </a:lnTo>
                  <a:lnTo>
                    <a:pt x="118503" y="3200400"/>
                  </a:lnTo>
                  <a:lnTo>
                    <a:pt x="128905" y="3213100"/>
                  </a:lnTo>
                  <a:lnTo>
                    <a:pt x="139319" y="3213100"/>
                  </a:lnTo>
                  <a:close/>
                </a:path>
                <a:path w="8983980" h="3238500">
                  <a:moveTo>
                    <a:pt x="167868" y="3225800"/>
                  </a:moveTo>
                  <a:lnTo>
                    <a:pt x="160591" y="3213100"/>
                  </a:lnTo>
                  <a:lnTo>
                    <a:pt x="139573" y="3213100"/>
                  </a:lnTo>
                  <a:lnTo>
                    <a:pt x="150533" y="3225800"/>
                  </a:lnTo>
                  <a:lnTo>
                    <a:pt x="167868" y="3225800"/>
                  </a:lnTo>
                  <a:close/>
                </a:path>
                <a:path w="8983980" h="3238500">
                  <a:moveTo>
                    <a:pt x="205346" y="0"/>
                  </a:moveTo>
                  <a:lnTo>
                    <a:pt x="173062" y="0"/>
                  </a:lnTo>
                  <a:lnTo>
                    <a:pt x="161709" y="12700"/>
                  </a:lnTo>
                  <a:lnTo>
                    <a:pt x="190169" y="12700"/>
                  </a:lnTo>
                  <a:lnTo>
                    <a:pt x="205346" y="0"/>
                  </a:lnTo>
                  <a:close/>
                </a:path>
                <a:path w="8983980" h="3238500">
                  <a:moveTo>
                    <a:pt x="8810930" y="3225800"/>
                  </a:moveTo>
                  <a:lnTo>
                    <a:pt x="173062" y="3225800"/>
                  </a:lnTo>
                  <a:lnTo>
                    <a:pt x="184581" y="3238500"/>
                  </a:lnTo>
                  <a:lnTo>
                    <a:pt x="8799411" y="3238500"/>
                  </a:lnTo>
                  <a:lnTo>
                    <a:pt x="8810930" y="3225800"/>
                  </a:lnTo>
                  <a:close/>
                </a:path>
                <a:path w="8983980" h="3238500">
                  <a:moveTo>
                    <a:pt x="8822284" y="12700"/>
                  </a:moveTo>
                  <a:lnTo>
                    <a:pt x="8810930" y="0"/>
                  </a:lnTo>
                  <a:lnTo>
                    <a:pt x="8778646" y="0"/>
                  </a:lnTo>
                  <a:lnTo>
                    <a:pt x="8793823" y="12700"/>
                  </a:lnTo>
                  <a:lnTo>
                    <a:pt x="8822284" y="12700"/>
                  </a:lnTo>
                  <a:close/>
                </a:path>
                <a:path w="8983980" h="3238500">
                  <a:moveTo>
                    <a:pt x="8844407" y="3213100"/>
                  </a:moveTo>
                  <a:lnTo>
                    <a:pt x="8823401" y="3213100"/>
                  </a:lnTo>
                  <a:lnTo>
                    <a:pt x="8816124" y="3225800"/>
                  </a:lnTo>
                  <a:lnTo>
                    <a:pt x="8833460" y="3225800"/>
                  </a:lnTo>
                  <a:lnTo>
                    <a:pt x="8844407" y="3213100"/>
                  </a:lnTo>
                  <a:close/>
                </a:path>
                <a:path w="8983980" h="3238500">
                  <a:moveTo>
                    <a:pt x="8912593" y="3162262"/>
                  </a:moveTo>
                  <a:lnTo>
                    <a:pt x="8901722" y="3162262"/>
                  </a:lnTo>
                  <a:lnTo>
                    <a:pt x="8895982" y="3175000"/>
                  </a:lnTo>
                  <a:lnTo>
                    <a:pt x="8884018" y="3187700"/>
                  </a:lnTo>
                  <a:lnTo>
                    <a:pt x="8877821" y="3187700"/>
                  </a:lnTo>
                  <a:lnTo>
                    <a:pt x="8864956" y="3200400"/>
                  </a:lnTo>
                  <a:lnTo>
                    <a:pt x="8858326" y="3200400"/>
                  </a:lnTo>
                  <a:lnTo>
                    <a:pt x="8844674" y="3213100"/>
                  </a:lnTo>
                  <a:lnTo>
                    <a:pt x="8855088" y="3213100"/>
                  </a:lnTo>
                  <a:lnTo>
                    <a:pt x="8865489" y="3200400"/>
                  </a:lnTo>
                  <a:lnTo>
                    <a:pt x="8875611" y="3200400"/>
                  </a:lnTo>
                  <a:lnTo>
                    <a:pt x="8885415" y="3187700"/>
                  </a:lnTo>
                  <a:lnTo>
                    <a:pt x="8894839" y="3187700"/>
                  </a:lnTo>
                  <a:lnTo>
                    <a:pt x="8903894" y="3175000"/>
                  </a:lnTo>
                  <a:lnTo>
                    <a:pt x="8912593" y="3162262"/>
                  </a:lnTo>
                  <a:close/>
                </a:path>
                <a:path w="8983980" h="3238500">
                  <a:moveTo>
                    <a:pt x="8983980" y="241300"/>
                  </a:moveTo>
                  <a:lnTo>
                    <a:pt x="8981351" y="203200"/>
                  </a:lnTo>
                  <a:lnTo>
                    <a:pt x="8973490" y="165100"/>
                  </a:lnTo>
                  <a:lnTo>
                    <a:pt x="8960574" y="127000"/>
                  </a:lnTo>
                  <a:lnTo>
                    <a:pt x="8955189" y="127000"/>
                  </a:lnTo>
                  <a:lnTo>
                    <a:pt x="8949296" y="114300"/>
                  </a:lnTo>
                  <a:lnTo>
                    <a:pt x="8942895" y="101600"/>
                  </a:lnTo>
                  <a:lnTo>
                    <a:pt x="8935987" y="88900"/>
                  </a:lnTo>
                  <a:lnTo>
                    <a:pt x="8928633" y="88900"/>
                  </a:lnTo>
                  <a:lnTo>
                    <a:pt x="8920836" y="76200"/>
                  </a:lnTo>
                  <a:lnTo>
                    <a:pt x="8912568" y="63500"/>
                  </a:lnTo>
                  <a:lnTo>
                    <a:pt x="8903894" y="50800"/>
                  </a:lnTo>
                  <a:lnTo>
                    <a:pt x="8894839" y="50800"/>
                  </a:lnTo>
                  <a:lnTo>
                    <a:pt x="8885415" y="38100"/>
                  </a:lnTo>
                  <a:lnTo>
                    <a:pt x="8875611" y="38100"/>
                  </a:lnTo>
                  <a:lnTo>
                    <a:pt x="8865489" y="25400"/>
                  </a:lnTo>
                  <a:lnTo>
                    <a:pt x="8855088" y="25400"/>
                  </a:lnTo>
                  <a:lnTo>
                    <a:pt x="8844407" y="12700"/>
                  </a:lnTo>
                  <a:lnTo>
                    <a:pt x="8823401" y="12700"/>
                  </a:lnTo>
                  <a:lnTo>
                    <a:pt x="8837689" y="25400"/>
                  </a:lnTo>
                  <a:lnTo>
                    <a:pt x="8844674" y="25400"/>
                  </a:lnTo>
                  <a:lnTo>
                    <a:pt x="8858326" y="38100"/>
                  </a:lnTo>
                  <a:lnTo>
                    <a:pt x="8864956" y="38100"/>
                  </a:lnTo>
                  <a:lnTo>
                    <a:pt x="8877821" y="50800"/>
                  </a:lnTo>
                  <a:lnTo>
                    <a:pt x="8884018" y="50800"/>
                  </a:lnTo>
                  <a:lnTo>
                    <a:pt x="8895982" y="63500"/>
                  </a:lnTo>
                  <a:lnTo>
                    <a:pt x="8901709" y="63500"/>
                  </a:lnTo>
                  <a:lnTo>
                    <a:pt x="8912644" y="76200"/>
                  </a:lnTo>
                  <a:lnTo>
                    <a:pt x="8917838" y="76200"/>
                  </a:lnTo>
                  <a:lnTo>
                    <a:pt x="8927655" y="88900"/>
                  </a:lnTo>
                  <a:lnTo>
                    <a:pt x="8932253" y="101600"/>
                  </a:lnTo>
                  <a:lnTo>
                    <a:pt x="8940851" y="114300"/>
                  </a:lnTo>
                  <a:lnTo>
                    <a:pt x="8944826" y="114300"/>
                  </a:lnTo>
                  <a:lnTo>
                    <a:pt x="8952116" y="127000"/>
                  </a:lnTo>
                  <a:lnTo>
                    <a:pt x="8955430" y="139700"/>
                  </a:lnTo>
                  <a:lnTo>
                    <a:pt x="8961349" y="152400"/>
                  </a:lnTo>
                  <a:lnTo>
                    <a:pt x="8963952" y="165100"/>
                  </a:lnTo>
                  <a:lnTo>
                    <a:pt x="8968435" y="177800"/>
                  </a:lnTo>
                  <a:lnTo>
                    <a:pt x="8970315" y="177800"/>
                  </a:lnTo>
                  <a:lnTo>
                    <a:pt x="8973337" y="203200"/>
                  </a:lnTo>
                  <a:lnTo>
                    <a:pt x="8974468" y="203200"/>
                  </a:lnTo>
                  <a:lnTo>
                    <a:pt x="8975992" y="215900"/>
                  </a:lnTo>
                  <a:lnTo>
                    <a:pt x="8976360" y="228600"/>
                  </a:lnTo>
                  <a:lnTo>
                    <a:pt x="8976360" y="358140"/>
                  </a:lnTo>
                  <a:lnTo>
                    <a:pt x="8976360" y="365760"/>
                  </a:lnTo>
                  <a:lnTo>
                    <a:pt x="8976360" y="2819400"/>
                  </a:lnTo>
                  <a:lnTo>
                    <a:pt x="6477000" y="2819400"/>
                  </a:lnTo>
                  <a:lnTo>
                    <a:pt x="3444240" y="2819400"/>
                  </a:lnTo>
                  <a:lnTo>
                    <a:pt x="7620" y="2819400"/>
                  </a:lnTo>
                  <a:lnTo>
                    <a:pt x="7620" y="2407920"/>
                  </a:lnTo>
                  <a:lnTo>
                    <a:pt x="3444240" y="2407920"/>
                  </a:lnTo>
                  <a:lnTo>
                    <a:pt x="6477000" y="2407920"/>
                  </a:lnTo>
                  <a:lnTo>
                    <a:pt x="8976360" y="2407920"/>
                  </a:lnTo>
                  <a:lnTo>
                    <a:pt x="8976360" y="2400300"/>
                  </a:lnTo>
                  <a:lnTo>
                    <a:pt x="6477000" y="2400300"/>
                  </a:lnTo>
                  <a:lnTo>
                    <a:pt x="3444240" y="2400300"/>
                  </a:lnTo>
                  <a:lnTo>
                    <a:pt x="7620" y="2400300"/>
                  </a:lnTo>
                  <a:lnTo>
                    <a:pt x="7620" y="1988820"/>
                  </a:lnTo>
                  <a:lnTo>
                    <a:pt x="3444240" y="1988820"/>
                  </a:lnTo>
                  <a:lnTo>
                    <a:pt x="6477000" y="1988820"/>
                  </a:lnTo>
                  <a:lnTo>
                    <a:pt x="8976360" y="1988820"/>
                  </a:lnTo>
                  <a:lnTo>
                    <a:pt x="8976360" y="1981200"/>
                  </a:lnTo>
                  <a:lnTo>
                    <a:pt x="6477000" y="1981200"/>
                  </a:lnTo>
                  <a:lnTo>
                    <a:pt x="3444240" y="1981200"/>
                  </a:lnTo>
                  <a:lnTo>
                    <a:pt x="7620" y="1981200"/>
                  </a:lnTo>
                  <a:lnTo>
                    <a:pt x="7620" y="1447800"/>
                  </a:lnTo>
                  <a:lnTo>
                    <a:pt x="3444240" y="1447800"/>
                  </a:lnTo>
                  <a:lnTo>
                    <a:pt x="6477000" y="1447800"/>
                  </a:lnTo>
                  <a:lnTo>
                    <a:pt x="8976360" y="1447800"/>
                  </a:lnTo>
                  <a:lnTo>
                    <a:pt x="8976360" y="1440180"/>
                  </a:lnTo>
                  <a:lnTo>
                    <a:pt x="6477000" y="1440180"/>
                  </a:lnTo>
                  <a:lnTo>
                    <a:pt x="3444240" y="1440180"/>
                  </a:lnTo>
                  <a:lnTo>
                    <a:pt x="7620" y="1440180"/>
                  </a:lnTo>
                  <a:lnTo>
                    <a:pt x="7620" y="906780"/>
                  </a:lnTo>
                  <a:lnTo>
                    <a:pt x="3444240" y="906780"/>
                  </a:lnTo>
                  <a:lnTo>
                    <a:pt x="6477000" y="906780"/>
                  </a:lnTo>
                  <a:lnTo>
                    <a:pt x="8976360" y="906780"/>
                  </a:lnTo>
                  <a:lnTo>
                    <a:pt x="8976360" y="899160"/>
                  </a:lnTo>
                  <a:lnTo>
                    <a:pt x="6477000" y="899160"/>
                  </a:lnTo>
                  <a:lnTo>
                    <a:pt x="3444240" y="899160"/>
                  </a:lnTo>
                  <a:lnTo>
                    <a:pt x="7620" y="899160"/>
                  </a:lnTo>
                  <a:lnTo>
                    <a:pt x="7620" y="365760"/>
                  </a:lnTo>
                  <a:lnTo>
                    <a:pt x="3444240" y="365760"/>
                  </a:lnTo>
                  <a:lnTo>
                    <a:pt x="6477000" y="365760"/>
                  </a:lnTo>
                  <a:lnTo>
                    <a:pt x="8976360" y="365760"/>
                  </a:lnTo>
                  <a:lnTo>
                    <a:pt x="8976360" y="358140"/>
                  </a:lnTo>
                  <a:lnTo>
                    <a:pt x="6477000" y="358140"/>
                  </a:lnTo>
                  <a:lnTo>
                    <a:pt x="3444240" y="358140"/>
                  </a:lnTo>
                  <a:lnTo>
                    <a:pt x="7620" y="358140"/>
                  </a:lnTo>
                  <a:lnTo>
                    <a:pt x="7620" y="228600"/>
                  </a:lnTo>
                  <a:lnTo>
                    <a:pt x="8001" y="215900"/>
                  </a:lnTo>
                  <a:lnTo>
                    <a:pt x="9525" y="203200"/>
                  </a:lnTo>
                  <a:lnTo>
                    <a:pt x="10655" y="203200"/>
                  </a:lnTo>
                  <a:lnTo>
                    <a:pt x="13677" y="177800"/>
                  </a:lnTo>
                  <a:lnTo>
                    <a:pt x="15557" y="177800"/>
                  </a:lnTo>
                  <a:lnTo>
                    <a:pt x="20040" y="165100"/>
                  </a:lnTo>
                  <a:lnTo>
                    <a:pt x="22644" y="152400"/>
                  </a:lnTo>
                  <a:lnTo>
                    <a:pt x="28562" y="139700"/>
                  </a:lnTo>
                  <a:lnTo>
                    <a:pt x="31877" y="127000"/>
                  </a:lnTo>
                  <a:lnTo>
                    <a:pt x="39166" y="114300"/>
                  </a:lnTo>
                  <a:lnTo>
                    <a:pt x="43141" y="114300"/>
                  </a:lnTo>
                  <a:lnTo>
                    <a:pt x="51739" y="101600"/>
                  </a:lnTo>
                  <a:lnTo>
                    <a:pt x="56337" y="88900"/>
                  </a:lnTo>
                  <a:lnTo>
                    <a:pt x="66154" y="76200"/>
                  </a:lnTo>
                  <a:lnTo>
                    <a:pt x="71348" y="76200"/>
                  </a:lnTo>
                  <a:lnTo>
                    <a:pt x="82283" y="63500"/>
                  </a:lnTo>
                  <a:lnTo>
                    <a:pt x="88011" y="63500"/>
                  </a:lnTo>
                  <a:lnTo>
                    <a:pt x="99974" y="50800"/>
                  </a:lnTo>
                  <a:lnTo>
                    <a:pt x="106172" y="50800"/>
                  </a:lnTo>
                  <a:lnTo>
                    <a:pt x="119037" y="38100"/>
                  </a:lnTo>
                  <a:lnTo>
                    <a:pt x="125666" y="38100"/>
                  </a:lnTo>
                  <a:lnTo>
                    <a:pt x="139319" y="25400"/>
                  </a:lnTo>
                  <a:lnTo>
                    <a:pt x="146304" y="25400"/>
                  </a:lnTo>
                  <a:lnTo>
                    <a:pt x="160591" y="12700"/>
                  </a:lnTo>
                  <a:lnTo>
                    <a:pt x="139573" y="12700"/>
                  </a:lnTo>
                  <a:lnTo>
                    <a:pt x="128905" y="25400"/>
                  </a:lnTo>
                  <a:lnTo>
                    <a:pt x="118503" y="25400"/>
                  </a:lnTo>
                  <a:lnTo>
                    <a:pt x="108381" y="38100"/>
                  </a:lnTo>
                  <a:lnTo>
                    <a:pt x="98577" y="38100"/>
                  </a:lnTo>
                  <a:lnTo>
                    <a:pt x="89154" y="50800"/>
                  </a:lnTo>
                  <a:lnTo>
                    <a:pt x="80098" y="50800"/>
                  </a:lnTo>
                  <a:lnTo>
                    <a:pt x="71424" y="63500"/>
                  </a:lnTo>
                  <a:lnTo>
                    <a:pt x="63157" y="76200"/>
                  </a:lnTo>
                  <a:lnTo>
                    <a:pt x="55359" y="88900"/>
                  </a:lnTo>
                  <a:lnTo>
                    <a:pt x="47993" y="88900"/>
                  </a:lnTo>
                  <a:lnTo>
                    <a:pt x="41097" y="101600"/>
                  </a:lnTo>
                  <a:lnTo>
                    <a:pt x="34683" y="114300"/>
                  </a:lnTo>
                  <a:lnTo>
                    <a:pt x="28790" y="127000"/>
                  </a:lnTo>
                  <a:lnTo>
                    <a:pt x="23418" y="127000"/>
                  </a:lnTo>
                  <a:lnTo>
                    <a:pt x="10502" y="165100"/>
                  </a:lnTo>
                  <a:lnTo>
                    <a:pt x="2641" y="203200"/>
                  </a:lnTo>
                  <a:lnTo>
                    <a:pt x="0" y="241300"/>
                  </a:lnTo>
                  <a:lnTo>
                    <a:pt x="0" y="2997200"/>
                  </a:lnTo>
                  <a:lnTo>
                    <a:pt x="2641" y="3035300"/>
                  </a:lnTo>
                  <a:lnTo>
                    <a:pt x="7315" y="3060700"/>
                  </a:lnTo>
                  <a:lnTo>
                    <a:pt x="10502" y="3060700"/>
                  </a:lnTo>
                  <a:lnTo>
                    <a:pt x="14249" y="3073400"/>
                  </a:lnTo>
                  <a:lnTo>
                    <a:pt x="28790" y="3111500"/>
                  </a:lnTo>
                  <a:lnTo>
                    <a:pt x="41097" y="3136900"/>
                  </a:lnTo>
                  <a:lnTo>
                    <a:pt x="47993" y="3136900"/>
                  </a:lnTo>
                  <a:lnTo>
                    <a:pt x="55359" y="3149600"/>
                  </a:lnTo>
                  <a:lnTo>
                    <a:pt x="63131" y="3162262"/>
                  </a:lnTo>
                  <a:lnTo>
                    <a:pt x="71399" y="3162262"/>
                  </a:lnTo>
                  <a:lnTo>
                    <a:pt x="71221" y="3161995"/>
                  </a:lnTo>
                  <a:lnTo>
                    <a:pt x="66154" y="3149600"/>
                  </a:lnTo>
                  <a:lnTo>
                    <a:pt x="56337" y="3136900"/>
                  </a:lnTo>
                  <a:lnTo>
                    <a:pt x="51739" y="3136900"/>
                  </a:lnTo>
                  <a:lnTo>
                    <a:pt x="43141" y="3124200"/>
                  </a:lnTo>
                  <a:lnTo>
                    <a:pt x="39166" y="3111500"/>
                  </a:lnTo>
                  <a:lnTo>
                    <a:pt x="31877" y="3098800"/>
                  </a:lnTo>
                  <a:lnTo>
                    <a:pt x="28562" y="3098800"/>
                  </a:lnTo>
                  <a:lnTo>
                    <a:pt x="22644" y="3073400"/>
                  </a:lnTo>
                  <a:lnTo>
                    <a:pt x="20040" y="3073400"/>
                  </a:lnTo>
                  <a:lnTo>
                    <a:pt x="15557" y="3060700"/>
                  </a:lnTo>
                  <a:lnTo>
                    <a:pt x="13677" y="3048000"/>
                  </a:lnTo>
                  <a:lnTo>
                    <a:pt x="10655" y="3035300"/>
                  </a:lnTo>
                  <a:lnTo>
                    <a:pt x="9525" y="3022600"/>
                  </a:lnTo>
                  <a:lnTo>
                    <a:pt x="8001" y="3009900"/>
                  </a:lnTo>
                  <a:lnTo>
                    <a:pt x="7620" y="3009900"/>
                  </a:lnTo>
                  <a:lnTo>
                    <a:pt x="7620" y="2827020"/>
                  </a:lnTo>
                  <a:lnTo>
                    <a:pt x="3444240" y="2827020"/>
                  </a:lnTo>
                  <a:lnTo>
                    <a:pt x="6477000" y="2827020"/>
                  </a:lnTo>
                  <a:lnTo>
                    <a:pt x="8976360" y="2827020"/>
                  </a:lnTo>
                  <a:lnTo>
                    <a:pt x="8976360" y="3009900"/>
                  </a:lnTo>
                  <a:lnTo>
                    <a:pt x="8975992" y="3009900"/>
                  </a:lnTo>
                  <a:lnTo>
                    <a:pt x="8974468" y="3022600"/>
                  </a:lnTo>
                  <a:lnTo>
                    <a:pt x="8973337" y="3035300"/>
                  </a:lnTo>
                  <a:lnTo>
                    <a:pt x="8970315" y="3048000"/>
                  </a:lnTo>
                  <a:lnTo>
                    <a:pt x="8968435" y="3060700"/>
                  </a:lnTo>
                  <a:lnTo>
                    <a:pt x="8963952" y="3073400"/>
                  </a:lnTo>
                  <a:lnTo>
                    <a:pt x="8961349" y="3073400"/>
                  </a:lnTo>
                  <a:lnTo>
                    <a:pt x="8955430" y="3098800"/>
                  </a:lnTo>
                  <a:lnTo>
                    <a:pt x="8952116" y="3098800"/>
                  </a:lnTo>
                  <a:lnTo>
                    <a:pt x="8944826" y="3111500"/>
                  </a:lnTo>
                  <a:lnTo>
                    <a:pt x="8940851" y="3124200"/>
                  </a:lnTo>
                  <a:lnTo>
                    <a:pt x="8932253" y="3136900"/>
                  </a:lnTo>
                  <a:lnTo>
                    <a:pt x="8927655" y="3136900"/>
                  </a:lnTo>
                  <a:lnTo>
                    <a:pt x="8917838" y="3149600"/>
                  </a:lnTo>
                  <a:lnTo>
                    <a:pt x="8912771" y="3161995"/>
                  </a:lnTo>
                  <a:lnTo>
                    <a:pt x="8912593" y="3162262"/>
                  </a:lnTo>
                  <a:lnTo>
                    <a:pt x="8920848" y="3162262"/>
                  </a:lnTo>
                  <a:lnTo>
                    <a:pt x="8928633" y="3149600"/>
                  </a:lnTo>
                  <a:lnTo>
                    <a:pt x="8935987" y="3136900"/>
                  </a:lnTo>
                  <a:lnTo>
                    <a:pt x="8942895" y="3136900"/>
                  </a:lnTo>
                  <a:lnTo>
                    <a:pt x="8960574" y="3098800"/>
                  </a:lnTo>
                  <a:lnTo>
                    <a:pt x="8973490" y="3060700"/>
                  </a:lnTo>
                  <a:lnTo>
                    <a:pt x="8976677" y="3060700"/>
                  </a:lnTo>
                  <a:lnTo>
                    <a:pt x="8982812" y="3022600"/>
                  </a:lnTo>
                  <a:lnTo>
                    <a:pt x="8983980" y="2997200"/>
                  </a:lnTo>
                  <a:lnTo>
                    <a:pt x="8983980" y="24130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154945" y="2533590"/>
            <a:ext cx="1330960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30" b="1">
                <a:solidFill>
                  <a:srgbClr val="9CA2AF"/>
                </a:solidFill>
                <a:latin typeface="Georgia"/>
                <a:cs typeface="Georgia"/>
              </a:rPr>
              <a:t>SERVICIOS</a:t>
            </a:r>
            <a:r>
              <a:rPr dirty="0" sz="750" spc="229" b="1">
                <a:solidFill>
                  <a:srgbClr val="9CA2AF"/>
                </a:solidFill>
                <a:latin typeface="Georgia"/>
                <a:cs typeface="Georgia"/>
              </a:rPr>
              <a:t> </a:t>
            </a:r>
            <a:r>
              <a:rPr dirty="0" sz="750" spc="-80" b="1">
                <a:solidFill>
                  <a:srgbClr val="9CA2AF"/>
                </a:solidFill>
                <a:latin typeface="Georgia"/>
                <a:cs typeface="Georgia"/>
              </a:rPr>
              <a:t>TECNOLÓGICOS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11009" y="2533590"/>
            <a:ext cx="255270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20" b="1">
                <a:solidFill>
                  <a:srgbClr val="9CA2AF"/>
                </a:solidFill>
                <a:latin typeface="Georgia"/>
                <a:cs typeface="Georgia"/>
              </a:rPr>
              <a:t>FIJO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4694" y="2533590"/>
            <a:ext cx="852805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60" b="1">
                <a:solidFill>
                  <a:srgbClr val="9CA2AF"/>
                </a:solidFill>
                <a:latin typeface="Georgia"/>
                <a:cs typeface="Georgia"/>
              </a:rPr>
              <a:t>VARIABLE</a:t>
            </a:r>
            <a:r>
              <a:rPr dirty="0" sz="750" spc="220" b="1">
                <a:solidFill>
                  <a:srgbClr val="9CA2AF"/>
                </a:solidFill>
                <a:latin typeface="Georgia"/>
                <a:cs typeface="Georgia"/>
              </a:rPr>
              <a:t> </a:t>
            </a:r>
            <a:r>
              <a:rPr dirty="0" sz="750" spc="-110" b="1">
                <a:solidFill>
                  <a:srgbClr val="9CA2AF"/>
                </a:solidFill>
                <a:latin typeface="Georgia"/>
                <a:cs typeface="Georgia"/>
              </a:rPr>
              <a:t>ANUAL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54945" y="2969040"/>
            <a:ext cx="2759075" cy="1689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>
                <a:solidFill>
                  <a:srgbClr val="FFFFFF"/>
                </a:solidFill>
                <a:latin typeface="Microsoft Sans Serif"/>
                <a:cs typeface="Microsoft Sans Serif"/>
              </a:rPr>
              <a:t>SetUp</a:t>
            </a:r>
            <a:r>
              <a:rPr dirty="0" sz="950" spc="4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FFFFFF"/>
                </a:solidFill>
                <a:latin typeface="Microsoft Sans Serif"/>
                <a:cs typeface="Microsoft Sans Serif"/>
              </a:rPr>
              <a:t>plataforma</a:t>
            </a:r>
            <a:r>
              <a:rPr dirty="0" sz="950" spc="12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FFFFFF"/>
                </a:solidFill>
                <a:latin typeface="Microsoft Sans Serif"/>
                <a:cs typeface="Microsoft Sans Serif"/>
              </a:rPr>
              <a:t>personalizada</a:t>
            </a:r>
            <a:r>
              <a:rPr dirty="0" sz="950" spc="114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409">
                <a:solidFill>
                  <a:srgbClr val="FFFFFF"/>
                </a:solidFill>
                <a:latin typeface="Microsoft Sans Serif"/>
                <a:cs typeface="Microsoft Sans Serif"/>
              </a:rPr>
              <a:t>—</a:t>
            </a:r>
            <a:r>
              <a:rPr dirty="0" sz="950" spc="-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FFFFFF"/>
                </a:solidFill>
                <a:latin typeface="Microsoft Sans Serif"/>
                <a:cs typeface="Microsoft Sans Serif"/>
              </a:rPr>
              <a:t>Marca</a:t>
            </a:r>
            <a:r>
              <a:rPr dirty="0" sz="950" spc="12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Microsoft Sans Serif"/>
                <a:cs typeface="Microsoft Sans Serif"/>
              </a:rPr>
              <a:t>Blanca</a:t>
            </a:r>
            <a:endParaRPr sz="95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66932" y="2888763"/>
            <a:ext cx="2413000" cy="32131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240"/>
              </a:spcBef>
            </a:pPr>
            <a:r>
              <a:rPr dirty="0" sz="950">
                <a:solidFill>
                  <a:srgbClr val="FFFFFF"/>
                </a:solidFill>
                <a:latin typeface="Microsoft Sans Serif"/>
                <a:cs typeface="Microsoft Sans Serif"/>
              </a:rPr>
              <a:t>Desde</a:t>
            </a:r>
            <a:r>
              <a:rPr dirty="0" sz="950" spc="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Microsoft Sans Serif"/>
                <a:cs typeface="Microsoft Sans Serif"/>
              </a:rPr>
              <a:t>5.000€</a:t>
            </a:r>
            <a:endParaRPr sz="9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+10.000€</a:t>
            </a:r>
            <a:r>
              <a:rPr dirty="0" sz="750" spc="4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50">
                <a:solidFill>
                  <a:srgbClr val="9CA2AF"/>
                </a:solidFill>
                <a:latin typeface="Microsoft Sans Serif"/>
                <a:cs typeface="Microsoft Sans Serif"/>
              </a:rPr>
              <a:t>multi-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emisión</a:t>
            </a:r>
            <a:r>
              <a:rPr dirty="0" sz="750" spc="1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·</a:t>
            </a:r>
            <a:r>
              <a:rPr dirty="0" sz="750" spc="15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+5.000€</a:t>
            </a:r>
            <a:r>
              <a:rPr dirty="0" sz="750" spc="4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55">
                <a:solidFill>
                  <a:srgbClr val="9CA2AF"/>
                </a:solidFill>
                <a:latin typeface="Microsoft Sans Serif"/>
                <a:cs typeface="Microsoft Sans Serif"/>
              </a:rPr>
              <a:t>web</a:t>
            </a:r>
            <a:r>
              <a:rPr dirty="0" sz="750" spc="7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·</a:t>
            </a:r>
            <a:r>
              <a:rPr dirty="0" sz="750" spc="15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+5.000€</a:t>
            </a:r>
            <a:r>
              <a:rPr dirty="0" sz="750" spc="4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25">
                <a:solidFill>
                  <a:srgbClr val="9CA2AF"/>
                </a:solidFill>
                <a:latin typeface="Microsoft Sans Serif"/>
                <a:cs typeface="Microsoft Sans Serif"/>
              </a:rPr>
              <a:t>API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54945" y="3510060"/>
            <a:ext cx="1714500" cy="1689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>
                <a:solidFill>
                  <a:srgbClr val="FFFFFF"/>
                </a:solidFill>
                <a:latin typeface="Microsoft Sans Serif"/>
                <a:cs typeface="Microsoft Sans Serif"/>
              </a:rPr>
              <a:t>Desarrollo</a:t>
            </a:r>
            <a:r>
              <a:rPr dirty="0" sz="950" spc="7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dirty="0" sz="950" spc="7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FFFFFF"/>
                </a:solidFill>
                <a:latin typeface="Microsoft Sans Serif"/>
                <a:cs typeface="Microsoft Sans Serif"/>
              </a:rPr>
              <a:t>Smart</a:t>
            </a:r>
            <a:r>
              <a:rPr dirty="0" sz="950" spc="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Microsoft Sans Serif"/>
                <a:cs typeface="Microsoft Sans Serif"/>
              </a:rPr>
              <a:t>Contracts</a:t>
            </a:r>
            <a:endParaRPr sz="95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83782" y="3429782"/>
            <a:ext cx="1896110" cy="32131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240"/>
              </a:spcBef>
            </a:pPr>
            <a:r>
              <a:rPr dirty="0" sz="950" spc="-10">
                <a:solidFill>
                  <a:srgbClr val="FFFFFF"/>
                </a:solidFill>
                <a:latin typeface="Microsoft Sans Serif"/>
                <a:cs typeface="Microsoft Sans Serif"/>
              </a:rPr>
              <a:t>5.000€</a:t>
            </a:r>
            <a:endParaRPr sz="9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750" spc="20">
                <a:solidFill>
                  <a:srgbClr val="9CA2AF"/>
                </a:solidFill>
                <a:latin typeface="Microsoft Sans Serif"/>
                <a:cs typeface="Microsoft Sans Serif"/>
              </a:rPr>
              <a:t>por</a:t>
            </a:r>
            <a:r>
              <a:rPr dirty="0" sz="750" spc="5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20">
                <a:solidFill>
                  <a:srgbClr val="9CA2AF"/>
                </a:solidFill>
                <a:latin typeface="Microsoft Sans Serif"/>
                <a:cs typeface="Microsoft Sans Serif"/>
              </a:rPr>
              <a:t>tipo</a:t>
            </a:r>
            <a:r>
              <a:rPr dirty="0" sz="750" spc="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20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750" spc="4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activo,</a:t>
            </a:r>
            <a:r>
              <a:rPr dirty="0" sz="750" spc="8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20">
                <a:solidFill>
                  <a:srgbClr val="9CA2AF"/>
                </a:solidFill>
                <a:latin typeface="Microsoft Sans Serif"/>
                <a:cs typeface="Microsoft Sans Serif"/>
              </a:rPr>
              <a:t>despliegues</a:t>
            </a:r>
            <a:r>
              <a:rPr dirty="0" sz="750" spc="4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9CA2AF"/>
                </a:solidFill>
                <a:latin typeface="Microsoft Sans Serif"/>
                <a:cs typeface="Microsoft Sans Serif"/>
              </a:rPr>
              <a:t>ilimitados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54945" y="4051080"/>
            <a:ext cx="2465070" cy="1689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>
                <a:solidFill>
                  <a:srgbClr val="FFFFFF"/>
                </a:solidFill>
                <a:latin typeface="Microsoft Sans Serif"/>
                <a:cs typeface="Microsoft Sans Serif"/>
              </a:rPr>
              <a:t>Servicio</a:t>
            </a:r>
            <a:r>
              <a:rPr dirty="0" sz="950" spc="3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dirty="0" sz="950" spc="4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FFFFFF"/>
                </a:solidFill>
                <a:latin typeface="Microsoft Sans Serif"/>
                <a:cs typeface="Microsoft Sans Serif"/>
              </a:rPr>
              <a:t>vehiculización</a:t>
            </a:r>
            <a:r>
              <a:rPr dirty="0" sz="950" spc="9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50">
                <a:solidFill>
                  <a:srgbClr val="FFFFFF"/>
                </a:solidFill>
                <a:latin typeface="Microsoft Sans Serif"/>
                <a:cs typeface="Microsoft Sans Serif"/>
              </a:rPr>
              <a:t>y</a:t>
            </a:r>
            <a:r>
              <a:rPr dirty="0" sz="95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35">
                <a:solidFill>
                  <a:srgbClr val="FFFFFF"/>
                </a:solidFill>
                <a:latin typeface="Microsoft Sans Serif"/>
                <a:cs typeface="Microsoft Sans Serif"/>
              </a:rPr>
              <a:t>mantenimiento</a:t>
            </a:r>
            <a:endParaRPr sz="95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101170" y="3970802"/>
            <a:ext cx="1438910" cy="32131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917575">
              <a:lnSpc>
                <a:spcPct val="100000"/>
              </a:lnSpc>
              <a:spcBef>
                <a:spcPts val="240"/>
              </a:spcBef>
            </a:pPr>
            <a:r>
              <a:rPr dirty="0" sz="950" spc="-120">
                <a:solidFill>
                  <a:srgbClr val="FFFFFF"/>
                </a:solidFill>
                <a:latin typeface="Microsoft Sans Serif"/>
                <a:cs typeface="Microsoft Sans Serif"/>
              </a:rPr>
              <a:t>0,1</a:t>
            </a:r>
            <a:r>
              <a:rPr dirty="0" sz="950" spc="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200">
                <a:solidFill>
                  <a:srgbClr val="FFFFFF"/>
                </a:solidFill>
                <a:latin typeface="Microsoft Sans Serif"/>
                <a:cs typeface="Microsoft Sans Serif"/>
              </a:rPr>
              <a:t>–</a:t>
            </a:r>
            <a:r>
              <a:rPr dirty="0" sz="950" spc="-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20">
                <a:solidFill>
                  <a:srgbClr val="FFFFFF"/>
                </a:solidFill>
                <a:latin typeface="Microsoft Sans Serif"/>
                <a:cs typeface="Microsoft Sans Serif"/>
              </a:rPr>
              <a:t>0,3%</a:t>
            </a:r>
            <a:endParaRPr sz="9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750" spc="20">
                <a:solidFill>
                  <a:srgbClr val="9CA2AF"/>
                </a:solidFill>
                <a:latin typeface="Microsoft Sans Serif"/>
                <a:cs typeface="Microsoft Sans Serif"/>
              </a:rPr>
              <a:t>del</a:t>
            </a:r>
            <a:r>
              <a:rPr dirty="0" sz="750" spc="10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20">
                <a:solidFill>
                  <a:srgbClr val="9CA2AF"/>
                </a:solidFill>
                <a:latin typeface="Microsoft Sans Serif"/>
                <a:cs typeface="Microsoft Sans Serif"/>
              </a:rPr>
              <a:t>volumen</a:t>
            </a:r>
            <a:r>
              <a:rPr dirty="0" sz="750" spc="6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20">
                <a:solidFill>
                  <a:srgbClr val="9CA2AF"/>
                </a:solidFill>
                <a:latin typeface="Microsoft Sans Serif"/>
                <a:cs typeface="Microsoft Sans Serif"/>
              </a:rPr>
              <a:t>(mín.</a:t>
            </a:r>
            <a:r>
              <a:rPr dirty="0" sz="750" spc="5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9CA2AF"/>
                </a:solidFill>
                <a:latin typeface="Microsoft Sans Serif"/>
                <a:cs typeface="Microsoft Sans Serif"/>
              </a:rPr>
              <a:t>6.000€/año)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54945" y="4531140"/>
            <a:ext cx="1073785" cy="1689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>
                <a:solidFill>
                  <a:srgbClr val="FFFFFF"/>
                </a:solidFill>
                <a:latin typeface="Microsoft Sans Serif"/>
                <a:cs typeface="Microsoft Sans Serif"/>
              </a:rPr>
              <a:t>Gestión</a:t>
            </a:r>
            <a:r>
              <a:rPr dirty="0" sz="950" spc="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dirty="0" sz="950" spc="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Microsoft Sans Serif"/>
                <a:cs typeface="Microsoft Sans Serif"/>
              </a:rPr>
              <a:t>Wallets</a:t>
            </a:r>
            <a:endParaRPr sz="95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383230" y="4531140"/>
            <a:ext cx="1153795" cy="1689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 spc="-35">
                <a:solidFill>
                  <a:srgbClr val="FFFFFF"/>
                </a:solidFill>
                <a:latin typeface="Microsoft Sans Serif"/>
                <a:cs typeface="Microsoft Sans Serif"/>
              </a:rPr>
              <a:t>1,2€</a:t>
            </a:r>
            <a:r>
              <a:rPr dirty="0" sz="950" spc="-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200">
                <a:solidFill>
                  <a:srgbClr val="FFFFFF"/>
                </a:solidFill>
                <a:latin typeface="Microsoft Sans Serif"/>
                <a:cs typeface="Microsoft Sans Serif"/>
              </a:rPr>
              <a:t>–</a:t>
            </a:r>
            <a:r>
              <a:rPr dirty="0" sz="950" spc="-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80">
                <a:solidFill>
                  <a:srgbClr val="FFFFFF"/>
                </a:solidFill>
                <a:latin typeface="Microsoft Sans Serif"/>
                <a:cs typeface="Microsoft Sans Serif"/>
              </a:rPr>
              <a:t>3€</a:t>
            </a:r>
            <a:r>
              <a:rPr dirty="0" sz="950" spc="-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Microsoft Sans Serif"/>
                <a:cs typeface="Microsoft Sans Serif"/>
              </a:rPr>
              <a:t>/wallet/año</a:t>
            </a:r>
            <a:endParaRPr sz="95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54945" y="4950240"/>
            <a:ext cx="926465" cy="1689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 spc="-65">
                <a:solidFill>
                  <a:srgbClr val="FFFFFF"/>
                </a:solidFill>
                <a:latin typeface="Microsoft Sans Serif"/>
                <a:cs typeface="Microsoft Sans Serif"/>
              </a:rPr>
              <a:t>KYC</a:t>
            </a:r>
            <a:r>
              <a:rPr dirty="0" sz="950" spc="-4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90">
                <a:solidFill>
                  <a:srgbClr val="FFFFFF"/>
                </a:solidFill>
                <a:latin typeface="Microsoft Sans Serif"/>
                <a:cs typeface="Microsoft Sans Serif"/>
              </a:rPr>
              <a:t>/</a:t>
            </a:r>
            <a:r>
              <a:rPr dirty="0" sz="950" spc="-8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35">
                <a:solidFill>
                  <a:srgbClr val="FFFFFF"/>
                </a:solidFill>
                <a:latin typeface="Microsoft Sans Serif"/>
                <a:cs typeface="Microsoft Sans Serif"/>
              </a:rPr>
              <a:t>KYB</a:t>
            </a:r>
            <a:r>
              <a:rPr dirty="0" sz="95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90">
                <a:solidFill>
                  <a:srgbClr val="FFFFFF"/>
                </a:solidFill>
                <a:latin typeface="Microsoft Sans Serif"/>
                <a:cs typeface="Microsoft Sans Serif"/>
              </a:rPr>
              <a:t>/</a:t>
            </a:r>
            <a:r>
              <a:rPr dirty="0" sz="950" spc="-8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25">
                <a:solidFill>
                  <a:srgbClr val="FFFFFF"/>
                </a:solidFill>
                <a:latin typeface="Microsoft Sans Serif"/>
                <a:cs typeface="Microsoft Sans Serif"/>
              </a:rPr>
              <a:t>AML</a:t>
            </a:r>
            <a:endParaRPr sz="95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80154" y="4950240"/>
            <a:ext cx="1385570" cy="1689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 spc="80">
                <a:solidFill>
                  <a:srgbClr val="FFFFFF"/>
                </a:solidFill>
                <a:latin typeface="Microsoft Sans Serif"/>
                <a:cs typeface="Microsoft Sans Serif"/>
              </a:rPr>
              <a:t>3€</a:t>
            </a:r>
            <a:r>
              <a:rPr dirty="0" sz="950" spc="-5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Microsoft Sans Serif"/>
                <a:cs typeface="Microsoft Sans Serif"/>
              </a:rPr>
              <a:t>(física)</a:t>
            </a:r>
            <a:r>
              <a:rPr dirty="0" sz="950" spc="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0">
                <a:solidFill>
                  <a:srgbClr val="FFFFFF"/>
                </a:solidFill>
                <a:latin typeface="Microsoft Sans Serif"/>
                <a:cs typeface="Microsoft Sans Serif"/>
              </a:rPr>
              <a:t>·</a:t>
            </a:r>
            <a:r>
              <a:rPr dirty="0" sz="950" spc="5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FFFFFF"/>
                </a:solidFill>
                <a:latin typeface="Microsoft Sans Serif"/>
                <a:cs typeface="Microsoft Sans Serif"/>
              </a:rPr>
              <a:t>25€</a:t>
            </a:r>
            <a:r>
              <a:rPr dirty="0" sz="950" spc="-50">
                <a:solidFill>
                  <a:srgbClr val="FFFFFF"/>
                </a:solidFill>
                <a:latin typeface="Microsoft Sans Serif"/>
                <a:cs typeface="Microsoft Sans Serif"/>
              </a:rPr>
              <a:t> (</a:t>
            </a:r>
            <a:r>
              <a:rPr dirty="0" sz="950" spc="-15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Microsoft Sans Serif"/>
                <a:cs typeface="Microsoft Sans Serif"/>
              </a:rPr>
              <a:t>jurídica)</a:t>
            </a:r>
            <a:endParaRPr sz="95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37077" y="4950240"/>
            <a:ext cx="1789430" cy="1689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 spc="10">
                <a:solidFill>
                  <a:srgbClr val="FFFFFF"/>
                </a:solidFill>
                <a:latin typeface="Microsoft Sans Serif"/>
                <a:cs typeface="Microsoft Sans Serif"/>
              </a:rPr>
              <a:t>0,2€/pax</a:t>
            </a:r>
            <a:r>
              <a:rPr dirty="0" sz="950" spc="4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10">
                <a:solidFill>
                  <a:srgbClr val="FFFFFF"/>
                </a:solidFill>
                <a:latin typeface="Microsoft Sans Serif"/>
                <a:cs typeface="Microsoft Sans Serif"/>
              </a:rPr>
              <a:t>(monitorización</a:t>
            </a:r>
            <a:r>
              <a:rPr dirty="0" sz="950" spc="14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Microsoft Sans Serif"/>
                <a:cs typeface="Microsoft Sans Serif"/>
              </a:rPr>
              <a:t>anual)</a:t>
            </a:r>
            <a:endParaRPr sz="95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54945" y="5369340"/>
            <a:ext cx="2508885" cy="1689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 spc="10">
                <a:solidFill>
                  <a:srgbClr val="FFFFFF"/>
                </a:solidFill>
                <a:latin typeface="Microsoft Sans Serif"/>
                <a:cs typeface="Microsoft Sans Serif"/>
              </a:rPr>
              <a:t>Gestión</a:t>
            </a:r>
            <a:r>
              <a:rPr dirty="0" sz="950" spc="4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10">
                <a:solidFill>
                  <a:srgbClr val="FFFFFF"/>
                </a:solidFill>
                <a:latin typeface="Microsoft Sans Serif"/>
                <a:cs typeface="Microsoft Sans Serif"/>
              </a:rPr>
              <a:t>automatizada</a:t>
            </a:r>
            <a:r>
              <a:rPr dirty="0" sz="950" spc="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1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dirty="0" sz="950" spc="-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10">
                <a:solidFill>
                  <a:srgbClr val="FFFFFF"/>
                </a:solidFill>
                <a:latin typeface="Microsoft Sans Serif"/>
                <a:cs typeface="Microsoft Sans Serif"/>
              </a:rPr>
              <a:t>pagos</a:t>
            </a:r>
            <a:r>
              <a:rPr dirty="0" sz="950" spc="-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1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dirty="0" sz="950" spc="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Microsoft Sans Serif"/>
                <a:cs typeface="Microsoft Sans Serif"/>
              </a:rPr>
              <a:t>inversores</a:t>
            </a:r>
            <a:endParaRPr sz="95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676594" y="5369340"/>
            <a:ext cx="1860550" cy="1689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 spc="-40">
                <a:solidFill>
                  <a:srgbClr val="FFFFFF"/>
                </a:solidFill>
                <a:latin typeface="Microsoft Sans Serif"/>
                <a:cs typeface="Microsoft Sans Serif"/>
              </a:rPr>
              <a:t>0,2% </a:t>
            </a:r>
            <a:r>
              <a:rPr dirty="0" sz="95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dirty="0" sz="950" spc="7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45">
                <a:solidFill>
                  <a:srgbClr val="FFFFFF"/>
                </a:solidFill>
                <a:latin typeface="Microsoft Sans Serif"/>
                <a:cs typeface="Microsoft Sans Serif"/>
              </a:rPr>
              <a:t>importe</a:t>
            </a:r>
            <a:r>
              <a:rPr dirty="0" sz="95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Microsoft Sans Serif"/>
                <a:cs typeface="Microsoft Sans Serif"/>
              </a:rPr>
              <a:t>transaccionado</a:t>
            </a:r>
            <a:endParaRPr sz="9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90306" y="1520137"/>
            <a:ext cx="697230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0" b="1">
                <a:solidFill>
                  <a:srgbClr val="1754B9"/>
                </a:solidFill>
                <a:latin typeface="Georgia"/>
                <a:cs typeface="Georgia"/>
              </a:rPr>
              <a:t>T</a:t>
            </a:r>
            <a:r>
              <a:rPr dirty="0" sz="750" spc="-7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229" b="1">
                <a:solidFill>
                  <a:srgbClr val="1754B9"/>
                </a:solidFill>
                <a:latin typeface="Georgia"/>
                <a:cs typeface="Georgia"/>
              </a:rPr>
              <a:t>O</a:t>
            </a:r>
            <a:r>
              <a:rPr dirty="0" sz="750" spc="-5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95" b="1">
                <a:solidFill>
                  <a:srgbClr val="1754B9"/>
                </a:solidFill>
                <a:latin typeface="Georgia"/>
                <a:cs typeface="Georgia"/>
              </a:rPr>
              <a:t>K</a:t>
            </a:r>
            <a:r>
              <a:rPr dirty="0" sz="750" spc="-8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50" b="1">
                <a:solidFill>
                  <a:srgbClr val="1754B9"/>
                </a:solidFill>
                <a:latin typeface="Georgia"/>
                <a:cs typeface="Georgia"/>
              </a:rPr>
              <a:t>E</a:t>
            </a:r>
            <a:r>
              <a:rPr dirty="0" sz="750" spc="-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0" b="1">
                <a:solidFill>
                  <a:srgbClr val="1754B9"/>
                </a:solidFill>
                <a:latin typeface="Georgia"/>
                <a:cs typeface="Georgia"/>
              </a:rPr>
              <a:t>N</a:t>
            </a:r>
            <a:r>
              <a:rPr dirty="0" sz="750" spc="3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40" b="1">
                <a:solidFill>
                  <a:srgbClr val="1754B9"/>
                </a:solidFill>
                <a:latin typeface="Georgia"/>
                <a:cs typeface="Georgia"/>
              </a:rPr>
              <a:t>C</a:t>
            </a:r>
            <a:r>
              <a:rPr dirty="0" sz="750" spc="-5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b="1">
                <a:solidFill>
                  <a:srgbClr val="1754B9"/>
                </a:solidFill>
                <a:latin typeface="Georgia"/>
                <a:cs typeface="Georgia"/>
              </a:rPr>
              <a:t>I</a:t>
            </a:r>
            <a:r>
              <a:rPr dirty="0" sz="750" spc="-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00" b="1">
                <a:solidFill>
                  <a:srgbClr val="1754B9"/>
                </a:solidFill>
                <a:latin typeface="Georgia"/>
                <a:cs typeface="Georgia"/>
              </a:rPr>
              <a:t>T</a:t>
            </a:r>
            <a:r>
              <a:rPr dirty="0" sz="750" spc="-7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50" b="1">
                <a:solidFill>
                  <a:srgbClr val="1754B9"/>
                </a:solidFill>
                <a:latin typeface="Georgia"/>
                <a:cs typeface="Georgia"/>
              </a:rPr>
              <a:t>Y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409739" y="1566839"/>
            <a:ext cx="7879715" cy="894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3420"/>
              </a:lnSpc>
              <a:spcBef>
                <a:spcPts val="100"/>
              </a:spcBef>
            </a:pPr>
            <a:r>
              <a:rPr dirty="0" spc="-130"/>
              <a:t>Tarifas</a:t>
            </a:r>
            <a:r>
              <a:rPr dirty="0" spc="-275"/>
              <a:t> </a:t>
            </a:r>
            <a:r>
              <a:rPr dirty="0" spc="-120"/>
              <a:t>—</a:t>
            </a:r>
            <a:r>
              <a:rPr dirty="0" spc="-515"/>
              <a:t> </a:t>
            </a:r>
            <a:r>
              <a:rPr dirty="0" spc="-110"/>
              <a:t>Mercados</a:t>
            </a:r>
            <a:r>
              <a:rPr dirty="0" spc="-270"/>
              <a:t> </a:t>
            </a:r>
            <a:r>
              <a:rPr dirty="0" spc="-120"/>
              <a:t>—</a:t>
            </a:r>
            <a:r>
              <a:rPr dirty="0" spc="-515"/>
              <a:t> </a:t>
            </a:r>
            <a:r>
              <a:rPr dirty="0" spc="-45"/>
              <a:t>Crowdfunding</a:t>
            </a:r>
          </a:p>
          <a:p>
            <a:pPr algn="ctr" marR="4445">
              <a:lnSpc>
                <a:spcPts val="3420"/>
              </a:lnSpc>
            </a:pPr>
            <a:r>
              <a:rPr dirty="0" spc="-10"/>
              <a:t>(&lt;5M€)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65122" y="2432738"/>
            <a:ext cx="5561330" cy="4673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02130" marR="5080" indent="-1790064">
              <a:lnSpc>
                <a:spcPct val="126099"/>
              </a:lnSpc>
              <a:spcBef>
                <a:spcPts val="95"/>
              </a:spcBef>
            </a:pPr>
            <a:r>
              <a:rPr dirty="0" sz="1150" spc="20">
                <a:solidFill>
                  <a:srgbClr val="9CA2AF"/>
                </a:solidFill>
                <a:latin typeface="Microsoft Sans Serif"/>
                <a:cs typeface="Microsoft Sans Serif"/>
              </a:rPr>
              <a:t>Para</a:t>
            </a:r>
            <a:r>
              <a:rPr dirty="0" sz="1150" spc="5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9CA2AF"/>
                </a:solidFill>
                <a:latin typeface="Microsoft Sans Serif"/>
                <a:cs typeface="Microsoft Sans Serif"/>
              </a:rPr>
              <a:t>operaciones</a:t>
            </a:r>
            <a:r>
              <a:rPr dirty="0" sz="1150" spc="-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&lt;</a:t>
            </a:r>
            <a:r>
              <a:rPr dirty="0" sz="1150" spc="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9CA2AF"/>
                </a:solidFill>
                <a:latin typeface="Microsoft Sans Serif"/>
                <a:cs typeface="Microsoft Sans Serif"/>
              </a:rPr>
              <a:t>5M€,</a:t>
            </a:r>
            <a:r>
              <a:rPr dirty="0" sz="1150" spc="6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las</a:t>
            </a:r>
            <a:r>
              <a:rPr dirty="0" sz="1150" spc="-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9CA2AF"/>
                </a:solidFill>
                <a:latin typeface="Microsoft Sans Serif"/>
                <a:cs typeface="Microsoft Sans Serif"/>
              </a:rPr>
              <a:t>emisiones</a:t>
            </a:r>
            <a:r>
              <a:rPr dirty="0" sz="1150" spc="-1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se</a:t>
            </a: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9CA2AF"/>
                </a:solidFill>
                <a:latin typeface="Microsoft Sans Serif"/>
                <a:cs typeface="Microsoft Sans Serif"/>
              </a:rPr>
              <a:t>canalizan</a:t>
            </a:r>
            <a:r>
              <a:rPr dirty="0" sz="1150" spc="6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9CA2AF"/>
                </a:solidFill>
                <a:latin typeface="Microsoft Sans Serif"/>
                <a:cs typeface="Microsoft Sans Serif"/>
              </a:rPr>
              <a:t>a</a:t>
            </a:r>
            <a:r>
              <a:rPr dirty="0" sz="1150" spc="6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9CA2AF"/>
                </a:solidFill>
                <a:latin typeface="Microsoft Sans Serif"/>
                <a:cs typeface="Microsoft Sans Serif"/>
              </a:rPr>
              <a:t>través</a:t>
            </a:r>
            <a:r>
              <a:rPr dirty="0" sz="1150" spc="-1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5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9CA2AF"/>
                </a:solidFill>
                <a:latin typeface="Microsoft Sans Serif"/>
                <a:cs typeface="Microsoft Sans Serif"/>
              </a:rPr>
              <a:t>la</a:t>
            </a:r>
            <a:r>
              <a:rPr dirty="0" sz="1150" spc="6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9CA2AF"/>
                </a:solidFill>
                <a:latin typeface="Microsoft Sans Serif"/>
                <a:cs typeface="Microsoft Sans Serif"/>
              </a:rPr>
              <a:t>subsidiaria</a:t>
            </a:r>
            <a:r>
              <a:rPr dirty="0" sz="1150" spc="6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40">
                <a:solidFill>
                  <a:srgbClr val="9CA2AF"/>
                </a:solidFill>
                <a:latin typeface="Microsoft Sans Serif"/>
                <a:cs typeface="Microsoft Sans Serif"/>
              </a:rPr>
              <a:t>de </a:t>
            </a:r>
            <a:r>
              <a:rPr dirty="0" sz="1150" spc="60">
                <a:solidFill>
                  <a:srgbClr val="9CA2AF"/>
                </a:solidFill>
                <a:latin typeface="Microsoft Sans Serif"/>
                <a:cs typeface="Microsoft Sans Serif"/>
              </a:rPr>
              <a:t>crowdfunding,</a:t>
            </a:r>
            <a:r>
              <a:rPr dirty="0" sz="1150" spc="12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Alius</a:t>
            </a:r>
            <a:r>
              <a:rPr dirty="0" sz="1150" spc="5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9CA2AF"/>
                </a:solidFill>
                <a:latin typeface="Microsoft Sans Serif"/>
                <a:cs typeface="Microsoft Sans Serif"/>
              </a:rPr>
              <a:t>Capital.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86691" y="5726726"/>
            <a:ext cx="7113905" cy="1428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*</a:t>
            </a:r>
            <a:r>
              <a:rPr dirty="0" sz="750" spc="6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Deducible</a:t>
            </a:r>
            <a:r>
              <a:rPr dirty="0" sz="750" spc="8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750" spc="7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los</a:t>
            </a:r>
            <a:r>
              <a:rPr dirty="0" sz="750" spc="7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fees</a:t>
            </a:r>
            <a:r>
              <a:rPr dirty="0" sz="750" spc="7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750" spc="7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vehiculización</a:t>
            </a:r>
            <a:r>
              <a:rPr dirty="0" sz="750" spc="13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50">
                <a:solidFill>
                  <a:srgbClr val="9CA2AF"/>
                </a:solidFill>
                <a:latin typeface="Microsoft Sans Serif"/>
                <a:cs typeface="Microsoft Sans Serif"/>
              </a:rPr>
              <a:t>y</a:t>
            </a:r>
            <a:r>
              <a:rPr dirty="0" sz="750" spc="2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colocación.</a:t>
            </a:r>
            <a:r>
              <a:rPr dirty="0" sz="750" spc="12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También</a:t>
            </a:r>
            <a:r>
              <a:rPr dirty="0" sz="750" spc="13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se</a:t>
            </a:r>
            <a:r>
              <a:rPr dirty="0" sz="750" spc="7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deducirá,</a:t>
            </a:r>
            <a:r>
              <a:rPr dirty="0" sz="750" spc="13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en</a:t>
            </a:r>
            <a:r>
              <a:rPr dirty="0" sz="750" spc="13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su</a:t>
            </a:r>
            <a:r>
              <a:rPr dirty="0" sz="750" spc="1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caso,</a:t>
            </a:r>
            <a:r>
              <a:rPr dirty="0" sz="750" spc="13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el</a:t>
            </a:r>
            <a:r>
              <a:rPr dirty="0" sz="750" spc="18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coste</a:t>
            </a:r>
            <a:r>
              <a:rPr dirty="0" sz="750" spc="7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750" spc="7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3.000€</a:t>
            </a:r>
            <a:r>
              <a:rPr dirty="0" sz="750" spc="4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750" spc="8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validación</a:t>
            </a:r>
            <a:r>
              <a:rPr dirty="0" sz="750" spc="12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del</a:t>
            </a:r>
            <a:r>
              <a:rPr dirty="0" sz="750" spc="18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55">
                <a:solidFill>
                  <a:srgbClr val="9CA2AF"/>
                </a:solidFill>
                <a:latin typeface="Microsoft Sans Serif"/>
                <a:cs typeface="Microsoft Sans Serif"/>
              </a:rPr>
              <a:t>documento</a:t>
            </a:r>
            <a:r>
              <a:rPr dirty="0" sz="750" spc="7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750" spc="7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emisión</a:t>
            </a:r>
            <a:r>
              <a:rPr dirty="0" sz="750" spc="13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9CA2AF"/>
                </a:solidFill>
                <a:latin typeface="Microsoft Sans Serif"/>
                <a:cs typeface="Microsoft Sans Serif"/>
              </a:rPr>
              <a:t>(&lt;8M€).</a:t>
            </a:r>
            <a:endParaRPr sz="75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173479" y="3162299"/>
            <a:ext cx="8343900" cy="2461260"/>
            <a:chOff x="1173479" y="3162299"/>
            <a:chExt cx="8343900" cy="2461260"/>
          </a:xfrm>
        </p:grpSpPr>
        <p:sp>
          <p:nvSpPr>
            <p:cNvPr id="7" name="object 7"/>
            <p:cNvSpPr/>
            <p:nvPr/>
          </p:nvSpPr>
          <p:spPr>
            <a:xfrm>
              <a:off x="1173479" y="3162299"/>
              <a:ext cx="8343900" cy="2461260"/>
            </a:xfrm>
            <a:custGeom>
              <a:avLst/>
              <a:gdLst/>
              <a:ahLst/>
              <a:cxnLst/>
              <a:rect l="l" t="t" r="r" b="b"/>
              <a:pathLst>
                <a:path w="8343900" h="2461260">
                  <a:moveTo>
                    <a:pt x="8100059" y="2461259"/>
                  </a:moveTo>
                  <a:lnTo>
                    <a:pt x="243839" y="2461259"/>
                  </a:lnTo>
                  <a:lnTo>
                    <a:pt x="231860" y="2460967"/>
                  </a:lnTo>
                  <a:lnTo>
                    <a:pt x="184577" y="2453950"/>
                  </a:lnTo>
                  <a:lnTo>
                    <a:pt x="139571" y="2437843"/>
                  </a:lnTo>
                  <a:lnTo>
                    <a:pt x="98572" y="2413266"/>
                  </a:lnTo>
                  <a:lnTo>
                    <a:pt x="63155" y="2381162"/>
                  </a:lnTo>
                  <a:lnTo>
                    <a:pt x="34682" y="2342766"/>
                  </a:lnTo>
                  <a:lnTo>
                    <a:pt x="14247" y="2299553"/>
                  </a:lnTo>
                  <a:lnTo>
                    <a:pt x="2635" y="2253184"/>
                  </a:lnTo>
                  <a:lnTo>
                    <a:pt x="0" y="2217419"/>
                  </a:lnTo>
                  <a:lnTo>
                    <a:pt x="0" y="243839"/>
                  </a:lnTo>
                  <a:lnTo>
                    <a:pt x="4685" y="196269"/>
                  </a:lnTo>
                  <a:lnTo>
                    <a:pt x="18561" y="150526"/>
                  </a:lnTo>
                  <a:lnTo>
                    <a:pt x="41094" y="108369"/>
                  </a:lnTo>
                  <a:lnTo>
                    <a:pt x="71419" y="71419"/>
                  </a:lnTo>
                  <a:lnTo>
                    <a:pt x="108369" y="41094"/>
                  </a:lnTo>
                  <a:lnTo>
                    <a:pt x="150526" y="18561"/>
                  </a:lnTo>
                  <a:lnTo>
                    <a:pt x="196269" y="4685"/>
                  </a:lnTo>
                  <a:lnTo>
                    <a:pt x="243839" y="0"/>
                  </a:lnTo>
                  <a:lnTo>
                    <a:pt x="8100059" y="0"/>
                  </a:lnTo>
                  <a:lnTo>
                    <a:pt x="8147629" y="4685"/>
                  </a:lnTo>
                  <a:lnTo>
                    <a:pt x="8193372" y="18561"/>
                  </a:lnTo>
                  <a:lnTo>
                    <a:pt x="8235528" y="41094"/>
                  </a:lnTo>
                  <a:lnTo>
                    <a:pt x="8272480" y="71419"/>
                  </a:lnTo>
                  <a:lnTo>
                    <a:pt x="8302805" y="108369"/>
                  </a:lnTo>
                  <a:lnTo>
                    <a:pt x="8325338" y="150526"/>
                  </a:lnTo>
                  <a:lnTo>
                    <a:pt x="8339214" y="196269"/>
                  </a:lnTo>
                  <a:lnTo>
                    <a:pt x="8343899" y="243839"/>
                  </a:lnTo>
                  <a:lnTo>
                    <a:pt x="8343899" y="2217419"/>
                  </a:lnTo>
                  <a:lnTo>
                    <a:pt x="8339214" y="2264990"/>
                  </a:lnTo>
                  <a:lnTo>
                    <a:pt x="8325338" y="2310733"/>
                  </a:lnTo>
                  <a:lnTo>
                    <a:pt x="8302805" y="2352889"/>
                  </a:lnTo>
                  <a:lnTo>
                    <a:pt x="8272480" y="2389840"/>
                  </a:lnTo>
                  <a:lnTo>
                    <a:pt x="8235528" y="2420165"/>
                  </a:lnTo>
                  <a:lnTo>
                    <a:pt x="8193372" y="2442698"/>
                  </a:lnTo>
                  <a:lnTo>
                    <a:pt x="8147629" y="2456574"/>
                  </a:lnTo>
                  <a:lnTo>
                    <a:pt x="8100059" y="246125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173467" y="3162312"/>
              <a:ext cx="8343900" cy="2451100"/>
            </a:xfrm>
            <a:custGeom>
              <a:avLst/>
              <a:gdLst/>
              <a:ahLst/>
              <a:cxnLst/>
              <a:rect l="l" t="t" r="r" b="b"/>
              <a:pathLst>
                <a:path w="8343900" h="2451100">
                  <a:moveTo>
                    <a:pt x="160591" y="2438400"/>
                  </a:moveTo>
                  <a:lnTo>
                    <a:pt x="146304" y="2425700"/>
                  </a:lnTo>
                  <a:lnTo>
                    <a:pt x="139573" y="2425700"/>
                  </a:lnTo>
                  <a:lnTo>
                    <a:pt x="150533" y="2438400"/>
                  </a:lnTo>
                  <a:lnTo>
                    <a:pt x="160591" y="2438400"/>
                  </a:lnTo>
                  <a:close/>
                </a:path>
                <a:path w="8343900" h="2451100">
                  <a:moveTo>
                    <a:pt x="205346" y="0"/>
                  </a:moveTo>
                  <a:lnTo>
                    <a:pt x="173062" y="0"/>
                  </a:lnTo>
                  <a:lnTo>
                    <a:pt x="161709" y="12700"/>
                  </a:lnTo>
                  <a:lnTo>
                    <a:pt x="190169" y="12700"/>
                  </a:lnTo>
                  <a:lnTo>
                    <a:pt x="205346" y="0"/>
                  </a:lnTo>
                  <a:close/>
                </a:path>
                <a:path w="8343900" h="2451100">
                  <a:moveTo>
                    <a:pt x="212991" y="2451100"/>
                  </a:moveTo>
                  <a:lnTo>
                    <a:pt x="205346" y="2438400"/>
                  </a:lnTo>
                  <a:lnTo>
                    <a:pt x="173062" y="2438400"/>
                  </a:lnTo>
                  <a:lnTo>
                    <a:pt x="184581" y="2451100"/>
                  </a:lnTo>
                  <a:lnTo>
                    <a:pt x="212991" y="2451100"/>
                  </a:lnTo>
                  <a:close/>
                </a:path>
                <a:path w="8343900" h="2451100">
                  <a:moveTo>
                    <a:pt x="8170850" y="2438400"/>
                  </a:moveTo>
                  <a:lnTo>
                    <a:pt x="8138566" y="2438400"/>
                  </a:lnTo>
                  <a:lnTo>
                    <a:pt x="8130921" y="2451100"/>
                  </a:lnTo>
                  <a:lnTo>
                    <a:pt x="8159331" y="2451100"/>
                  </a:lnTo>
                  <a:lnTo>
                    <a:pt x="8170850" y="2438400"/>
                  </a:lnTo>
                  <a:close/>
                </a:path>
                <a:path w="8343900" h="2451100">
                  <a:moveTo>
                    <a:pt x="8182203" y="12700"/>
                  </a:moveTo>
                  <a:lnTo>
                    <a:pt x="8170850" y="0"/>
                  </a:lnTo>
                  <a:lnTo>
                    <a:pt x="8138566" y="0"/>
                  </a:lnTo>
                  <a:lnTo>
                    <a:pt x="8153743" y="12700"/>
                  </a:lnTo>
                  <a:lnTo>
                    <a:pt x="8182203" y="12700"/>
                  </a:lnTo>
                  <a:close/>
                </a:path>
                <a:path w="8343900" h="2451100">
                  <a:moveTo>
                    <a:pt x="8204340" y="2425700"/>
                  </a:moveTo>
                  <a:lnTo>
                    <a:pt x="8197609" y="2425700"/>
                  </a:lnTo>
                  <a:lnTo>
                    <a:pt x="8183308" y="2438400"/>
                  </a:lnTo>
                  <a:lnTo>
                    <a:pt x="8193379" y="2438400"/>
                  </a:lnTo>
                  <a:lnTo>
                    <a:pt x="8204340" y="2425700"/>
                  </a:lnTo>
                  <a:close/>
                </a:path>
                <a:path w="8343900" h="2451100">
                  <a:moveTo>
                    <a:pt x="8343900" y="241300"/>
                  </a:moveTo>
                  <a:lnTo>
                    <a:pt x="8341271" y="203200"/>
                  </a:lnTo>
                  <a:lnTo>
                    <a:pt x="8333410" y="165100"/>
                  </a:lnTo>
                  <a:lnTo>
                    <a:pt x="8320494" y="127000"/>
                  </a:lnTo>
                  <a:lnTo>
                    <a:pt x="8315122" y="127000"/>
                  </a:lnTo>
                  <a:lnTo>
                    <a:pt x="8309229" y="114300"/>
                  </a:lnTo>
                  <a:lnTo>
                    <a:pt x="8302815" y="101600"/>
                  </a:lnTo>
                  <a:lnTo>
                    <a:pt x="8295907" y="88900"/>
                  </a:lnTo>
                  <a:lnTo>
                    <a:pt x="8288553" y="88900"/>
                  </a:lnTo>
                  <a:lnTo>
                    <a:pt x="8280755" y="76200"/>
                  </a:lnTo>
                  <a:lnTo>
                    <a:pt x="8272488" y="63500"/>
                  </a:lnTo>
                  <a:lnTo>
                    <a:pt x="8263814" y="50800"/>
                  </a:lnTo>
                  <a:lnTo>
                    <a:pt x="8254759" y="50800"/>
                  </a:lnTo>
                  <a:lnTo>
                    <a:pt x="8245335" y="38100"/>
                  </a:lnTo>
                  <a:lnTo>
                    <a:pt x="8235531" y="38100"/>
                  </a:lnTo>
                  <a:lnTo>
                    <a:pt x="8225409" y="25400"/>
                  </a:lnTo>
                  <a:lnTo>
                    <a:pt x="8215008" y="25400"/>
                  </a:lnTo>
                  <a:lnTo>
                    <a:pt x="8204340" y="12700"/>
                  </a:lnTo>
                  <a:lnTo>
                    <a:pt x="8183308" y="12700"/>
                  </a:lnTo>
                  <a:lnTo>
                    <a:pt x="8197609" y="25400"/>
                  </a:lnTo>
                  <a:lnTo>
                    <a:pt x="8204594" y="25400"/>
                  </a:lnTo>
                  <a:lnTo>
                    <a:pt x="8218246" y="38100"/>
                  </a:lnTo>
                  <a:lnTo>
                    <a:pt x="8224875" y="38100"/>
                  </a:lnTo>
                  <a:lnTo>
                    <a:pt x="8237741" y="50800"/>
                  </a:lnTo>
                  <a:lnTo>
                    <a:pt x="8243938" y="50800"/>
                  </a:lnTo>
                  <a:lnTo>
                    <a:pt x="8255902" y="63500"/>
                  </a:lnTo>
                  <a:lnTo>
                    <a:pt x="8261629" y="63500"/>
                  </a:lnTo>
                  <a:lnTo>
                    <a:pt x="8272564" y="76200"/>
                  </a:lnTo>
                  <a:lnTo>
                    <a:pt x="8277758" y="76200"/>
                  </a:lnTo>
                  <a:lnTo>
                    <a:pt x="8287575" y="88900"/>
                  </a:lnTo>
                  <a:lnTo>
                    <a:pt x="8292173" y="101600"/>
                  </a:lnTo>
                  <a:lnTo>
                    <a:pt x="8300771" y="114300"/>
                  </a:lnTo>
                  <a:lnTo>
                    <a:pt x="8304746" y="114300"/>
                  </a:lnTo>
                  <a:lnTo>
                    <a:pt x="8312036" y="127000"/>
                  </a:lnTo>
                  <a:lnTo>
                    <a:pt x="8315338" y="139700"/>
                  </a:lnTo>
                  <a:lnTo>
                    <a:pt x="8321268" y="152400"/>
                  </a:lnTo>
                  <a:lnTo>
                    <a:pt x="8323872" y="165100"/>
                  </a:lnTo>
                  <a:lnTo>
                    <a:pt x="8328355" y="177800"/>
                  </a:lnTo>
                  <a:lnTo>
                    <a:pt x="8330235" y="177800"/>
                  </a:lnTo>
                  <a:lnTo>
                    <a:pt x="8333257" y="203200"/>
                  </a:lnTo>
                  <a:lnTo>
                    <a:pt x="8334388" y="203200"/>
                  </a:lnTo>
                  <a:lnTo>
                    <a:pt x="8335912" y="215900"/>
                  </a:lnTo>
                  <a:lnTo>
                    <a:pt x="8336280" y="228600"/>
                  </a:lnTo>
                  <a:lnTo>
                    <a:pt x="8336280" y="358140"/>
                  </a:lnTo>
                  <a:lnTo>
                    <a:pt x="8336280" y="365760"/>
                  </a:lnTo>
                  <a:lnTo>
                    <a:pt x="8336280" y="2034540"/>
                  </a:lnTo>
                  <a:lnTo>
                    <a:pt x="4861560" y="2034540"/>
                  </a:lnTo>
                  <a:lnTo>
                    <a:pt x="3421380" y="2034540"/>
                  </a:lnTo>
                  <a:lnTo>
                    <a:pt x="7620" y="2034540"/>
                  </a:lnTo>
                  <a:lnTo>
                    <a:pt x="7620" y="1623060"/>
                  </a:lnTo>
                  <a:lnTo>
                    <a:pt x="3421380" y="1623060"/>
                  </a:lnTo>
                  <a:lnTo>
                    <a:pt x="4861560" y="1623060"/>
                  </a:lnTo>
                  <a:lnTo>
                    <a:pt x="8336280" y="1623060"/>
                  </a:lnTo>
                  <a:lnTo>
                    <a:pt x="8336280" y="1615440"/>
                  </a:lnTo>
                  <a:lnTo>
                    <a:pt x="4861560" y="1615440"/>
                  </a:lnTo>
                  <a:lnTo>
                    <a:pt x="3421380" y="1615440"/>
                  </a:lnTo>
                  <a:lnTo>
                    <a:pt x="7620" y="1615440"/>
                  </a:lnTo>
                  <a:lnTo>
                    <a:pt x="7620" y="1203960"/>
                  </a:lnTo>
                  <a:lnTo>
                    <a:pt x="3421380" y="1203960"/>
                  </a:lnTo>
                  <a:lnTo>
                    <a:pt x="4861560" y="1203960"/>
                  </a:lnTo>
                  <a:lnTo>
                    <a:pt x="8336280" y="1203960"/>
                  </a:lnTo>
                  <a:lnTo>
                    <a:pt x="8336280" y="1196340"/>
                  </a:lnTo>
                  <a:lnTo>
                    <a:pt x="4861560" y="1196340"/>
                  </a:lnTo>
                  <a:lnTo>
                    <a:pt x="3421380" y="1196340"/>
                  </a:lnTo>
                  <a:lnTo>
                    <a:pt x="7620" y="1196340"/>
                  </a:lnTo>
                  <a:lnTo>
                    <a:pt x="7620" y="784860"/>
                  </a:lnTo>
                  <a:lnTo>
                    <a:pt x="3421380" y="784860"/>
                  </a:lnTo>
                  <a:lnTo>
                    <a:pt x="4861560" y="784860"/>
                  </a:lnTo>
                  <a:lnTo>
                    <a:pt x="8336280" y="784860"/>
                  </a:lnTo>
                  <a:lnTo>
                    <a:pt x="8336280" y="777240"/>
                  </a:lnTo>
                  <a:lnTo>
                    <a:pt x="4861560" y="777240"/>
                  </a:lnTo>
                  <a:lnTo>
                    <a:pt x="3421380" y="777240"/>
                  </a:lnTo>
                  <a:lnTo>
                    <a:pt x="7620" y="777240"/>
                  </a:lnTo>
                  <a:lnTo>
                    <a:pt x="7620" y="365760"/>
                  </a:lnTo>
                  <a:lnTo>
                    <a:pt x="3421380" y="365760"/>
                  </a:lnTo>
                  <a:lnTo>
                    <a:pt x="4861560" y="365760"/>
                  </a:lnTo>
                  <a:lnTo>
                    <a:pt x="8336280" y="365760"/>
                  </a:lnTo>
                  <a:lnTo>
                    <a:pt x="8336280" y="358140"/>
                  </a:lnTo>
                  <a:lnTo>
                    <a:pt x="4861560" y="358140"/>
                  </a:lnTo>
                  <a:lnTo>
                    <a:pt x="3421380" y="358140"/>
                  </a:lnTo>
                  <a:lnTo>
                    <a:pt x="7620" y="358140"/>
                  </a:lnTo>
                  <a:lnTo>
                    <a:pt x="7620" y="228600"/>
                  </a:lnTo>
                  <a:lnTo>
                    <a:pt x="8001" y="215900"/>
                  </a:lnTo>
                  <a:lnTo>
                    <a:pt x="9525" y="203200"/>
                  </a:lnTo>
                  <a:lnTo>
                    <a:pt x="10655" y="203200"/>
                  </a:lnTo>
                  <a:lnTo>
                    <a:pt x="13677" y="177800"/>
                  </a:lnTo>
                  <a:lnTo>
                    <a:pt x="15557" y="177800"/>
                  </a:lnTo>
                  <a:lnTo>
                    <a:pt x="20040" y="165100"/>
                  </a:lnTo>
                  <a:lnTo>
                    <a:pt x="22644" y="152400"/>
                  </a:lnTo>
                  <a:lnTo>
                    <a:pt x="28562" y="139700"/>
                  </a:lnTo>
                  <a:lnTo>
                    <a:pt x="31877" y="127000"/>
                  </a:lnTo>
                  <a:lnTo>
                    <a:pt x="39166" y="114300"/>
                  </a:lnTo>
                  <a:lnTo>
                    <a:pt x="43141" y="114300"/>
                  </a:lnTo>
                  <a:lnTo>
                    <a:pt x="51739" y="101600"/>
                  </a:lnTo>
                  <a:lnTo>
                    <a:pt x="56337" y="88900"/>
                  </a:lnTo>
                  <a:lnTo>
                    <a:pt x="66154" y="76200"/>
                  </a:lnTo>
                  <a:lnTo>
                    <a:pt x="71348" y="76200"/>
                  </a:lnTo>
                  <a:lnTo>
                    <a:pt x="82283" y="63500"/>
                  </a:lnTo>
                  <a:lnTo>
                    <a:pt x="88011" y="63500"/>
                  </a:lnTo>
                  <a:lnTo>
                    <a:pt x="99974" y="50800"/>
                  </a:lnTo>
                  <a:lnTo>
                    <a:pt x="106172" y="50800"/>
                  </a:lnTo>
                  <a:lnTo>
                    <a:pt x="119037" y="38100"/>
                  </a:lnTo>
                  <a:lnTo>
                    <a:pt x="125666" y="38100"/>
                  </a:lnTo>
                  <a:lnTo>
                    <a:pt x="139319" y="25400"/>
                  </a:lnTo>
                  <a:lnTo>
                    <a:pt x="146304" y="25400"/>
                  </a:lnTo>
                  <a:lnTo>
                    <a:pt x="160591" y="12700"/>
                  </a:lnTo>
                  <a:lnTo>
                    <a:pt x="139573" y="12700"/>
                  </a:lnTo>
                  <a:lnTo>
                    <a:pt x="128905" y="25400"/>
                  </a:lnTo>
                  <a:lnTo>
                    <a:pt x="118503" y="25400"/>
                  </a:lnTo>
                  <a:lnTo>
                    <a:pt x="108381" y="38100"/>
                  </a:lnTo>
                  <a:lnTo>
                    <a:pt x="98577" y="38100"/>
                  </a:lnTo>
                  <a:lnTo>
                    <a:pt x="89154" y="50800"/>
                  </a:lnTo>
                  <a:lnTo>
                    <a:pt x="80098" y="50800"/>
                  </a:lnTo>
                  <a:lnTo>
                    <a:pt x="71424" y="63500"/>
                  </a:lnTo>
                  <a:lnTo>
                    <a:pt x="63157" y="76200"/>
                  </a:lnTo>
                  <a:lnTo>
                    <a:pt x="55359" y="88900"/>
                  </a:lnTo>
                  <a:lnTo>
                    <a:pt x="47993" y="88900"/>
                  </a:lnTo>
                  <a:lnTo>
                    <a:pt x="41097" y="101600"/>
                  </a:lnTo>
                  <a:lnTo>
                    <a:pt x="34683" y="114300"/>
                  </a:lnTo>
                  <a:lnTo>
                    <a:pt x="28790" y="127000"/>
                  </a:lnTo>
                  <a:lnTo>
                    <a:pt x="23418" y="127000"/>
                  </a:lnTo>
                  <a:lnTo>
                    <a:pt x="10502" y="165100"/>
                  </a:lnTo>
                  <a:lnTo>
                    <a:pt x="2641" y="203200"/>
                  </a:lnTo>
                  <a:lnTo>
                    <a:pt x="0" y="241300"/>
                  </a:lnTo>
                  <a:lnTo>
                    <a:pt x="0" y="2209800"/>
                  </a:lnTo>
                  <a:lnTo>
                    <a:pt x="2641" y="2247900"/>
                  </a:lnTo>
                  <a:lnTo>
                    <a:pt x="10502" y="2286000"/>
                  </a:lnTo>
                  <a:lnTo>
                    <a:pt x="14249" y="2298700"/>
                  </a:lnTo>
                  <a:lnTo>
                    <a:pt x="18567" y="2298700"/>
                  </a:lnTo>
                  <a:lnTo>
                    <a:pt x="23418" y="2311400"/>
                  </a:lnTo>
                  <a:lnTo>
                    <a:pt x="28790" y="2324100"/>
                  </a:lnTo>
                  <a:lnTo>
                    <a:pt x="34683" y="2336800"/>
                  </a:lnTo>
                  <a:lnTo>
                    <a:pt x="41097" y="2349500"/>
                  </a:lnTo>
                  <a:lnTo>
                    <a:pt x="47993" y="2362200"/>
                  </a:lnTo>
                  <a:lnTo>
                    <a:pt x="55359" y="2362200"/>
                  </a:lnTo>
                  <a:lnTo>
                    <a:pt x="63157" y="2374900"/>
                  </a:lnTo>
                  <a:lnTo>
                    <a:pt x="71424" y="2387600"/>
                  </a:lnTo>
                  <a:lnTo>
                    <a:pt x="80098" y="2387600"/>
                  </a:lnTo>
                  <a:lnTo>
                    <a:pt x="89154" y="2400300"/>
                  </a:lnTo>
                  <a:lnTo>
                    <a:pt x="98577" y="2413000"/>
                  </a:lnTo>
                  <a:lnTo>
                    <a:pt x="108381" y="2413000"/>
                  </a:lnTo>
                  <a:lnTo>
                    <a:pt x="118503" y="2425700"/>
                  </a:lnTo>
                  <a:lnTo>
                    <a:pt x="139319" y="2425700"/>
                  </a:lnTo>
                  <a:lnTo>
                    <a:pt x="125666" y="2413000"/>
                  </a:lnTo>
                  <a:lnTo>
                    <a:pt x="119037" y="2413000"/>
                  </a:lnTo>
                  <a:lnTo>
                    <a:pt x="106172" y="2400300"/>
                  </a:lnTo>
                  <a:lnTo>
                    <a:pt x="99974" y="2400300"/>
                  </a:lnTo>
                  <a:lnTo>
                    <a:pt x="88011" y="2387600"/>
                  </a:lnTo>
                  <a:lnTo>
                    <a:pt x="82283" y="2387600"/>
                  </a:lnTo>
                  <a:lnTo>
                    <a:pt x="71348" y="2374900"/>
                  </a:lnTo>
                  <a:lnTo>
                    <a:pt x="66154" y="2362200"/>
                  </a:lnTo>
                  <a:lnTo>
                    <a:pt x="56337" y="2349500"/>
                  </a:lnTo>
                  <a:lnTo>
                    <a:pt x="51739" y="2349500"/>
                  </a:lnTo>
                  <a:lnTo>
                    <a:pt x="43141" y="2336800"/>
                  </a:lnTo>
                  <a:lnTo>
                    <a:pt x="39166" y="2324100"/>
                  </a:lnTo>
                  <a:lnTo>
                    <a:pt x="31877" y="2311400"/>
                  </a:lnTo>
                  <a:lnTo>
                    <a:pt x="28562" y="2311400"/>
                  </a:lnTo>
                  <a:lnTo>
                    <a:pt x="22644" y="2298700"/>
                  </a:lnTo>
                  <a:lnTo>
                    <a:pt x="20040" y="2286000"/>
                  </a:lnTo>
                  <a:lnTo>
                    <a:pt x="15557" y="2273300"/>
                  </a:lnTo>
                  <a:lnTo>
                    <a:pt x="13677" y="2260600"/>
                  </a:lnTo>
                  <a:lnTo>
                    <a:pt x="10655" y="2247900"/>
                  </a:lnTo>
                  <a:lnTo>
                    <a:pt x="9525" y="2247900"/>
                  </a:lnTo>
                  <a:lnTo>
                    <a:pt x="8001" y="2222500"/>
                  </a:lnTo>
                  <a:lnTo>
                    <a:pt x="7620" y="2222500"/>
                  </a:lnTo>
                  <a:lnTo>
                    <a:pt x="7620" y="2042160"/>
                  </a:lnTo>
                  <a:lnTo>
                    <a:pt x="3421380" y="2042160"/>
                  </a:lnTo>
                  <a:lnTo>
                    <a:pt x="4861560" y="2042160"/>
                  </a:lnTo>
                  <a:lnTo>
                    <a:pt x="8336280" y="2042160"/>
                  </a:lnTo>
                  <a:lnTo>
                    <a:pt x="8336280" y="2222500"/>
                  </a:lnTo>
                  <a:lnTo>
                    <a:pt x="8335912" y="2222500"/>
                  </a:lnTo>
                  <a:lnTo>
                    <a:pt x="8334388" y="2247900"/>
                  </a:lnTo>
                  <a:lnTo>
                    <a:pt x="8333257" y="2247900"/>
                  </a:lnTo>
                  <a:lnTo>
                    <a:pt x="8330235" y="2260600"/>
                  </a:lnTo>
                  <a:lnTo>
                    <a:pt x="8328355" y="2273300"/>
                  </a:lnTo>
                  <a:lnTo>
                    <a:pt x="8323872" y="2286000"/>
                  </a:lnTo>
                  <a:lnTo>
                    <a:pt x="8321268" y="2298700"/>
                  </a:lnTo>
                  <a:lnTo>
                    <a:pt x="8315338" y="2311400"/>
                  </a:lnTo>
                  <a:lnTo>
                    <a:pt x="8312036" y="2311400"/>
                  </a:lnTo>
                  <a:lnTo>
                    <a:pt x="8304746" y="2324100"/>
                  </a:lnTo>
                  <a:lnTo>
                    <a:pt x="8300771" y="2336800"/>
                  </a:lnTo>
                  <a:lnTo>
                    <a:pt x="8292173" y="2349500"/>
                  </a:lnTo>
                  <a:lnTo>
                    <a:pt x="8287575" y="2349500"/>
                  </a:lnTo>
                  <a:lnTo>
                    <a:pt x="8277758" y="2362200"/>
                  </a:lnTo>
                  <a:lnTo>
                    <a:pt x="8272564" y="2374900"/>
                  </a:lnTo>
                  <a:lnTo>
                    <a:pt x="8261629" y="2387600"/>
                  </a:lnTo>
                  <a:lnTo>
                    <a:pt x="8255902" y="2387600"/>
                  </a:lnTo>
                  <a:lnTo>
                    <a:pt x="8243938" y="2400300"/>
                  </a:lnTo>
                  <a:lnTo>
                    <a:pt x="8237728" y="2400300"/>
                  </a:lnTo>
                  <a:lnTo>
                    <a:pt x="8224863" y="2413000"/>
                  </a:lnTo>
                  <a:lnTo>
                    <a:pt x="8218246" y="2413000"/>
                  </a:lnTo>
                  <a:lnTo>
                    <a:pt x="8204594" y="2425700"/>
                  </a:lnTo>
                  <a:lnTo>
                    <a:pt x="8225409" y="2425700"/>
                  </a:lnTo>
                  <a:lnTo>
                    <a:pt x="8235531" y="2413000"/>
                  </a:lnTo>
                  <a:lnTo>
                    <a:pt x="8245335" y="2413000"/>
                  </a:lnTo>
                  <a:lnTo>
                    <a:pt x="8254759" y="2400300"/>
                  </a:lnTo>
                  <a:lnTo>
                    <a:pt x="8263814" y="2387600"/>
                  </a:lnTo>
                  <a:lnTo>
                    <a:pt x="8272488" y="2387600"/>
                  </a:lnTo>
                  <a:lnTo>
                    <a:pt x="8280755" y="2374900"/>
                  </a:lnTo>
                  <a:lnTo>
                    <a:pt x="8288553" y="2362200"/>
                  </a:lnTo>
                  <a:lnTo>
                    <a:pt x="8295907" y="2362200"/>
                  </a:lnTo>
                  <a:lnTo>
                    <a:pt x="8315122" y="2324100"/>
                  </a:lnTo>
                  <a:lnTo>
                    <a:pt x="8325345" y="2298700"/>
                  </a:lnTo>
                  <a:lnTo>
                    <a:pt x="8329663" y="2298700"/>
                  </a:lnTo>
                  <a:lnTo>
                    <a:pt x="8339226" y="2260600"/>
                  </a:lnTo>
                  <a:lnTo>
                    <a:pt x="8343608" y="2222500"/>
                  </a:lnTo>
                  <a:lnTo>
                    <a:pt x="8343900" y="2209800"/>
                  </a:lnTo>
                  <a:lnTo>
                    <a:pt x="8343900" y="24130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475700" y="3265117"/>
            <a:ext cx="1688464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35" b="1">
                <a:solidFill>
                  <a:srgbClr val="9CA2AF"/>
                </a:solidFill>
                <a:latin typeface="Georgia"/>
                <a:cs typeface="Georgia"/>
              </a:rPr>
              <a:t>CROWDFUNDING</a:t>
            </a:r>
            <a:r>
              <a:rPr dirty="0" sz="750" spc="210" b="1">
                <a:solidFill>
                  <a:srgbClr val="9CA2AF"/>
                </a:solidFill>
                <a:latin typeface="Georgia"/>
                <a:cs typeface="Georgia"/>
              </a:rPr>
              <a:t> </a:t>
            </a:r>
            <a:r>
              <a:rPr dirty="0" sz="750" spc="-85" b="1">
                <a:solidFill>
                  <a:srgbClr val="9CA2AF"/>
                </a:solidFill>
                <a:latin typeface="Georgia"/>
                <a:cs typeface="Georgia"/>
              </a:rPr>
              <a:t>—</a:t>
            </a:r>
            <a:r>
              <a:rPr dirty="0" sz="750" spc="165" b="1">
                <a:solidFill>
                  <a:srgbClr val="9CA2AF"/>
                </a:solidFill>
                <a:latin typeface="Georgia"/>
                <a:cs typeface="Georgia"/>
              </a:rPr>
              <a:t> </a:t>
            </a:r>
            <a:r>
              <a:rPr dirty="0" sz="750" spc="-25" b="1">
                <a:solidFill>
                  <a:srgbClr val="9CA2AF"/>
                </a:solidFill>
                <a:latin typeface="Georgia"/>
                <a:cs typeface="Georgia"/>
              </a:rPr>
              <a:t>ALIUS</a:t>
            </a:r>
            <a:r>
              <a:rPr dirty="0" sz="750" spc="210" b="1">
                <a:solidFill>
                  <a:srgbClr val="9CA2AF"/>
                </a:solidFill>
                <a:latin typeface="Georgia"/>
                <a:cs typeface="Georgia"/>
              </a:rPr>
              <a:t> </a:t>
            </a:r>
            <a:r>
              <a:rPr dirty="0" sz="750" spc="-25" b="1">
                <a:solidFill>
                  <a:srgbClr val="9CA2AF"/>
                </a:solidFill>
                <a:latin typeface="Georgia"/>
                <a:cs typeface="Georgia"/>
              </a:rPr>
              <a:t>CAPITAL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14776" y="3265117"/>
            <a:ext cx="255270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20" b="1">
                <a:solidFill>
                  <a:srgbClr val="9CA2AF"/>
                </a:solidFill>
                <a:latin typeface="Georgia"/>
                <a:cs typeface="Georgia"/>
              </a:rPr>
              <a:t>FIJO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12080" y="3265117"/>
            <a:ext cx="493395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70" b="1">
                <a:solidFill>
                  <a:srgbClr val="9CA2AF"/>
                </a:solidFill>
                <a:latin typeface="Georgia"/>
                <a:cs typeface="Georgia"/>
              </a:rPr>
              <a:t>VARIABLE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75700" y="3639608"/>
            <a:ext cx="556895" cy="1689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 spc="-10">
                <a:solidFill>
                  <a:srgbClr val="FFFFFF"/>
                </a:solidFill>
                <a:latin typeface="Microsoft Sans Serif"/>
                <a:cs typeface="Microsoft Sans Serif"/>
              </a:rPr>
              <a:t>Admisión</a:t>
            </a:r>
            <a:endParaRPr sz="95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89748" y="3643336"/>
            <a:ext cx="492759" cy="1644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20" b="1">
                <a:solidFill>
                  <a:srgbClr val="FFFFFF"/>
                </a:solidFill>
                <a:latin typeface="Arial"/>
                <a:cs typeface="Arial"/>
              </a:rPr>
              <a:t>1.500€</a:t>
            </a:r>
            <a:r>
              <a:rPr dirty="0" sz="900" spc="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 spc="10" b="1">
                <a:solidFill>
                  <a:srgbClr val="FFFFFF"/>
                </a:solidFill>
                <a:latin typeface="Arial"/>
                <a:cs typeface="Arial"/>
              </a:rPr>
              <a:t>*</a:t>
            </a:r>
            <a:endParaRPr sz="9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75700" y="4058708"/>
            <a:ext cx="1794510" cy="1689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>
                <a:solidFill>
                  <a:srgbClr val="FFFFFF"/>
                </a:solidFill>
                <a:latin typeface="Microsoft Sans Serif"/>
                <a:cs typeface="Microsoft Sans Serif"/>
              </a:rPr>
              <a:t>Smart</a:t>
            </a:r>
            <a:r>
              <a:rPr dirty="0" sz="950" spc="9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FFFFFF"/>
                </a:solidFill>
                <a:latin typeface="Microsoft Sans Serif"/>
                <a:cs typeface="Microsoft Sans Serif"/>
              </a:rPr>
              <a:t>Contract</a:t>
            </a:r>
            <a:r>
              <a:rPr dirty="0" sz="950" spc="9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50">
                <a:solidFill>
                  <a:srgbClr val="FFFFFF"/>
                </a:solidFill>
                <a:latin typeface="Microsoft Sans Serif"/>
                <a:cs typeface="Microsoft Sans Serif"/>
              </a:rPr>
              <a:t>y</a:t>
            </a:r>
            <a:r>
              <a:rPr dirty="0" sz="950" spc="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Microsoft Sans Serif"/>
                <a:cs typeface="Microsoft Sans Serif"/>
              </a:rPr>
              <a:t>vehiculización</a:t>
            </a:r>
            <a:endParaRPr sz="95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206898" y="4058708"/>
            <a:ext cx="1003300" cy="1689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 spc="-45">
                <a:solidFill>
                  <a:srgbClr val="FFFFFF"/>
                </a:solidFill>
                <a:latin typeface="Microsoft Sans Serif"/>
                <a:cs typeface="Microsoft Sans Serif"/>
              </a:rPr>
              <a:t>0,5% </a:t>
            </a:r>
            <a:r>
              <a:rPr dirty="0" sz="95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dirty="0" sz="950" spc="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Microsoft Sans Serif"/>
                <a:cs typeface="Microsoft Sans Serif"/>
              </a:rPr>
              <a:t>volumen</a:t>
            </a:r>
            <a:endParaRPr sz="95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75700" y="4477808"/>
            <a:ext cx="636270" cy="1689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 spc="-10">
                <a:solidFill>
                  <a:srgbClr val="FFFFFF"/>
                </a:solidFill>
                <a:latin typeface="Microsoft Sans Serif"/>
                <a:cs typeface="Microsoft Sans Serif"/>
              </a:rPr>
              <a:t>Colocación</a:t>
            </a:r>
            <a:endParaRPr sz="95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239402" y="4477808"/>
            <a:ext cx="970915" cy="1689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 spc="-110">
                <a:solidFill>
                  <a:srgbClr val="FFFFFF"/>
                </a:solidFill>
                <a:latin typeface="Microsoft Sans Serif"/>
                <a:cs typeface="Microsoft Sans Serif"/>
              </a:rPr>
              <a:t>1,5%</a:t>
            </a:r>
            <a:r>
              <a:rPr dirty="0" sz="950" spc="-4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dirty="0" sz="950" spc="7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Microsoft Sans Serif"/>
                <a:cs typeface="Microsoft Sans Serif"/>
              </a:rPr>
              <a:t>volumen</a:t>
            </a:r>
            <a:endParaRPr sz="95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75700" y="4896908"/>
            <a:ext cx="1151890" cy="1689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>
                <a:solidFill>
                  <a:srgbClr val="FFFFFF"/>
                </a:solidFill>
                <a:latin typeface="Microsoft Sans Serif"/>
                <a:cs typeface="Microsoft Sans Serif"/>
              </a:rPr>
              <a:t>Mango</a:t>
            </a:r>
            <a:r>
              <a:rPr dirty="0" sz="950" spc="7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FFFFFF"/>
                </a:solidFill>
                <a:latin typeface="Microsoft Sans Serif"/>
                <a:cs typeface="Microsoft Sans Serif"/>
              </a:rPr>
              <a:t>Pay</a:t>
            </a:r>
            <a:r>
              <a:rPr dirty="0" sz="950" spc="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Microsoft Sans Serif"/>
                <a:cs typeface="Microsoft Sans Serif"/>
              </a:rPr>
              <a:t>(Escrow)</a:t>
            </a:r>
            <a:endParaRPr sz="95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206898" y="4896908"/>
            <a:ext cx="1003300" cy="1689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 spc="-45">
                <a:solidFill>
                  <a:srgbClr val="FFFFFF"/>
                </a:solidFill>
                <a:latin typeface="Microsoft Sans Serif"/>
                <a:cs typeface="Microsoft Sans Serif"/>
              </a:rPr>
              <a:t>0,5% </a:t>
            </a:r>
            <a:r>
              <a:rPr dirty="0" sz="95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dirty="0" sz="950" spc="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Microsoft Sans Serif"/>
                <a:cs typeface="Microsoft Sans Serif"/>
              </a:rPr>
              <a:t>volumen</a:t>
            </a:r>
            <a:endParaRPr sz="95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75700" y="5316008"/>
            <a:ext cx="1816100" cy="1689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 spc="10">
                <a:solidFill>
                  <a:srgbClr val="FFFFFF"/>
                </a:solidFill>
                <a:latin typeface="Microsoft Sans Serif"/>
                <a:cs typeface="Microsoft Sans Serif"/>
              </a:rPr>
              <a:t>Gestión</a:t>
            </a:r>
            <a:r>
              <a:rPr dirty="0" sz="950" spc="7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10">
                <a:solidFill>
                  <a:srgbClr val="FFFFFF"/>
                </a:solidFill>
                <a:latin typeface="Microsoft Sans Serif"/>
                <a:cs typeface="Microsoft Sans Serif"/>
              </a:rPr>
              <a:t>automatizada</a:t>
            </a:r>
            <a:r>
              <a:rPr dirty="0" sz="950" spc="8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1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dirty="0" sz="950" spc="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Microsoft Sans Serif"/>
                <a:cs typeface="Microsoft Sans Serif"/>
              </a:rPr>
              <a:t>pagos</a:t>
            </a:r>
            <a:endParaRPr sz="95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355839" y="5316008"/>
            <a:ext cx="1860550" cy="1689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 spc="-40">
                <a:solidFill>
                  <a:srgbClr val="FFFFFF"/>
                </a:solidFill>
                <a:latin typeface="Microsoft Sans Serif"/>
                <a:cs typeface="Microsoft Sans Serif"/>
              </a:rPr>
              <a:t>0,2% </a:t>
            </a:r>
            <a:r>
              <a:rPr dirty="0" sz="95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dirty="0" sz="950" spc="7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45">
                <a:solidFill>
                  <a:srgbClr val="FFFFFF"/>
                </a:solidFill>
                <a:latin typeface="Microsoft Sans Serif"/>
                <a:cs typeface="Microsoft Sans Serif"/>
              </a:rPr>
              <a:t>importe</a:t>
            </a:r>
            <a:r>
              <a:rPr dirty="0" sz="95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Microsoft Sans Serif"/>
                <a:cs typeface="Microsoft Sans Serif"/>
              </a:rPr>
              <a:t>transaccionado</a:t>
            </a:r>
            <a:endParaRPr sz="9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90306" y="1725877"/>
            <a:ext cx="697230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0" b="1">
                <a:solidFill>
                  <a:srgbClr val="1754B9"/>
                </a:solidFill>
                <a:latin typeface="Georgia"/>
                <a:cs typeface="Georgia"/>
              </a:rPr>
              <a:t>T</a:t>
            </a:r>
            <a:r>
              <a:rPr dirty="0" sz="750" spc="-7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229" b="1">
                <a:solidFill>
                  <a:srgbClr val="1754B9"/>
                </a:solidFill>
                <a:latin typeface="Georgia"/>
                <a:cs typeface="Georgia"/>
              </a:rPr>
              <a:t>O</a:t>
            </a:r>
            <a:r>
              <a:rPr dirty="0" sz="750" spc="-5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95" b="1">
                <a:solidFill>
                  <a:srgbClr val="1754B9"/>
                </a:solidFill>
                <a:latin typeface="Georgia"/>
                <a:cs typeface="Georgia"/>
              </a:rPr>
              <a:t>K</a:t>
            </a:r>
            <a:r>
              <a:rPr dirty="0" sz="750" spc="-8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50" b="1">
                <a:solidFill>
                  <a:srgbClr val="1754B9"/>
                </a:solidFill>
                <a:latin typeface="Georgia"/>
                <a:cs typeface="Georgia"/>
              </a:rPr>
              <a:t>E</a:t>
            </a:r>
            <a:r>
              <a:rPr dirty="0" sz="750" spc="-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0" b="1">
                <a:solidFill>
                  <a:srgbClr val="1754B9"/>
                </a:solidFill>
                <a:latin typeface="Georgia"/>
                <a:cs typeface="Georgia"/>
              </a:rPr>
              <a:t>N</a:t>
            </a:r>
            <a:r>
              <a:rPr dirty="0" sz="750" spc="3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40" b="1">
                <a:solidFill>
                  <a:srgbClr val="1754B9"/>
                </a:solidFill>
                <a:latin typeface="Georgia"/>
                <a:cs typeface="Georgia"/>
              </a:rPr>
              <a:t>C</a:t>
            </a:r>
            <a:r>
              <a:rPr dirty="0" sz="750" spc="-5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b="1">
                <a:solidFill>
                  <a:srgbClr val="1754B9"/>
                </a:solidFill>
                <a:latin typeface="Georgia"/>
                <a:cs typeface="Georgia"/>
              </a:rPr>
              <a:t>I</a:t>
            </a:r>
            <a:r>
              <a:rPr dirty="0" sz="750" spc="-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00" b="1">
                <a:solidFill>
                  <a:srgbClr val="1754B9"/>
                </a:solidFill>
                <a:latin typeface="Georgia"/>
                <a:cs typeface="Georgia"/>
              </a:rPr>
              <a:t>T</a:t>
            </a:r>
            <a:r>
              <a:rPr dirty="0" sz="750" spc="-7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50" b="1">
                <a:solidFill>
                  <a:srgbClr val="1754B9"/>
                </a:solidFill>
                <a:latin typeface="Georgia"/>
                <a:cs typeface="Georgia"/>
              </a:rPr>
              <a:t>Y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04081" y="1780199"/>
            <a:ext cx="8903335" cy="894715"/>
          </a:xfrm>
          <a:prstGeom prst="rect"/>
        </p:spPr>
        <p:txBody>
          <a:bodyPr wrap="square" lIns="0" tIns="271780" rIns="0" bIns="0" rtlCol="0" vert="horz">
            <a:spAutoFit/>
          </a:bodyPr>
          <a:lstStyle/>
          <a:p>
            <a:pPr marL="3693160" marR="5080" indent="-3681095">
              <a:lnSpc>
                <a:spcPct val="54100"/>
              </a:lnSpc>
              <a:spcBef>
                <a:spcPts val="2140"/>
              </a:spcBef>
            </a:pPr>
            <a:r>
              <a:rPr dirty="0" spc="-130"/>
              <a:t>Tarifas</a:t>
            </a:r>
            <a:r>
              <a:rPr dirty="0" spc="-265"/>
              <a:t> </a:t>
            </a:r>
            <a:r>
              <a:rPr dirty="0" spc="-120"/>
              <a:t>—</a:t>
            </a:r>
            <a:r>
              <a:rPr dirty="0" spc="-509"/>
              <a:t> </a:t>
            </a:r>
            <a:r>
              <a:rPr dirty="0" spc="-110"/>
              <a:t>Mercados</a:t>
            </a:r>
            <a:r>
              <a:rPr dirty="0" spc="-260"/>
              <a:t> </a:t>
            </a:r>
            <a:r>
              <a:rPr dirty="0" spc="-120"/>
              <a:t>—</a:t>
            </a:r>
            <a:r>
              <a:rPr dirty="0" spc="-509"/>
              <a:t> </a:t>
            </a:r>
            <a:r>
              <a:rPr dirty="0" spc="-100"/>
              <a:t>Agencia</a:t>
            </a:r>
            <a:r>
              <a:rPr dirty="0" spc="-145"/>
              <a:t> </a:t>
            </a:r>
            <a:r>
              <a:rPr dirty="0"/>
              <a:t>de</a:t>
            </a:r>
            <a:r>
              <a:rPr dirty="0" spc="-275"/>
              <a:t> </a:t>
            </a:r>
            <a:r>
              <a:rPr dirty="0" spc="-440"/>
              <a:t>V</a:t>
            </a:r>
            <a:r>
              <a:rPr dirty="0" spc="-5"/>
              <a:t>a</a:t>
            </a:r>
            <a:r>
              <a:rPr dirty="0" spc="120"/>
              <a:t>l</a:t>
            </a:r>
            <a:r>
              <a:rPr dirty="0" spc="-130"/>
              <a:t>o</a:t>
            </a:r>
            <a:r>
              <a:rPr dirty="0" spc="-90"/>
              <a:t>r</a:t>
            </a:r>
            <a:r>
              <a:rPr dirty="0" spc="-114"/>
              <a:t>e</a:t>
            </a:r>
            <a:r>
              <a:rPr dirty="0" spc="50"/>
              <a:t>s</a:t>
            </a:r>
            <a:r>
              <a:rPr dirty="0" spc="-90"/>
              <a:t> </a:t>
            </a:r>
            <a:r>
              <a:rPr dirty="0" spc="-10"/>
              <a:t>(&gt;5M€)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408197" y="2653718"/>
            <a:ext cx="586803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326640" marR="5080" indent="-2314575">
              <a:lnSpc>
                <a:spcPct val="121700"/>
              </a:lnSpc>
              <a:spcBef>
                <a:spcPts val="95"/>
              </a:spcBef>
            </a:pPr>
            <a:r>
              <a:rPr dirty="0" sz="1150" spc="20">
                <a:solidFill>
                  <a:srgbClr val="9CA2AF"/>
                </a:solidFill>
                <a:latin typeface="Microsoft Sans Serif"/>
                <a:cs typeface="Microsoft Sans Serif"/>
              </a:rPr>
              <a:t>Para</a:t>
            </a:r>
            <a:r>
              <a:rPr dirty="0" sz="1150" spc="5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9CA2AF"/>
                </a:solidFill>
                <a:latin typeface="Microsoft Sans Serif"/>
                <a:cs typeface="Microsoft Sans Serif"/>
              </a:rPr>
              <a:t>operaciones</a:t>
            </a:r>
            <a:r>
              <a:rPr dirty="0" sz="1150" spc="-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&gt;</a:t>
            </a:r>
            <a:r>
              <a:rPr dirty="0" sz="1150" spc="3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9CA2AF"/>
                </a:solidFill>
                <a:latin typeface="Microsoft Sans Serif"/>
                <a:cs typeface="Microsoft Sans Serif"/>
              </a:rPr>
              <a:t>5M€,</a:t>
            </a:r>
            <a:r>
              <a:rPr dirty="0" sz="1150" spc="5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las</a:t>
            </a:r>
            <a:r>
              <a:rPr dirty="0" sz="1150" spc="-1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9CA2AF"/>
                </a:solidFill>
                <a:latin typeface="Microsoft Sans Serif"/>
                <a:cs typeface="Microsoft Sans Serif"/>
              </a:rPr>
              <a:t>emisiones</a:t>
            </a:r>
            <a:r>
              <a:rPr dirty="0" sz="1150" spc="-1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se</a:t>
            </a:r>
            <a:r>
              <a:rPr dirty="0" sz="1150" spc="-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9CA2AF"/>
                </a:solidFill>
                <a:latin typeface="Microsoft Sans Serif"/>
                <a:cs typeface="Microsoft Sans Serif"/>
              </a:rPr>
              <a:t>canalizan</a:t>
            </a:r>
            <a:r>
              <a:rPr dirty="0" sz="1150" spc="5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9CA2AF"/>
                </a:solidFill>
                <a:latin typeface="Microsoft Sans Serif"/>
                <a:cs typeface="Microsoft Sans Serif"/>
              </a:rPr>
              <a:t>a</a:t>
            </a:r>
            <a:r>
              <a:rPr dirty="0" sz="1150" spc="6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9CA2AF"/>
                </a:solidFill>
                <a:latin typeface="Microsoft Sans Serif"/>
                <a:cs typeface="Microsoft Sans Serif"/>
              </a:rPr>
              <a:t>través</a:t>
            </a:r>
            <a:r>
              <a:rPr dirty="0" sz="1150" spc="-1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5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1150" spc="-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9CA2AF"/>
                </a:solidFill>
                <a:latin typeface="Microsoft Sans Serif"/>
                <a:cs typeface="Microsoft Sans Serif"/>
              </a:rPr>
              <a:t>Token</a:t>
            </a:r>
            <a:r>
              <a:rPr dirty="0" sz="1150" spc="5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9CA2AF"/>
                </a:solidFill>
                <a:latin typeface="Microsoft Sans Serif"/>
                <a:cs typeface="Microsoft Sans Serif"/>
              </a:rPr>
              <a:t>City</a:t>
            </a:r>
            <a:r>
              <a:rPr dirty="0" sz="1150" spc="-6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9CA2AF"/>
                </a:solidFill>
                <a:latin typeface="Microsoft Sans Serif"/>
                <a:cs typeface="Microsoft Sans Serif"/>
              </a:rPr>
              <a:t>European 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Exchange</a:t>
            </a:r>
            <a:r>
              <a:rPr dirty="0" sz="1150" spc="12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9CA2AF"/>
                </a:solidFill>
                <a:latin typeface="Microsoft Sans Serif"/>
                <a:cs typeface="Microsoft Sans Serif"/>
              </a:rPr>
              <a:t>AV</a:t>
            </a:r>
            <a:r>
              <a:rPr dirty="0" sz="1150" spc="2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0">
                <a:solidFill>
                  <a:srgbClr val="9CA2AF"/>
                </a:solidFill>
                <a:latin typeface="Microsoft Sans Serif"/>
                <a:cs typeface="Microsoft Sans Serif"/>
              </a:rPr>
              <a:t>S.A.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60046" y="5520986"/>
            <a:ext cx="6767195" cy="1428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*</a:t>
            </a:r>
            <a:r>
              <a:rPr dirty="0" sz="750" spc="6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Deducible</a:t>
            </a:r>
            <a:r>
              <a:rPr dirty="0" sz="750" spc="7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750" spc="8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los</a:t>
            </a:r>
            <a:r>
              <a:rPr dirty="0" sz="750" spc="6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fees</a:t>
            </a:r>
            <a:r>
              <a:rPr dirty="0" sz="750" spc="7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750" spc="7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vehiculización</a:t>
            </a:r>
            <a:r>
              <a:rPr dirty="0" sz="750" spc="13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50">
                <a:solidFill>
                  <a:srgbClr val="9CA2AF"/>
                </a:solidFill>
                <a:latin typeface="Microsoft Sans Serif"/>
                <a:cs typeface="Microsoft Sans Serif"/>
              </a:rPr>
              <a:t>y</a:t>
            </a:r>
            <a:r>
              <a:rPr dirty="0" sz="750" spc="1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colocación,</a:t>
            </a:r>
            <a:r>
              <a:rPr dirty="0" sz="750" spc="12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incluyendo,</a:t>
            </a:r>
            <a:r>
              <a:rPr dirty="0" sz="750" spc="13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en</a:t>
            </a:r>
            <a:r>
              <a:rPr dirty="0" sz="750" spc="13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su</a:t>
            </a:r>
            <a:r>
              <a:rPr dirty="0" sz="750" spc="1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caso,</a:t>
            </a:r>
            <a:r>
              <a:rPr dirty="0" sz="750" spc="12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el</a:t>
            </a:r>
            <a:r>
              <a:rPr dirty="0" sz="750" spc="18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coste</a:t>
            </a:r>
            <a:r>
              <a:rPr dirty="0" sz="750" spc="8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750" spc="7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3.000€</a:t>
            </a:r>
            <a:r>
              <a:rPr dirty="0" sz="750" spc="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750" spc="8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la</a:t>
            </a:r>
            <a:r>
              <a:rPr dirty="0" sz="750" spc="1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validación</a:t>
            </a:r>
            <a:r>
              <a:rPr dirty="0" sz="750" spc="12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del</a:t>
            </a:r>
            <a:r>
              <a:rPr dirty="0" sz="750" spc="18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55">
                <a:solidFill>
                  <a:srgbClr val="9CA2AF"/>
                </a:solidFill>
                <a:latin typeface="Microsoft Sans Serif"/>
                <a:cs typeface="Microsoft Sans Serif"/>
              </a:rPr>
              <a:t>documento</a:t>
            </a:r>
            <a:r>
              <a:rPr dirty="0" sz="750" spc="7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750" spc="7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emisión</a:t>
            </a:r>
            <a:r>
              <a:rPr dirty="0" sz="750" spc="13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9CA2AF"/>
                </a:solidFill>
                <a:latin typeface="Microsoft Sans Serif"/>
                <a:cs typeface="Microsoft Sans Serif"/>
              </a:rPr>
              <a:t>(&lt;8M€).</a:t>
            </a:r>
            <a:endParaRPr sz="75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173479" y="3375663"/>
            <a:ext cx="8343900" cy="2042160"/>
            <a:chOff x="1173479" y="3375663"/>
            <a:chExt cx="8343900" cy="2042160"/>
          </a:xfrm>
        </p:grpSpPr>
        <p:sp>
          <p:nvSpPr>
            <p:cNvPr id="7" name="object 7"/>
            <p:cNvSpPr/>
            <p:nvPr/>
          </p:nvSpPr>
          <p:spPr>
            <a:xfrm>
              <a:off x="1173479" y="3375663"/>
              <a:ext cx="8343900" cy="2042160"/>
            </a:xfrm>
            <a:custGeom>
              <a:avLst/>
              <a:gdLst/>
              <a:ahLst/>
              <a:cxnLst/>
              <a:rect l="l" t="t" r="r" b="b"/>
              <a:pathLst>
                <a:path w="8343900" h="2042160">
                  <a:moveTo>
                    <a:pt x="8100059" y="2042159"/>
                  </a:moveTo>
                  <a:lnTo>
                    <a:pt x="243839" y="2042159"/>
                  </a:lnTo>
                  <a:lnTo>
                    <a:pt x="231860" y="2041867"/>
                  </a:lnTo>
                  <a:lnTo>
                    <a:pt x="184577" y="2034850"/>
                  </a:lnTo>
                  <a:lnTo>
                    <a:pt x="139571" y="2018743"/>
                  </a:lnTo>
                  <a:lnTo>
                    <a:pt x="98572" y="1994166"/>
                  </a:lnTo>
                  <a:lnTo>
                    <a:pt x="63155" y="1962062"/>
                  </a:lnTo>
                  <a:lnTo>
                    <a:pt x="34682" y="1923666"/>
                  </a:lnTo>
                  <a:lnTo>
                    <a:pt x="14247" y="1880453"/>
                  </a:lnTo>
                  <a:lnTo>
                    <a:pt x="2635" y="1834084"/>
                  </a:lnTo>
                  <a:lnTo>
                    <a:pt x="0" y="1798319"/>
                  </a:lnTo>
                  <a:lnTo>
                    <a:pt x="0" y="243839"/>
                  </a:lnTo>
                  <a:lnTo>
                    <a:pt x="4685" y="196269"/>
                  </a:lnTo>
                  <a:lnTo>
                    <a:pt x="18561" y="150526"/>
                  </a:lnTo>
                  <a:lnTo>
                    <a:pt x="41094" y="108369"/>
                  </a:lnTo>
                  <a:lnTo>
                    <a:pt x="71419" y="71419"/>
                  </a:lnTo>
                  <a:lnTo>
                    <a:pt x="108369" y="41094"/>
                  </a:lnTo>
                  <a:lnTo>
                    <a:pt x="150526" y="18561"/>
                  </a:lnTo>
                  <a:lnTo>
                    <a:pt x="196269" y="4685"/>
                  </a:lnTo>
                  <a:lnTo>
                    <a:pt x="243839" y="0"/>
                  </a:lnTo>
                  <a:lnTo>
                    <a:pt x="8100059" y="0"/>
                  </a:lnTo>
                  <a:lnTo>
                    <a:pt x="8147629" y="4685"/>
                  </a:lnTo>
                  <a:lnTo>
                    <a:pt x="8193372" y="18561"/>
                  </a:lnTo>
                  <a:lnTo>
                    <a:pt x="8235528" y="41094"/>
                  </a:lnTo>
                  <a:lnTo>
                    <a:pt x="8272480" y="71419"/>
                  </a:lnTo>
                  <a:lnTo>
                    <a:pt x="8302805" y="108369"/>
                  </a:lnTo>
                  <a:lnTo>
                    <a:pt x="8325338" y="150526"/>
                  </a:lnTo>
                  <a:lnTo>
                    <a:pt x="8339214" y="196269"/>
                  </a:lnTo>
                  <a:lnTo>
                    <a:pt x="8343899" y="243839"/>
                  </a:lnTo>
                  <a:lnTo>
                    <a:pt x="8343899" y="1798319"/>
                  </a:lnTo>
                  <a:lnTo>
                    <a:pt x="8339214" y="1845890"/>
                  </a:lnTo>
                  <a:lnTo>
                    <a:pt x="8325338" y="1891633"/>
                  </a:lnTo>
                  <a:lnTo>
                    <a:pt x="8302805" y="1933789"/>
                  </a:lnTo>
                  <a:lnTo>
                    <a:pt x="8272480" y="1970740"/>
                  </a:lnTo>
                  <a:lnTo>
                    <a:pt x="8235528" y="2001065"/>
                  </a:lnTo>
                  <a:lnTo>
                    <a:pt x="8193372" y="2023598"/>
                  </a:lnTo>
                  <a:lnTo>
                    <a:pt x="8147629" y="2037474"/>
                  </a:lnTo>
                  <a:lnTo>
                    <a:pt x="8100059" y="204215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173467" y="3375672"/>
              <a:ext cx="8343900" cy="2032000"/>
            </a:xfrm>
            <a:custGeom>
              <a:avLst/>
              <a:gdLst/>
              <a:ahLst/>
              <a:cxnLst/>
              <a:rect l="l" t="t" r="r" b="b"/>
              <a:pathLst>
                <a:path w="8343900" h="2032000">
                  <a:moveTo>
                    <a:pt x="160591" y="2019300"/>
                  </a:moveTo>
                  <a:lnTo>
                    <a:pt x="146304" y="2006600"/>
                  </a:lnTo>
                  <a:lnTo>
                    <a:pt x="139573" y="2006600"/>
                  </a:lnTo>
                  <a:lnTo>
                    <a:pt x="150533" y="2019300"/>
                  </a:lnTo>
                  <a:lnTo>
                    <a:pt x="160591" y="2019300"/>
                  </a:lnTo>
                  <a:close/>
                </a:path>
                <a:path w="8343900" h="2032000">
                  <a:moveTo>
                    <a:pt x="205346" y="0"/>
                  </a:moveTo>
                  <a:lnTo>
                    <a:pt x="173062" y="0"/>
                  </a:lnTo>
                  <a:lnTo>
                    <a:pt x="161709" y="12700"/>
                  </a:lnTo>
                  <a:lnTo>
                    <a:pt x="190169" y="12700"/>
                  </a:lnTo>
                  <a:lnTo>
                    <a:pt x="205346" y="0"/>
                  </a:lnTo>
                  <a:close/>
                </a:path>
                <a:path w="8343900" h="2032000">
                  <a:moveTo>
                    <a:pt x="212991" y="2032000"/>
                  </a:moveTo>
                  <a:lnTo>
                    <a:pt x="205346" y="2019300"/>
                  </a:lnTo>
                  <a:lnTo>
                    <a:pt x="173062" y="2019300"/>
                  </a:lnTo>
                  <a:lnTo>
                    <a:pt x="184581" y="2032000"/>
                  </a:lnTo>
                  <a:lnTo>
                    <a:pt x="212991" y="2032000"/>
                  </a:lnTo>
                  <a:close/>
                </a:path>
                <a:path w="8343900" h="2032000">
                  <a:moveTo>
                    <a:pt x="8170850" y="2019300"/>
                  </a:moveTo>
                  <a:lnTo>
                    <a:pt x="8138566" y="2019300"/>
                  </a:lnTo>
                  <a:lnTo>
                    <a:pt x="8130921" y="2032000"/>
                  </a:lnTo>
                  <a:lnTo>
                    <a:pt x="8159331" y="2032000"/>
                  </a:lnTo>
                  <a:lnTo>
                    <a:pt x="8170850" y="2019300"/>
                  </a:lnTo>
                  <a:close/>
                </a:path>
                <a:path w="8343900" h="2032000">
                  <a:moveTo>
                    <a:pt x="8182203" y="12700"/>
                  </a:moveTo>
                  <a:lnTo>
                    <a:pt x="8170850" y="0"/>
                  </a:lnTo>
                  <a:lnTo>
                    <a:pt x="8138566" y="0"/>
                  </a:lnTo>
                  <a:lnTo>
                    <a:pt x="8153743" y="12700"/>
                  </a:lnTo>
                  <a:lnTo>
                    <a:pt x="8182203" y="12700"/>
                  </a:lnTo>
                  <a:close/>
                </a:path>
                <a:path w="8343900" h="2032000">
                  <a:moveTo>
                    <a:pt x="8204340" y="2006600"/>
                  </a:moveTo>
                  <a:lnTo>
                    <a:pt x="8197609" y="2006600"/>
                  </a:lnTo>
                  <a:lnTo>
                    <a:pt x="8183308" y="2019300"/>
                  </a:lnTo>
                  <a:lnTo>
                    <a:pt x="8193379" y="2019300"/>
                  </a:lnTo>
                  <a:lnTo>
                    <a:pt x="8204340" y="2006600"/>
                  </a:lnTo>
                  <a:close/>
                </a:path>
                <a:path w="8343900" h="2032000">
                  <a:moveTo>
                    <a:pt x="8343900" y="241300"/>
                  </a:moveTo>
                  <a:lnTo>
                    <a:pt x="8341271" y="203200"/>
                  </a:lnTo>
                  <a:lnTo>
                    <a:pt x="8333410" y="165100"/>
                  </a:lnTo>
                  <a:lnTo>
                    <a:pt x="8320494" y="127000"/>
                  </a:lnTo>
                  <a:lnTo>
                    <a:pt x="8315122" y="127000"/>
                  </a:lnTo>
                  <a:lnTo>
                    <a:pt x="8309229" y="114300"/>
                  </a:lnTo>
                  <a:lnTo>
                    <a:pt x="8302815" y="101600"/>
                  </a:lnTo>
                  <a:lnTo>
                    <a:pt x="8295907" y="88900"/>
                  </a:lnTo>
                  <a:lnTo>
                    <a:pt x="8288553" y="88900"/>
                  </a:lnTo>
                  <a:lnTo>
                    <a:pt x="8280755" y="76200"/>
                  </a:lnTo>
                  <a:lnTo>
                    <a:pt x="8272488" y="63500"/>
                  </a:lnTo>
                  <a:lnTo>
                    <a:pt x="8263814" y="50800"/>
                  </a:lnTo>
                  <a:lnTo>
                    <a:pt x="8254759" y="50800"/>
                  </a:lnTo>
                  <a:lnTo>
                    <a:pt x="8245335" y="38100"/>
                  </a:lnTo>
                  <a:lnTo>
                    <a:pt x="8235531" y="38100"/>
                  </a:lnTo>
                  <a:lnTo>
                    <a:pt x="8225409" y="25400"/>
                  </a:lnTo>
                  <a:lnTo>
                    <a:pt x="8215008" y="25400"/>
                  </a:lnTo>
                  <a:lnTo>
                    <a:pt x="8204340" y="12700"/>
                  </a:lnTo>
                  <a:lnTo>
                    <a:pt x="8183308" y="12700"/>
                  </a:lnTo>
                  <a:lnTo>
                    <a:pt x="8197609" y="25400"/>
                  </a:lnTo>
                  <a:lnTo>
                    <a:pt x="8204594" y="25400"/>
                  </a:lnTo>
                  <a:lnTo>
                    <a:pt x="8218246" y="38100"/>
                  </a:lnTo>
                  <a:lnTo>
                    <a:pt x="8224875" y="38100"/>
                  </a:lnTo>
                  <a:lnTo>
                    <a:pt x="8237741" y="50800"/>
                  </a:lnTo>
                  <a:lnTo>
                    <a:pt x="8243938" y="50800"/>
                  </a:lnTo>
                  <a:lnTo>
                    <a:pt x="8255902" y="63500"/>
                  </a:lnTo>
                  <a:lnTo>
                    <a:pt x="8261629" y="63500"/>
                  </a:lnTo>
                  <a:lnTo>
                    <a:pt x="8272564" y="76200"/>
                  </a:lnTo>
                  <a:lnTo>
                    <a:pt x="8277758" y="76200"/>
                  </a:lnTo>
                  <a:lnTo>
                    <a:pt x="8287575" y="88900"/>
                  </a:lnTo>
                  <a:lnTo>
                    <a:pt x="8292173" y="101600"/>
                  </a:lnTo>
                  <a:lnTo>
                    <a:pt x="8300771" y="114300"/>
                  </a:lnTo>
                  <a:lnTo>
                    <a:pt x="8304746" y="114300"/>
                  </a:lnTo>
                  <a:lnTo>
                    <a:pt x="8312036" y="127000"/>
                  </a:lnTo>
                  <a:lnTo>
                    <a:pt x="8315338" y="139700"/>
                  </a:lnTo>
                  <a:lnTo>
                    <a:pt x="8321268" y="152400"/>
                  </a:lnTo>
                  <a:lnTo>
                    <a:pt x="8323872" y="165100"/>
                  </a:lnTo>
                  <a:lnTo>
                    <a:pt x="8328355" y="177800"/>
                  </a:lnTo>
                  <a:lnTo>
                    <a:pt x="8330235" y="177800"/>
                  </a:lnTo>
                  <a:lnTo>
                    <a:pt x="8333257" y="203200"/>
                  </a:lnTo>
                  <a:lnTo>
                    <a:pt x="8334388" y="203200"/>
                  </a:lnTo>
                  <a:lnTo>
                    <a:pt x="8335912" y="215900"/>
                  </a:lnTo>
                  <a:lnTo>
                    <a:pt x="8336280" y="228600"/>
                  </a:lnTo>
                  <a:lnTo>
                    <a:pt x="8336280" y="358140"/>
                  </a:lnTo>
                  <a:lnTo>
                    <a:pt x="8336280" y="365760"/>
                  </a:lnTo>
                  <a:lnTo>
                    <a:pt x="8336280" y="1615440"/>
                  </a:lnTo>
                  <a:lnTo>
                    <a:pt x="5288280" y="1615440"/>
                  </a:lnTo>
                  <a:lnTo>
                    <a:pt x="3985260" y="1615440"/>
                  </a:lnTo>
                  <a:lnTo>
                    <a:pt x="7620" y="1615440"/>
                  </a:lnTo>
                  <a:lnTo>
                    <a:pt x="7620" y="1203960"/>
                  </a:lnTo>
                  <a:lnTo>
                    <a:pt x="3985260" y="1203960"/>
                  </a:lnTo>
                  <a:lnTo>
                    <a:pt x="5288280" y="1203960"/>
                  </a:lnTo>
                  <a:lnTo>
                    <a:pt x="8336280" y="1203960"/>
                  </a:lnTo>
                  <a:lnTo>
                    <a:pt x="8336280" y="1196340"/>
                  </a:lnTo>
                  <a:lnTo>
                    <a:pt x="5288280" y="1196340"/>
                  </a:lnTo>
                  <a:lnTo>
                    <a:pt x="3985260" y="1196340"/>
                  </a:lnTo>
                  <a:lnTo>
                    <a:pt x="7620" y="1196340"/>
                  </a:lnTo>
                  <a:lnTo>
                    <a:pt x="7620" y="784860"/>
                  </a:lnTo>
                  <a:lnTo>
                    <a:pt x="3985260" y="784860"/>
                  </a:lnTo>
                  <a:lnTo>
                    <a:pt x="5288280" y="784860"/>
                  </a:lnTo>
                  <a:lnTo>
                    <a:pt x="8336280" y="784860"/>
                  </a:lnTo>
                  <a:lnTo>
                    <a:pt x="8336280" y="777240"/>
                  </a:lnTo>
                  <a:lnTo>
                    <a:pt x="5288280" y="777240"/>
                  </a:lnTo>
                  <a:lnTo>
                    <a:pt x="3985260" y="777240"/>
                  </a:lnTo>
                  <a:lnTo>
                    <a:pt x="7620" y="777240"/>
                  </a:lnTo>
                  <a:lnTo>
                    <a:pt x="7620" y="365760"/>
                  </a:lnTo>
                  <a:lnTo>
                    <a:pt x="3985260" y="365760"/>
                  </a:lnTo>
                  <a:lnTo>
                    <a:pt x="5288280" y="365760"/>
                  </a:lnTo>
                  <a:lnTo>
                    <a:pt x="8336280" y="365760"/>
                  </a:lnTo>
                  <a:lnTo>
                    <a:pt x="8336280" y="358140"/>
                  </a:lnTo>
                  <a:lnTo>
                    <a:pt x="5288280" y="358140"/>
                  </a:lnTo>
                  <a:lnTo>
                    <a:pt x="3985260" y="358140"/>
                  </a:lnTo>
                  <a:lnTo>
                    <a:pt x="7620" y="358140"/>
                  </a:lnTo>
                  <a:lnTo>
                    <a:pt x="7620" y="228600"/>
                  </a:lnTo>
                  <a:lnTo>
                    <a:pt x="8001" y="215900"/>
                  </a:lnTo>
                  <a:lnTo>
                    <a:pt x="9525" y="203200"/>
                  </a:lnTo>
                  <a:lnTo>
                    <a:pt x="10655" y="203200"/>
                  </a:lnTo>
                  <a:lnTo>
                    <a:pt x="13677" y="177800"/>
                  </a:lnTo>
                  <a:lnTo>
                    <a:pt x="15557" y="177800"/>
                  </a:lnTo>
                  <a:lnTo>
                    <a:pt x="20040" y="165100"/>
                  </a:lnTo>
                  <a:lnTo>
                    <a:pt x="22644" y="152400"/>
                  </a:lnTo>
                  <a:lnTo>
                    <a:pt x="28562" y="139700"/>
                  </a:lnTo>
                  <a:lnTo>
                    <a:pt x="31877" y="127000"/>
                  </a:lnTo>
                  <a:lnTo>
                    <a:pt x="39166" y="114300"/>
                  </a:lnTo>
                  <a:lnTo>
                    <a:pt x="43141" y="114300"/>
                  </a:lnTo>
                  <a:lnTo>
                    <a:pt x="51739" y="101600"/>
                  </a:lnTo>
                  <a:lnTo>
                    <a:pt x="56337" y="88900"/>
                  </a:lnTo>
                  <a:lnTo>
                    <a:pt x="66154" y="76200"/>
                  </a:lnTo>
                  <a:lnTo>
                    <a:pt x="71348" y="76200"/>
                  </a:lnTo>
                  <a:lnTo>
                    <a:pt x="82283" y="63500"/>
                  </a:lnTo>
                  <a:lnTo>
                    <a:pt x="88011" y="63500"/>
                  </a:lnTo>
                  <a:lnTo>
                    <a:pt x="99974" y="50800"/>
                  </a:lnTo>
                  <a:lnTo>
                    <a:pt x="106172" y="50800"/>
                  </a:lnTo>
                  <a:lnTo>
                    <a:pt x="119037" y="38100"/>
                  </a:lnTo>
                  <a:lnTo>
                    <a:pt x="125666" y="38100"/>
                  </a:lnTo>
                  <a:lnTo>
                    <a:pt x="139319" y="25400"/>
                  </a:lnTo>
                  <a:lnTo>
                    <a:pt x="146304" y="25400"/>
                  </a:lnTo>
                  <a:lnTo>
                    <a:pt x="160591" y="12700"/>
                  </a:lnTo>
                  <a:lnTo>
                    <a:pt x="139573" y="12700"/>
                  </a:lnTo>
                  <a:lnTo>
                    <a:pt x="128905" y="25400"/>
                  </a:lnTo>
                  <a:lnTo>
                    <a:pt x="118503" y="25400"/>
                  </a:lnTo>
                  <a:lnTo>
                    <a:pt x="108381" y="38100"/>
                  </a:lnTo>
                  <a:lnTo>
                    <a:pt x="98577" y="38100"/>
                  </a:lnTo>
                  <a:lnTo>
                    <a:pt x="89154" y="50800"/>
                  </a:lnTo>
                  <a:lnTo>
                    <a:pt x="80098" y="50800"/>
                  </a:lnTo>
                  <a:lnTo>
                    <a:pt x="71424" y="63500"/>
                  </a:lnTo>
                  <a:lnTo>
                    <a:pt x="63157" y="76200"/>
                  </a:lnTo>
                  <a:lnTo>
                    <a:pt x="55359" y="88900"/>
                  </a:lnTo>
                  <a:lnTo>
                    <a:pt x="47993" y="88900"/>
                  </a:lnTo>
                  <a:lnTo>
                    <a:pt x="41097" y="101600"/>
                  </a:lnTo>
                  <a:lnTo>
                    <a:pt x="34683" y="114300"/>
                  </a:lnTo>
                  <a:lnTo>
                    <a:pt x="28790" y="127000"/>
                  </a:lnTo>
                  <a:lnTo>
                    <a:pt x="23418" y="127000"/>
                  </a:lnTo>
                  <a:lnTo>
                    <a:pt x="10502" y="165100"/>
                  </a:lnTo>
                  <a:lnTo>
                    <a:pt x="2641" y="203200"/>
                  </a:lnTo>
                  <a:lnTo>
                    <a:pt x="0" y="241300"/>
                  </a:lnTo>
                  <a:lnTo>
                    <a:pt x="0" y="1790700"/>
                  </a:lnTo>
                  <a:lnTo>
                    <a:pt x="2641" y="1828800"/>
                  </a:lnTo>
                  <a:lnTo>
                    <a:pt x="10502" y="1866900"/>
                  </a:lnTo>
                  <a:lnTo>
                    <a:pt x="14249" y="1879600"/>
                  </a:lnTo>
                  <a:lnTo>
                    <a:pt x="18567" y="1879600"/>
                  </a:lnTo>
                  <a:lnTo>
                    <a:pt x="23418" y="1892300"/>
                  </a:lnTo>
                  <a:lnTo>
                    <a:pt x="28790" y="1905000"/>
                  </a:lnTo>
                  <a:lnTo>
                    <a:pt x="34683" y="1917700"/>
                  </a:lnTo>
                  <a:lnTo>
                    <a:pt x="41097" y="1930400"/>
                  </a:lnTo>
                  <a:lnTo>
                    <a:pt x="47993" y="1943100"/>
                  </a:lnTo>
                  <a:lnTo>
                    <a:pt x="55359" y="1943100"/>
                  </a:lnTo>
                  <a:lnTo>
                    <a:pt x="63157" y="1955800"/>
                  </a:lnTo>
                  <a:lnTo>
                    <a:pt x="71424" y="1968500"/>
                  </a:lnTo>
                  <a:lnTo>
                    <a:pt x="80098" y="1968500"/>
                  </a:lnTo>
                  <a:lnTo>
                    <a:pt x="89154" y="1981200"/>
                  </a:lnTo>
                  <a:lnTo>
                    <a:pt x="98577" y="1993900"/>
                  </a:lnTo>
                  <a:lnTo>
                    <a:pt x="108381" y="1993900"/>
                  </a:lnTo>
                  <a:lnTo>
                    <a:pt x="118503" y="2006600"/>
                  </a:lnTo>
                  <a:lnTo>
                    <a:pt x="139319" y="2006600"/>
                  </a:lnTo>
                  <a:lnTo>
                    <a:pt x="125666" y="1993900"/>
                  </a:lnTo>
                  <a:lnTo>
                    <a:pt x="119037" y="1993900"/>
                  </a:lnTo>
                  <a:lnTo>
                    <a:pt x="106172" y="1981200"/>
                  </a:lnTo>
                  <a:lnTo>
                    <a:pt x="99974" y="1981200"/>
                  </a:lnTo>
                  <a:lnTo>
                    <a:pt x="88011" y="1968500"/>
                  </a:lnTo>
                  <a:lnTo>
                    <a:pt x="82283" y="1968500"/>
                  </a:lnTo>
                  <a:lnTo>
                    <a:pt x="71348" y="1955800"/>
                  </a:lnTo>
                  <a:lnTo>
                    <a:pt x="66154" y="1943100"/>
                  </a:lnTo>
                  <a:lnTo>
                    <a:pt x="56337" y="1930400"/>
                  </a:lnTo>
                  <a:lnTo>
                    <a:pt x="51739" y="1930400"/>
                  </a:lnTo>
                  <a:lnTo>
                    <a:pt x="43141" y="1917700"/>
                  </a:lnTo>
                  <a:lnTo>
                    <a:pt x="39166" y="1905000"/>
                  </a:lnTo>
                  <a:lnTo>
                    <a:pt x="31877" y="1892300"/>
                  </a:lnTo>
                  <a:lnTo>
                    <a:pt x="28562" y="1892300"/>
                  </a:lnTo>
                  <a:lnTo>
                    <a:pt x="22644" y="1879600"/>
                  </a:lnTo>
                  <a:lnTo>
                    <a:pt x="20040" y="1866900"/>
                  </a:lnTo>
                  <a:lnTo>
                    <a:pt x="15557" y="1854200"/>
                  </a:lnTo>
                  <a:lnTo>
                    <a:pt x="13677" y="1841500"/>
                  </a:lnTo>
                  <a:lnTo>
                    <a:pt x="10655" y="1828800"/>
                  </a:lnTo>
                  <a:lnTo>
                    <a:pt x="9525" y="1828800"/>
                  </a:lnTo>
                  <a:lnTo>
                    <a:pt x="8001" y="1803400"/>
                  </a:lnTo>
                  <a:lnTo>
                    <a:pt x="7620" y="1803400"/>
                  </a:lnTo>
                  <a:lnTo>
                    <a:pt x="7620" y="1623060"/>
                  </a:lnTo>
                  <a:lnTo>
                    <a:pt x="3985260" y="1623060"/>
                  </a:lnTo>
                  <a:lnTo>
                    <a:pt x="5288280" y="1623060"/>
                  </a:lnTo>
                  <a:lnTo>
                    <a:pt x="8336280" y="1623060"/>
                  </a:lnTo>
                  <a:lnTo>
                    <a:pt x="8336280" y="1803400"/>
                  </a:lnTo>
                  <a:lnTo>
                    <a:pt x="8335912" y="1803400"/>
                  </a:lnTo>
                  <a:lnTo>
                    <a:pt x="8334388" y="1828800"/>
                  </a:lnTo>
                  <a:lnTo>
                    <a:pt x="8333257" y="1828800"/>
                  </a:lnTo>
                  <a:lnTo>
                    <a:pt x="8330235" y="1841500"/>
                  </a:lnTo>
                  <a:lnTo>
                    <a:pt x="8328355" y="1854200"/>
                  </a:lnTo>
                  <a:lnTo>
                    <a:pt x="8323872" y="1866900"/>
                  </a:lnTo>
                  <a:lnTo>
                    <a:pt x="8321268" y="1879600"/>
                  </a:lnTo>
                  <a:lnTo>
                    <a:pt x="8315338" y="1892300"/>
                  </a:lnTo>
                  <a:lnTo>
                    <a:pt x="8312036" y="1892300"/>
                  </a:lnTo>
                  <a:lnTo>
                    <a:pt x="8304746" y="1905000"/>
                  </a:lnTo>
                  <a:lnTo>
                    <a:pt x="8300771" y="1917700"/>
                  </a:lnTo>
                  <a:lnTo>
                    <a:pt x="8292173" y="1930400"/>
                  </a:lnTo>
                  <a:lnTo>
                    <a:pt x="8287575" y="1930400"/>
                  </a:lnTo>
                  <a:lnTo>
                    <a:pt x="8277758" y="1943100"/>
                  </a:lnTo>
                  <a:lnTo>
                    <a:pt x="8272564" y="1955800"/>
                  </a:lnTo>
                  <a:lnTo>
                    <a:pt x="8261629" y="1968500"/>
                  </a:lnTo>
                  <a:lnTo>
                    <a:pt x="8255902" y="1968500"/>
                  </a:lnTo>
                  <a:lnTo>
                    <a:pt x="8243938" y="1981200"/>
                  </a:lnTo>
                  <a:lnTo>
                    <a:pt x="8237728" y="1981200"/>
                  </a:lnTo>
                  <a:lnTo>
                    <a:pt x="8224863" y="1993900"/>
                  </a:lnTo>
                  <a:lnTo>
                    <a:pt x="8218246" y="1993900"/>
                  </a:lnTo>
                  <a:lnTo>
                    <a:pt x="8204594" y="2006600"/>
                  </a:lnTo>
                  <a:lnTo>
                    <a:pt x="8225409" y="2006600"/>
                  </a:lnTo>
                  <a:lnTo>
                    <a:pt x="8235531" y="1993900"/>
                  </a:lnTo>
                  <a:lnTo>
                    <a:pt x="8245335" y="1993900"/>
                  </a:lnTo>
                  <a:lnTo>
                    <a:pt x="8254759" y="1981200"/>
                  </a:lnTo>
                  <a:lnTo>
                    <a:pt x="8263814" y="1968500"/>
                  </a:lnTo>
                  <a:lnTo>
                    <a:pt x="8272488" y="1968500"/>
                  </a:lnTo>
                  <a:lnTo>
                    <a:pt x="8280755" y="1955800"/>
                  </a:lnTo>
                  <a:lnTo>
                    <a:pt x="8288553" y="1943100"/>
                  </a:lnTo>
                  <a:lnTo>
                    <a:pt x="8295907" y="1943100"/>
                  </a:lnTo>
                  <a:lnTo>
                    <a:pt x="8315122" y="1905000"/>
                  </a:lnTo>
                  <a:lnTo>
                    <a:pt x="8325345" y="1879600"/>
                  </a:lnTo>
                  <a:lnTo>
                    <a:pt x="8329663" y="1879600"/>
                  </a:lnTo>
                  <a:lnTo>
                    <a:pt x="8339226" y="1841500"/>
                  </a:lnTo>
                  <a:lnTo>
                    <a:pt x="8343608" y="1803400"/>
                  </a:lnTo>
                  <a:lnTo>
                    <a:pt x="8343900" y="1790700"/>
                  </a:lnTo>
                  <a:lnTo>
                    <a:pt x="8343900" y="24130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475700" y="3478481"/>
            <a:ext cx="2573655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60" b="1">
                <a:solidFill>
                  <a:srgbClr val="9CA2AF"/>
                </a:solidFill>
                <a:latin typeface="Georgia"/>
                <a:cs typeface="Georgia"/>
              </a:rPr>
              <a:t>AGENCIA</a:t>
            </a:r>
            <a:r>
              <a:rPr dirty="0" sz="750" spc="145" b="1">
                <a:solidFill>
                  <a:srgbClr val="9CA2AF"/>
                </a:solidFill>
                <a:latin typeface="Georgia"/>
                <a:cs typeface="Georgia"/>
              </a:rPr>
              <a:t> </a:t>
            </a:r>
            <a:r>
              <a:rPr dirty="0" sz="750" spc="-70" b="1">
                <a:solidFill>
                  <a:srgbClr val="9CA2AF"/>
                </a:solidFill>
                <a:latin typeface="Georgia"/>
                <a:cs typeface="Georgia"/>
              </a:rPr>
              <a:t>DE</a:t>
            </a:r>
            <a:r>
              <a:rPr dirty="0" sz="750" spc="200" b="1">
                <a:solidFill>
                  <a:srgbClr val="9CA2AF"/>
                </a:solidFill>
                <a:latin typeface="Georgia"/>
                <a:cs typeface="Georgia"/>
              </a:rPr>
              <a:t> </a:t>
            </a:r>
            <a:r>
              <a:rPr dirty="0" sz="750" spc="-80" b="1">
                <a:solidFill>
                  <a:srgbClr val="9CA2AF"/>
                </a:solidFill>
                <a:latin typeface="Georgia"/>
                <a:cs typeface="Georgia"/>
              </a:rPr>
              <a:t>VALORES</a:t>
            </a:r>
            <a:r>
              <a:rPr dirty="0" sz="750" spc="185" b="1">
                <a:solidFill>
                  <a:srgbClr val="9CA2AF"/>
                </a:solidFill>
                <a:latin typeface="Georgia"/>
                <a:cs typeface="Georgia"/>
              </a:rPr>
              <a:t> </a:t>
            </a:r>
            <a:r>
              <a:rPr dirty="0" sz="750" spc="-85" b="1">
                <a:solidFill>
                  <a:srgbClr val="9CA2AF"/>
                </a:solidFill>
                <a:latin typeface="Georgia"/>
                <a:cs typeface="Georgia"/>
              </a:rPr>
              <a:t>—</a:t>
            </a:r>
            <a:r>
              <a:rPr dirty="0" sz="750" spc="155" b="1">
                <a:solidFill>
                  <a:srgbClr val="9CA2AF"/>
                </a:solidFill>
                <a:latin typeface="Georgia"/>
                <a:cs typeface="Georgia"/>
              </a:rPr>
              <a:t> </a:t>
            </a:r>
            <a:r>
              <a:rPr dirty="0" sz="750" b="1">
                <a:solidFill>
                  <a:srgbClr val="9CA2AF"/>
                </a:solidFill>
                <a:latin typeface="Georgia"/>
                <a:cs typeface="Georgia"/>
              </a:rPr>
              <a:t>TC</a:t>
            </a:r>
            <a:r>
              <a:rPr dirty="0" sz="750" spc="195" b="1">
                <a:solidFill>
                  <a:srgbClr val="9CA2AF"/>
                </a:solidFill>
                <a:latin typeface="Georgia"/>
                <a:cs typeface="Georgia"/>
              </a:rPr>
              <a:t> </a:t>
            </a:r>
            <a:r>
              <a:rPr dirty="0" sz="750" spc="-114" b="1">
                <a:solidFill>
                  <a:srgbClr val="9CA2AF"/>
                </a:solidFill>
                <a:latin typeface="Georgia"/>
                <a:cs typeface="Georgia"/>
              </a:rPr>
              <a:t>EXCHANGE</a:t>
            </a:r>
            <a:r>
              <a:rPr dirty="0" sz="750" spc="200" b="1">
                <a:solidFill>
                  <a:srgbClr val="9CA2AF"/>
                </a:solidFill>
                <a:latin typeface="Georgia"/>
                <a:cs typeface="Georgia"/>
              </a:rPr>
              <a:t> </a:t>
            </a:r>
            <a:r>
              <a:rPr dirty="0" sz="750" b="1">
                <a:solidFill>
                  <a:srgbClr val="9CA2AF"/>
                </a:solidFill>
                <a:latin typeface="Georgia"/>
                <a:cs typeface="Georgia"/>
              </a:rPr>
              <a:t>(</a:t>
            </a:r>
            <a:r>
              <a:rPr dirty="0" sz="750" spc="-80" b="1">
                <a:solidFill>
                  <a:srgbClr val="9CA2AF"/>
                </a:solidFill>
                <a:latin typeface="Georgia"/>
                <a:cs typeface="Georgia"/>
              </a:rPr>
              <a:t> </a:t>
            </a:r>
            <a:r>
              <a:rPr dirty="0" sz="750" spc="-45" b="1">
                <a:solidFill>
                  <a:srgbClr val="9CA2AF"/>
                </a:solidFill>
                <a:latin typeface="Georgia"/>
                <a:cs typeface="Georgia"/>
              </a:rPr>
              <a:t>PRIMARIO)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41734" y="3478481"/>
            <a:ext cx="255270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20" b="1">
                <a:solidFill>
                  <a:srgbClr val="9CA2AF"/>
                </a:solidFill>
                <a:latin typeface="Georgia"/>
                <a:cs typeface="Georgia"/>
              </a:rPr>
              <a:t>FIJO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12080" y="3478481"/>
            <a:ext cx="493395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70" b="1">
                <a:solidFill>
                  <a:srgbClr val="9CA2AF"/>
                </a:solidFill>
                <a:latin typeface="Georgia"/>
                <a:cs typeface="Georgia"/>
              </a:rPr>
              <a:t>VARIABLE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75700" y="3852971"/>
            <a:ext cx="556895" cy="1689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 spc="-10">
                <a:solidFill>
                  <a:srgbClr val="FFFFFF"/>
                </a:solidFill>
                <a:latin typeface="Microsoft Sans Serif"/>
                <a:cs typeface="Microsoft Sans Serif"/>
              </a:rPr>
              <a:t>Admisión</a:t>
            </a:r>
            <a:endParaRPr sz="95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86464" y="3856700"/>
            <a:ext cx="522605" cy="1644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85" b="1">
                <a:solidFill>
                  <a:srgbClr val="FFFFFF"/>
                </a:solidFill>
                <a:latin typeface="Arial"/>
                <a:cs typeface="Arial"/>
              </a:rPr>
              <a:t>3.000€</a:t>
            </a:r>
            <a:r>
              <a:rPr dirty="0" sz="9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 spc="10" b="1">
                <a:solidFill>
                  <a:srgbClr val="FFFFFF"/>
                </a:solidFill>
                <a:latin typeface="Arial"/>
                <a:cs typeface="Arial"/>
              </a:rPr>
              <a:t>*</a:t>
            </a:r>
            <a:endParaRPr sz="9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75700" y="4272071"/>
            <a:ext cx="1794510" cy="1689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>
                <a:solidFill>
                  <a:srgbClr val="FFFFFF"/>
                </a:solidFill>
                <a:latin typeface="Microsoft Sans Serif"/>
                <a:cs typeface="Microsoft Sans Serif"/>
              </a:rPr>
              <a:t>Smart</a:t>
            </a:r>
            <a:r>
              <a:rPr dirty="0" sz="950" spc="9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FFFFFF"/>
                </a:solidFill>
                <a:latin typeface="Microsoft Sans Serif"/>
                <a:cs typeface="Microsoft Sans Serif"/>
              </a:rPr>
              <a:t>Contract</a:t>
            </a:r>
            <a:r>
              <a:rPr dirty="0" sz="950" spc="9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50">
                <a:solidFill>
                  <a:srgbClr val="FFFFFF"/>
                </a:solidFill>
                <a:latin typeface="Microsoft Sans Serif"/>
                <a:cs typeface="Microsoft Sans Serif"/>
              </a:rPr>
              <a:t>y</a:t>
            </a:r>
            <a:r>
              <a:rPr dirty="0" sz="950" spc="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Microsoft Sans Serif"/>
                <a:cs typeface="Microsoft Sans Serif"/>
              </a:rPr>
              <a:t>vehiculización</a:t>
            </a:r>
            <a:endParaRPr sz="95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62092" y="4272071"/>
            <a:ext cx="1348105" cy="1689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 spc="-90">
                <a:solidFill>
                  <a:srgbClr val="FFFFFF"/>
                </a:solidFill>
                <a:latin typeface="Microsoft Sans Serif"/>
                <a:cs typeface="Microsoft Sans Serif"/>
              </a:rPr>
              <a:t>0,1%</a:t>
            </a:r>
            <a:r>
              <a:rPr dirty="0" sz="950" spc="-4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200">
                <a:solidFill>
                  <a:srgbClr val="FFFFFF"/>
                </a:solidFill>
                <a:latin typeface="Microsoft Sans Serif"/>
                <a:cs typeface="Microsoft Sans Serif"/>
              </a:rPr>
              <a:t>–</a:t>
            </a:r>
            <a:r>
              <a:rPr dirty="0" sz="950" spc="-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45">
                <a:solidFill>
                  <a:srgbClr val="FFFFFF"/>
                </a:solidFill>
                <a:latin typeface="Microsoft Sans Serif"/>
                <a:cs typeface="Microsoft Sans Serif"/>
              </a:rPr>
              <a:t>0,3%</a:t>
            </a:r>
            <a:r>
              <a:rPr dirty="0" sz="950" spc="-4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dirty="0" sz="950" spc="7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Microsoft Sans Serif"/>
                <a:cs typeface="Microsoft Sans Serif"/>
              </a:rPr>
              <a:t>volumen</a:t>
            </a:r>
            <a:endParaRPr sz="95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75700" y="4691171"/>
            <a:ext cx="636270" cy="1689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 spc="-10">
                <a:solidFill>
                  <a:srgbClr val="FFFFFF"/>
                </a:solidFill>
                <a:latin typeface="Microsoft Sans Serif"/>
                <a:cs typeface="Microsoft Sans Serif"/>
              </a:rPr>
              <a:t>Colocación</a:t>
            </a:r>
            <a:endParaRPr sz="95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991038" y="4691171"/>
            <a:ext cx="1219200" cy="1689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 spc="-150">
                <a:solidFill>
                  <a:srgbClr val="FFFFFF"/>
                </a:solidFill>
                <a:latin typeface="Microsoft Sans Serif"/>
                <a:cs typeface="Microsoft Sans Serif"/>
              </a:rPr>
              <a:t>1%</a:t>
            </a:r>
            <a:r>
              <a:rPr dirty="0" sz="950" spc="-4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200">
                <a:solidFill>
                  <a:srgbClr val="FFFFFF"/>
                </a:solidFill>
                <a:latin typeface="Microsoft Sans Serif"/>
                <a:cs typeface="Microsoft Sans Serif"/>
              </a:rPr>
              <a:t>–</a:t>
            </a:r>
            <a:r>
              <a:rPr dirty="0" sz="950" spc="-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10">
                <a:solidFill>
                  <a:srgbClr val="FFFFFF"/>
                </a:solidFill>
                <a:latin typeface="Microsoft Sans Serif"/>
                <a:cs typeface="Microsoft Sans Serif"/>
              </a:rPr>
              <a:t>1,5%</a:t>
            </a:r>
            <a:r>
              <a:rPr dirty="0" sz="950" spc="-4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dirty="0" sz="950" spc="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Microsoft Sans Serif"/>
                <a:cs typeface="Microsoft Sans Serif"/>
              </a:rPr>
              <a:t>volumen</a:t>
            </a:r>
            <a:endParaRPr sz="95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75700" y="5110271"/>
            <a:ext cx="1816100" cy="1689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 spc="10">
                <a:solidFill>
                  <a:srgbClr val="FFFFFF"/>
                </a:solidFill>
                <a:latin typeface="Microsoft Sans Serif"/>
                <a:cs typeface="Microsoft Sans Serif"/>
              </a:rPr>
              <a:t>Gestión</a:t>
            </a:r>
            <a:r>
              <a:rPr dirty="0" sz="950" spc="7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10">
                <a:solidFill>
                  <a:srgbClr val="FFFFFF"/>
                </a:solidFill>
                <a:latin typeface="Microsoft Sans Serif"/>
                <a:cs typeface="Microsoft Sans Serif"/>
              </a:rPr>
              <a:t>automatizada</a:t>
            </a:r>
            <a:r>
              <a:rPr dirty="0" sz="950" spc="8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1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dirty="0" sz="950" spc="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Microsoft Sans Serif"/>
                <a:cs typeface="Microsoft Sans Serif"/>
              </a:rPr>
              <a:t>pagos</a:t>
            </a:r>
            <a:endParaRPr sz="95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355839" y="5110271"/>
            <a:ext cx="1860550" cy="1689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 spc="-40">
                <a:solidFill>
                  <a:srgbClr val="FFFFFF"/>
                </a:solidFill>
                <a:latin typeface="Microsoft Sans Serif"/>
                <a:cs typeface="Microsoft Sans Serif"/>
              </a:rPr>
              <a:t>0,2% </a:t>
            </a:r>
            <a:r>
              <a:rPr dirty="0" sz="950">
                <a:solidFill>
                  <a:srgbClr val="FFFFFF"/>
                </a:solidFill>
                <a:latin typeface="Microsoft Sans Serif"/>
                <a:cs typeface="Microsoft Sans Serif"/>
              </a:rPr>
              <a:t>del</a:t>
            </a:r>
            <a:r>
              <a:rPr dirty="0" sz="950" spc="7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45">
                <a:solidFill>
                  <a:srgbClr val="FFFFFF"/>
                </a:solidFill>
                <a:latin typeface="Microsoft Sans Serif"/>
                <a:cs typeface="Microsoft Sans Serif"/>
              </a:rPr>
              <a:t>importe</a:t>
            </a:r>
            <a:r>
              <a:rPr dirty="0" sz="95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Microsoft Sans Serif"/>
                <a:cs typeface="Microsoft Sans Serif"/>
              </a:rPr>
              <a:t>transaccionado</a:t>
            </a:r>
            <a:endParaRPr sz="9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90306" y="2358337"/>
            <a:ext cx="697230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0" b="1">
                <a:solidFill>
                  <a:srgbClr val="1754B9"/>
                </a:solidFill>
                <a:latin typeface="Georgia"/>
                <a:cs typeface="Georgia"/>
              </a:rPr>
              <a:t>T</a:t>
            </a:r>
            <a:r>
              <a:rPr dirty="0" sz="750" spc="-7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229" b="1">
                <a:solidFill>
                  <a:srgbClr val="1754B9"/>
                </a:solidFill>
                <a:latin typeface="Georgia"/>
                <a:cs typeface="Georgia"/>
              </a:rPr>
              <a:t>O</a:t>
            </a:r>
            <a:r>
              <a:rPr dirty="0" sz="750" spc="-5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95" b="1">
                <a:solidFill>
                  <a:srgbClr val="1754B9"/>
                </a:solidFill>
                <a:latin typeface="Georgia"/>
                <a:cs typeface="Georgia"/>
              </a:rPr>
              <a:t>K</a:t>
            </a:r>
            <a:r>
              <a:rPr dirty="0" sz="750" spc="-8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50" b="1">
                <a:solidFill>
                  <a:srgbClr val="1754B9"/>
                </a:solidFill>
                <a:latin typeface="Georgia"/>
                <a:cs typeface="Georgia"/>
              </a:rPr>
              <a:t>E</a:t>
            </a:r>
            <a:r>
              <a:rPr dirty="0" sz="750" spc="-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0" b="1">
                <a:solidFill>
                  <a:srgbClr val="1754B9"/>
                </a:solidFill>
                <a:latin typeface="Georgia"/>
                <a:cs typeface="Georgia"/>
              </a:rPr>
              <a:t>N</a:t>
            </a:r>
            <a:r>
              <a:rPr dirty="0" sz="750" spc="3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40" b="1">
                <a:solidFill>
                  <a:srgbClr val="1754B9"/>
                </a:solidFill>
                <a:latin typeface="Georgia"/>
                <a:cs typeface="Georgia"/>
              </a:rPr>
              <a:t>C</a:t>
            </a:r>
            <a:r>
              <a:rPr dirty="0" sz="750" spc="-5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b="1">
                <a:solidFill>
                  <a:srgbClr val="1754B9"/>
                </a:solidFill>
                <a:latin typeface="Georgia"/>
                <a:cs typeface="Georgia"/>
              </a:rPr>
              <a:t>I</a:t>
            </a:r>
            <a:r>
              <a:rPr dirty="0" sz="750" spc="-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00" b="1">
                <a:solidFill>
                  <a:srgbClr val="1754B9"/>
                </a:solidFill>
                <a:latin typeface="Georgia"/>
                <a:cs typeface="Georgia"/>
              </a:rPr>
              <a:t>T</a:t>
            </a:r>
            <a:r>
              <a:rPr dirty="0" sz="750" spc="-7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50" b="1">
                <a:solidFill>
                  <a:srgbClr val="1754B9"/>
                </a:solidFill>
                <a:latin typeface="Georgia"/>
                <a:cs typeface="Georgia"/>
              </a:rPr>
              <a:t>Y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742281" y="2291861"/>
            <a:ext cx="7228840" cy="1141730"/>
          </a:xfrm>
          <a:prstGeom prst="rect"/>
        </p:spPr>
        <p:txBody>
          <a:bodyPr wrap="square" lIns="0" tIns="1333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0"/>
              </a:spcBef>
            </a:pPr>
            <a:r>
              <a:rPr dirty="0" spc="-130"/>
              <a:t>Tarifas</a:t>
            </a:r>
            <a:r>
              <a:rPr dirty="0" spc="-275"/>
              <a:t> </a:t>
            </a:r>
            <a:r>
              <a:rPr dirty="0" spc="-120"/>
              <a:t>—</a:t>
            </a:r>
            <a:r>
              <a:rPr dirty="0" spc="-515"/>
              <a:t> </a:t>
            </a:r>
            <a:r>
              <a:rPr dirty="0" spc="-110"/>
              <a:t>Mercados</a:t>
            </a:r>
            <a:r>
              <a:rPr dirty="0" spc="-270"/>
              <a:t> </a:t>
            </a:r>
            <a:r>
              <a:rPr dirty="0" spc="-120"/>
              <a:t>—</a:t>
            </a:r>
            <a:r>
              <a:rPr dirty="0" spc="-515"/>
              <a:t> </a:t>
            </a:r>
            <a:r>
              <a:rPr dirty="0" spc="-70"/>
              <a:t>Secundario</a:t>
            </a:r>
          </a:p>
          <a:p>
            <a:pPr algn="ctr" marL="540385" marR="553720">
              <a:lnSpc>
                <a:spcPct val="121700"/>
              </a:lnSpc>
              <a:spcBef>
                <a:spcPts val="35"/>
              </a:spcBef>
            </a:pPr>
            <a:r>
              <a:rPr dirty="0" sz="1150" spc="10" b="0">
                <a:solidFill>
                  <a:srgbClr val="9CA2AF"/>
                </a:solidFill>
                <a:latin typeface="Microsoft Sans Serif"/>
                <a:cs typeface="Microsoft Sans Serif"/>
              </a:rPr>
              <a:t>El</a:t>
            </a:r>
            <a:r>
              <a:rPr dirty="0" sz="1150" spc="145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5" b="0">
                <a:solidFill>
                  <a:srgbClr val="9CA2AF"/>
                </a:solidFill>
                <a:latin typeface="Microsoft Sans Serif"/>
                <a:cs typeface="Microsoft Sans Serif"/>
              </a:rPr>
              <a:t>mercado</a:t>
            </a:r>
            <a:r>
              <a:rPr dirty="0" sz="1150" spc="20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5" b="0">
                <a:solidFill>
                  <a:srgbClr val="9CA2AF"/>
                </a:solidFill>
                <a:latin typeface="Microsoft Sans Serif"/>
                <a:cs typeface="Microsoft Sans Serif"/>
              </a:rPr>
              <a:t>regulado</a:t>
            </a:r>
            <a:r>
              <a:rPr dirty="0" sz="1150" spc="20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5" b="0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1150" spc="20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 b="0">
                <a:solidFill>
                  <a:srgbClr val="9CA2AF"/>
                </a:solidFill>
                <a:latin typeface="Microsoft Sans Serif"/>
                <a:cs typeface="Microsoft Sans Serif"/>
              </a:rPr>
              <a:t>Token</a:t>
            </a:r>
            <a:r>
              <a:rPr dirty="0" sz="1150" spc="80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 b="0">
                <a:solidFill>
                  <a:srgbClr val="9CA2AF"/>
                </a:solidFill>
                <a:latin typeface="Microsoft Sans Serif"/>
                <a:cs typeface="Microsoft Sans Serif"/>
              </a:rPr>
              <a:t>City</a:t>
            </a:r>
            <a:r>
              <a:rPr dirty="0" sz="1150" spc="-45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 b="0">
                <a:solidFill>
                  <a:srgbClr val="9CA2AF"/>
                </a:solidFill>
                <a:latin typeface="Microsoft Sans Serif"/>
                <a:cs typeface="Microsoft Sans Serif"/>
              </a:rPr>
              <a:t>para</a:t>
            </a:r>
            <a:r>
              <a:rPr dirty="0" sz="1150" spc="90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45" b="0">
                <a:solidFill>
                  <a:srgbClr val="9CA2AF"/>
                </a:solidFill>
                <a:latin typeface="Microsoft Sans Serif"/>
                <a:cs typeface="Microsoft Sans Serif"/>
              </a:rPr>
              <a:t>negociación</a:t>
            </a:r>
            <a:r>
              <a:rPr dirty="0" sz="1150" spc="85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 b="0">
                <a:solidFill>
                  <a:srgbClr val="9CA2AF"/>
                </a:solidFill>
                <a:latin typeface="Microsoft Sans Serif"/>
                <a:cs typeface="Microsoft Sans Serif"/>
              </a:rPr>
              <a:t>secundaria</a:t>
            </a:r>
            <a:r>
              <a:rPr dirty="0" sz="1150" spc="85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5" b="0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1150" spc="20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 b="0">
                <a:solidFill>
                  <a:srgbClr val="9CA2AF"/>
                </a:solidFill>
                <a:latin typeface="Microsoft Sans Serif"/>
                <a:cs typeface="Microsoft Sans Serif"/>
              </a:rPr>
              <a:t>activos</a:t>
            </a:r>
            <a:r>
              <a:rPr dirty="0" sz="1150" spc="15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 b="0">
                <a:solidFill>
                  <a:srgbClr val="9CA2AF"/>
                </a:solidFill>
                <a:latin typeface="Microsoft Sans Serif"/>
                <a:cs typeface="Microsoft Sans Serif"/>
              </a:rPr>
              <a:t>tokenizados </a:t>
            </a:r>
            <a:r>
              <a:rPr dirty="0" sz="1150" b="0">
                <a:solidFill>
                  <a:srgbClr val="9CA2AF"/>
                </a:solidFill>
                <a:latin typeface="Microsoft Sans Serif"/>
                <a:cs typeface="Microsoft Sans Serif"/>
              </a:rPr>
              <a:t>se</a:t>
            </a:r>
            <a:r>
              <a:rPr dirty="0" sz="1150" spc="150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b="0">
                <a:solidFill>
                  <a:srgbClr val="9CA2AF"/>
                </a:solidFill>
                <a:latin typeface="Microsoft Sans Serif"/>
                <a:cs typeface="Microsoft Sans Serif"/>
              </a:rPr>
              <a:t>habilitará,</a:t>
            </a:r>
            <a:r>
              <a:rPr dirty="0" sz="1150" spc="240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b="0">
                <a:solidFill>
                  <a:srgbClr val="9CA2AF"/>
                </a:solidFill>
                <a:latin typeface="Microsoft Sans Serif"/>
                <a:cs typeface="Microsoft Sans Serif"/>
              </a:rPr>
              <a:t>previsiblemente,</a:t>
            </a:r>
            <a:r>
              <a:rPr dirty="0" sz="1150" spc="245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b="0">
                <a:solidFill>
                  <a:srgbClr val="9CA2AF"/>
                </a:solidFill>
                <a:latin typeface="Microsoft Sans Serif"/>
                <a:cs typeface="Microsoft Sans Serif"/>
              </a:rPr>
              <a:t>a</a:t>
            </a:r>
            <a:r>
              <a:rPr dirty="0" sz="1150" spc="250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b="0">
                <a:solidFill>
                  <a:srgbClr val="9CA2AF"/>
                </a:solidFill>
                <a:latin typeface="Microsoft Sans Serif"/>
                <a:cs typeface="Microsoft Sans Serif"/>
              </a:rPr>
              <a:t>finales</a:t>
            </a:r>
            <a:r>
              <a:rPr dirty="0" sz="1150" spc="145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5" b="0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1150" spc="150" b="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 b="0">
                <a:solidFill>
                  <a:srgbClr val="9CA2AF"/>
                </a:solidFill>
                <a:latin typeface="Microsoft Sans Serif"/>
                <a:cs typeface="Microsoft Sans Serif"/>
              </a:rPr>
              <a:t>2026.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73479" y="3703317"/>
            <a:ext cx="8343900" cy="1325880"/>
            <a:chOff x="1173479" y="3703317"/>
            <a:chExt cx="8343900" cy="1325880"/>
          </a:xfrm>
        </p:grpSpPr>
        <p:sp>
          <p:nvSpPr>
            <p:cNvPr id="5" name="object 5"/>
            <p:cNvSpPr/>
            <p:nvPr/>
          </p:nvSpPr>
          <p:spPr>
            <a:xfrm>
              <a:off x="1173479" y="3703317"/>
              <a:ext cx="8343900" cy="1325880"/>
            </a:xfrm>
            <a:custGeom>
              <a:avLst/>
              <a:gdLst/>
              <a:ahLst/>
              <a:cxnLst/>
              <a:rect l="l" t="t" r="r" b="b"/>
              <a:pathLst>
                <a:path w="8343900" h="1325879">
                  <a:moveTo>
                    <a:pt x="8100059" y="1325879"/>
                  </a:moveTo>
                  <a:lnTo>
                    <a:pt x="243839" y="1325879"/>
                  </a:lnTo>
                  <a:lnTo>
                    <a:pt x="231861" y="1325587"/>
                  </a:lnTo>
                  <a:lnTo>
                    <a:pt x="184577" y="1318570"/>
                  </a:lnTo>
                  <a:lnTo>
                    <a:pt x="139571" y="1302463"/>
                  </a:lnTo>
                  <a:lnTo>
                    <a:pt x="98572" y="1277886"/>
                  </a:lnTo>
                  <a:lnTo>
                    <a:pt x="63155" y="1245783"/>
                  </a:lnTo>
                  <a:lnTo>
                    <a:pt x="34682" y="1207387"/>
                  </a:lnTo>
                  <a:lnTo>
                    <a:pt x="14247" y="1164173"/>
                  </a:lnTo>
                  <a:lnTo>
                    <a:pt x="2635" y="1117804"/>
                  </a:lnTo>
                  <a:lnTo>
                    <a:pt x="0" y="1082039"/>
                  </a:lnTo>
                  <a:lnTo>
                    <a:pt x="0" y="243839"/>
                  </a:lnTo>
                  <a:lnTo>
                    <a:pt x="4685" y="196269"/>
                  </a:lnTo>
                  <a:lnTo>
                    <a:pt x="18561" y="150526"/>
                  </a:lnTo>
                  <a:lnTo>
                    <a:pt x="41094" y="108369"/>
                  </a:lnTo>
                  <a:lnTo>
                    <a:pt x="71419" y="71419"/>
                  </a:lnTo>
                  <a:lnTo>
                    <a:pt x="108369" y="41094"/>
                  </a:lnTo>
                  <a:lnTo>
                    <a:pt x="150526" y="18561"/>
                  </a:lnTo>
                  <a:lnTo>
                    <a:pt x="196269" y="4685"/>
                  </a:lnTo>
                  <a:lnTo>
                    <a:pt x="243839" y="0"/>
                  </a:lnTo>
                  <a:lnTo>
                    <a:pt x="8100059" y="0"/>
                  </a:lnTo>
                  <a:lnTo>
                    <a:pt x="8147629" y="4685"/>
                  </a:lnTo>
                  <a:lnTo>
                    <a:pt x="8193372" y="18561"/>
                  </a:lnTo>
                  <a:lnTo>
                    <a:pt x="8235528" y="41094"/>
                  </a:lnTo>
                  <a:lnTo>
                    <a:pt x="8272480" y="71419"/>
                  </a:lnTo>
                  <a:lnTo>
                    <a:pt x="8302805" y="108369"/>
                  </a:lnTo>
                  <a:lnTo>
                    <a:pt x="8325338" y="150526"/>
                  </a:lnTo>
                  <a:lnTo>
                    <a:pt x="8339214" y="196269"/>
                  </a:lnTo>
                  <a:lnTo>
                    <a:pt x="8343899" y="243839"/>
                  </a:lnTo>
                  <a:lnTo>
                    <a:pt x="8343899" y="1082039"/>
                  </a:lnTo>
                  <a:lnTo>
                    <a:pt x="8339214" y="1129610"/>
                  </a:lnTo>
                  <a:lnTo>
                    <a:pt x="8325338" y="1175353"/>
                  </a:lnTo>
                  <a:lnTo>
                    <a:pt x="8302805" y="1217510"/>
                  </a:lnTo>
                  <a:lnTo>
                    <a:pt x="8272480" y="1254460"/>
                  </a:lnTo>
                  <a:lnTo>
                    <a:pt x="8235528" y="1284785"/>
                  </a:lnTo>
                  <a:lnTo>
                    <a:pt x="8193372" y="1307318"/>
                  </a:lnTo>
                  <a:lnTo>
                    <a:pt x="8147629" y="1321194"/>
                  </a:lnTo>
                  <a:lnTo>
                    <a:pt x="8100059" y="132587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173467" y="3703319"/>
              <a:ext cx="8343900" cy="1320800"/>
            </a:xfrm>
            <a:custGeom>
              <a:avLst/>
              <a:gdLst/>
              <a:ahLst/>
              <a:cxnLst/>
              <a:rect l="l" t="t" r="r" b="b"/>
              <a:pathLst>
                <a:path w="8343900" h="1320800">
                  <a:moveTo>
                    <a:pt x="182676" y="1308100"/>
                  </a:moveTo>
                  <a:lnTo>
                    <a:pt x="167868" y="1295400"/>
                  </a:lnTo>
                  <a:lnTo>
                    <a:pt x="150533" y="1295400"/>
                  </a:lnTo>
                  <a:lnTo>
                    <a:pt x="161709" y="1308100"/>
                  </a:lnTo>
                  <a:lnTo>
                    <a:pt x="182676" y="1308100"/>
                  </a:lnTo>
                  <a:close/>
                </a:path>
                <a:path w="8343900" h="1320800">
                  <a:moveTo>
                    <a:pt x="205346" y="0"/>
                  </a:moveTo>
                  <a:lnTo>
                    <a:pt x="173062" y="0"/>
                  </a:lnTo>
                  <a:lnTo>
                    <a:pt x="161709" y="12700"/>
                  </a:lnTo>
                  <a:lnTo>
                    <a:pt x="190169" y="12700"/>
                  </a:lnTo>
                  <a:lnTo>
                    <a:pt x="205346" y="0"/>
                  </a:lnTo>
                  <a:close/>
                </a:path>
                <a:path w="8343900" h="1320800">
                  <a:moveTo>
                    <a:pt x="8159331" y="1308100"/>
                  </a:moveTo>
                  <a:lnTo>
                    <a:pt x="184581" y="1308100"/>
                  </a:lnTo>
                  <a:lnTo>
                    <a:pt x="196278" y="1320800"/>
                  </a:lnTo>
                  <a:lnTo>
                    <a:pt x="8147634" y="1320800"/>
                  </a:lnTo>
                  <a:lnTo>
                    <a:pt x="8159331" y="1308100"/>
                  </a:lnTo>
                  <a:close/>
                </a:path>
                <a:path w="8343900" h="1320800">
                  <a:moveTo>
                    <a:pt x="8182203" y="12700"/>
                  </a:moveTo>
                  <a:lnTo>
                    <a:pt x="8170850" y="0"/>
                  </a:lnTo>
                  <a:lnTo>
                    <a:pt x="8138566" y="0"/>
                  </a:lnTo>
                  <a:lnTo>
                    <a:pt x="8153743" y="12700"/>
                  </a:lnTo>
                  <a:lnTo>
                    <a:pt x="8182203" y="12700"/>
                  </a:lnTo>
                  <a:close/>
                </a:path>
                <a:path w="8343900" h="1320800">
                  <a:moveTo>
                    <a:pt x="8193379" y="1295400"/>
                  </a:moveTo>
                  <a:lnTo>
                    <a:pt x="8176044" y="1295400"/>
                  </a:lnTo>
                  <a:lnTo>
                    <a:pt x="8161236" y="1308100"/>
                  </a:lnTo>
                  <a:lnTo>
                    <a:pt x="8182203" y="1308100"/>
                  </a:lnTo>
                  <a:lnTo>
                    <a:pt x="8193379" y="1295400"/>
                  </a:lnTo>
                  <a:close/>
                </a:path>
                <a:path w="8343900" h="1320800">
                  <a:moveTo>
                    <a:pt x="8343900" y="241300"/>
                  </a:moveTo>
                  <a:lnTo>
                    <a:pt x="8341271" y="203200"/>
                  </a:lnTo>
                  <a:lnTo>
                    <a:pt x="8333410" y="165100"/>
                  </a:lnTo>
                  <a:lnTo>
                    <a:pt x="8320494" y="127000"/>
                  </a:lnTo>
                  <a:lnTo>
                    <a:pt x="8315122" y="127000"/>
                  </a:lnTo>
                  <a:lnTo>
                    <a:pt x="8309229" y="114300"/>
                  </a:lnTo>
                  <a:lnTo>
                    <a:pt x="8302815" y="101600"/>
                  </a:lnTo>
                  <a:lnTo>
                    <a:pt x="8295907" y="88900"/>
                  </a:lnTo>
                  <a:lnTo>
                    <a:pt x="8288553" y="88900"/>
                  </a:lnTo>
                  <a:lnTo>
                    <a:pt x="8280755" y="76200"/>
                  </a:lnTo>
                  <a:lnTo>
                    <a:pt x="8272488" y="63500"/>
                  </a:lnTo>
                  <a:lnTo>
                    <a:pt x="8263814" y="50800"/>
                  </a:lnTo>
                  <a:lnTo>
                    <a:pt x="8254759" y="50800"/>
                  </a:lnTo>
                  <a:lnTo>
                    <a:pt x="8245335" y="38100"/>
                  </a:lnTo>
                  <a:lnTo>
                    <a:pt x="8235531" y="38100"/>
                  </a:lnTo>
                  <a:lnTo>
                    <a:pt x="8225409" y="25400"/>
                  </a:lnTo>
                  <a:lnTo>
                    <a:pt x="8215008" y="25400"/>
                  </a:lnTo>
                  <a:lnTo>
                    <a:pt x="8204340" y="12700"/>
                  </a:lnTo>
                  <a:lnTo>
                    <a:pt x="8183308" y="12700"/>
                  </a:lnTo>
                  <a:lnTo>
                    <a:pt x="8197609" y="25400"/>
                  </a:lnTo>
                  <a:lnTo>
                    <a:pt x="8204594" y="25400"/>
                  </a:lnTo>
                  <a:lnTo>
                    <a:pt x="8218246" y="38100"/>
                  </a:lnTo>
                  <a:lnTo>
                    <a:pt x="8224875" y="38100"/>
                  </a:lnTo>
                  <a:lnTo>
                    <a:pt x="8237741" y="50800"/>
                  </a:lnTo>
                  <a:lnTo>
                    <a:pt x="8243938" y="50800"/>
                  </a:lnTo>
                  <a:lnTo>
                    <a:pt x="8255902" y="63500"/>
                  </a:lnTo>
                  <a:lnTo>
                    <a:pt x="8261629" y="63500"/>
                  </a:lnTo>
                  <a:lnTo>
                    <a:pt x="8272564" y="76200"/>
                  </a:lnTo>
                  <a:lnTo>
                    <a:pt x="8277758" y="76200"/>
                  </a:lnTo>
                  <a:lnTo>
                    <a:pt x="8287575" y="88900"/>
                  </a:lnTo>
                  <a:lnTo>
                    <a:pt x="8292173" y="101600"/>
                  </a:lnTo>
                  <a:lnTo>
                    <a:pt x="8300771" y="114300"/>
                  </a:lnTo>
                  <a:lnTo>
                    <a:pt x="8304746" y="114300"/>
                  </a:lnTo>
                  <a:lnTo>
                    <a:pt x="8312036" y="127000"/>
                  </a:lnTo>
                  <a:lnTo>
                    <a:pt x="8315338" y="139700"/>
                  </a:lnTo>
                  <a:lnTo>
                    <a:pt x="8321268" y="152400"/>
                  </a:lnTo>
                  <a:lnTo>
                    <a:pt x="8323872" y="165100"/>
                  </a:lnTo>
                  <a:lnTo>
                    <a:pt x="8328355" y="177800"/>
                  </a:lnTo>
                  <a:lnTo>
                    <a:pt x="8330235" y="177800"/>
                  </a:lnTo>
                  <a:lnTo>
                    <a:pt x="8333257" y="203200"/>
                  </a:lnTo>
                  <a:lnTo>
                    <a:pt x="8334388" y="203200"/>
                  </a:lnTo>
                  <a:lnTo>
                    <a:pt x="8335912" y="215900"/>
                  </a:lnTo>
                  <a:lnTo>
                    <a:pt x="8336280" y="228600"/>
                  </a:lnTo>
                  <a:lnTo>
                    <a:pt x="8336280" y="358140"/>
                  </a:lnTo>
                  <a:lnTo>
                    <a:pt x="8336280" y="365760"/>
                  </a:lnTo>
                  <a:lnTo>
                    <a:pt x="8336280" y="777240"/>
                  </a:lnTo>
                  <a:lnTo>
                    <a:pt x="5303520" y="777240"/>
                  </a:lnTo>
                  <a:lnTo>
                    <a:pt x="4061460" y="777240"/>
                  </a:lnTo>
                  <a:lnTo>
                    <a:pt x="7620" y="777240"/>
                  </a:lnTo>
                  <a:lnTo>
                    <a:pt x="7620" y="365760"/>
                  </a:lnTo>
                  <a:lnTo>
                    <a:pt x="4061460" y="365760"/>
                  </a:lnTo>
                  <a:lnTo>
                    <a:pt x="5303520" y="365760"/>
                  </a:lnTo>
                  <a:lnTo>
                    <a:pt x="8336280" y="365760"/>
                  </a:lnTo>
                  <a:lnTo>
                    <a:pt x="8336280" y="358140"/>
                  </a:lnTo>
                  <a:lnTo>
                    <a:pt x="5303520" y="358140"/>
                  </a:lnTo>
                  <a:lnTo>
                    <a:pt x="4061460" y="358140"/>
                  </a:lnTo>
                  <a:lnTo>
                    <a:pt x="7620" y="358140"/>
                  </a:lnTo>
                  <a:lnTo>
                    <a:pt x="7620" y="228600"/>
                  </a:lnTo>
                  <a:lnTo>
                    <a:pt x="8001" y="215900"/>
                  </a:lnTo>
                  <a:lnTo>
                    <a:pt x="9525" y="203200"/>
                  </a:lnTo>
                  <a:lnTo>
                    <a:pt x="10655" y="203200"/>
                  </a:lnTo>
                  <a:lnTo>
                    <a:pt x="13677" y="177800"/>
                  </a:lnTo>
                  <a:lnTo>
                    <a:pt x="15557" y="177800"/>
                  </a:lnTo>
                  <a:lnTo>
                    <a:pt x="20040" y="165100"/>
                  </a:lnTo>
                  <a:lnTo>
                    <a:pt x="22644" y="152400"/>
                  </a:lnTo>
                  <a:lnTo>
                    <a:pt x="28562" y="139700"/>
                  </a:lnTo>
                  <a:lnTo>
                    <a:pt x="31877" y="127000"/>
                  </a:lnTo>
                  <a:lnTo>
                    <a:pt x="39166" y="114300"/>
                  </a:lnTo>
                  <a:lnTo>
                    <a:pt x="43141" y="114300"/>
                  </a:lnTo>
                  <a:lnTo>
                    <a:pt x="51739" y="101600"/>
                  </a:lnTo>
                  <a:lnTo>
                    <a:pt x="56337" y="88900"/>
                  </a:lnTo>
                  <a:lnTo>
                    <a:pt x="66154" y="76200"/>
                  </a:lnTo>
                  <a:lnTo>
                    <a:pt x="71348" y="76200"/>
                  </a:lnTo>
                  <a:lnTo>
                    <a:pt x="82283" y="63500"/>
                  </a:lnTo>
                  <a:lnTo>
                    <a:pt x="88011" y="63500"/>
                  </a:lnTo>
                  <a:lnTo>
                    <a:pt x="99974" y="50800"/>
                  </a:lnTo>
                  <a:lnTo>
                    <a:pt x="106172" y="50800"/>
                  </a:lnTo>
                  <a:lnTo>
                    <a:pt x="119037" y="38100"/>
                  </a:lnTo>
                  <a:lnTo>
                    <a:pt x="125666" y="38100"/>
                  </a:lnTo>
                  <a:lnTo>
                    <a:pt x="139319" y="25400"/>
                  </a:lnTo>
                  <a:lnTo>
                    <a:pt x="146304" y="25400"/>
                  </a:lnTo>
                  <a:lnTo>
                    <a:pt x="160591" y="12700"/>
                  </a:lnTo>
                  <a:lnTo>
                    <a:pt x="139573" y="12700"/>
                  </a:lnTo>
                  <a:lnTo>
                    <a:pt x="128905" y="25400"/>
                  </a:lnTo>
                  <a:lnTo>
                    <a:pt x="118503" y="25400"/>
                  </a:lnTo>
                  <a:lnTo>
                    <a:pt x="108381" y="38100"/>
                  </a:lnTo>
                  <a:lnTo>
                    <a:pt x="98577" y="38100"/>
                  </a:lnTo>
                  <a:lnTo>
                    <a:pt x="89154" y="50800"/>
                  </a:lnTo>
                  <a:lnTo>
                    <a:pt x="80098" y="50800"/>
                  </a:lnTo>
                  <a:lnTo>
                    <a:pt x="71424" y="63500"/>
                  </a:lnTo>
                  <a:lnTo>
                    <a:pt x="63157" y="76200"/>
                  </a:lnTo>
                  <a:lnTo>
                    <a:pt x="55359" y="88900"/>
                  </a:lnTo>
                  <a:lnTo>
                    <a:pt x="47993" y="88900"/>
                  </a:lnTo>
                  <a:lnTo>
                    <a:pt x="41097" y="101600"/>
                  </a:lnTo>
                  <a:lnTo>
                    <a:pt x="34683" y="114300"/>
                  </a:lnTo>
                  <a:lnTo>
                    <a:pt x="28790" y="127000"/>
                  </a:lnTo>
                  <a:lnTo>
                    <a:pt x="23418" y="127000"/>
                  </a:lnTo>
                  <a:lnTo>
                    <a:pt x="10502" y="165100"/>
                  </a:lnTo>
                  <a:lnTo>
                    <a:pt x="2641" y="203200"/>
                  </a:lnTo>
                  <a:lnTo>
                    <a:pt x="0" y="241300"/>
                  </a:lnTo>
                  <a:lnTo>
                    <a:pt x="0" y="1079500"/>
                  </a:lnTo>
                  <a:lnTo>
                    <a:pt x="304" y="1092200"/>
                  </a:lnTo>
                  <a:lnTo>
                    <a:pt x="1181" y="1104900"/>
                  </a:lnTo>
                  <a:lnTo>
                    <a:pt x="2641" y="1117600"/>
                  </a:lnTo>
                  <a:lnTo>
                    <a:pt x="4686" y="1117600"/>
                  </a:lnTo>
                  <a:lnTo>
                    <a:pt x="7315" y="1130300"/>
                  </a:lnTo>
                  <a:lnTo>
                    <a:pt x="18567" y="1168400"/>
                  </a:lnTo>
                  <a:lnTo>
                    <a:pt x="34683" y="1206500"/>
                  </a:lnTo>
                  <a:lnTo>
                    <a:pt x="41097" y="1206500"/>
                  </a:lnTo>
                  <a:lnTo>
                    <a:pt x="47993" y="1219200"/>
                  </a:lnTo>
                  <a:lnTo>
                    <a:pt x="55359" y="1231900"/>
                  </a:lnTo>
                  <a:lnTo>
                    <a:pt x="63157" y="1244600"/>
                  </a:lnTo>
                  <a:lnTo>
                    <a:pt x="71424" y="1244600"/>
                  </a:lnTo>
                  <a:lnTo>
                    <a:pt x="80098" y="1257300"/>
                  </a:lnTo>
                  <a:lnTo>
                    <a:pt x="89154" y="1270000"/>
                  </a:lnTo>
                  <a:lnTo>
                    <a:pt x="98577" y="1270000"/>
                  </a:lnTo>
                  <a:lnTo>
                    <a:pt x="108381" y="1282700"/>
                  </a:lnTo>
                  <a:lnTo>
                    <a:pt x="118503" y="1282700"/>
                  </a:lnTo>
                  <a:lnTo>
                    <a:pt x="128905" y="1295400"/>
                  </a:lnTo>
                  <a:lnTo>
                    <a:pt x="146304" y="1295400"/>
                  </a:lnTo>
                  <a:lnTo>
                    <a:pt x="139319" y="1282700"/>
                  </a:lnTo>
                  <a:lnTo>
                    <a:pt x="119037" y="1282700"/>
                  </a:lnTo>
                  <a:lnTo>
                    <a:pt x="106172" y="1270000"/>
                  </a:lnTo>
                  <a:lnTo>
                    <a:pt x="99974" y="1257300"/>
                  </a:lnTo>
                  <a:lnTo>
                    <a:pt x="88011" y="1257300"/>
                  </a:lnTo>
                  <a:lnTo>
                    <a:pt x="82283" y="1244600"/>
                  </a:lnTo>
                  <a:lnTo>
                    <a:pt x="71348" y="1231900"/>
                  </a:lnTo>
                  <a:lnTo>
                    <a:pt x="66154" y="1231900"/>
                  </a:lnTo>
                  <a:lnTo>
                    <a:pt x="56337" y="1219200"/>
                  </a:lnTo>
                  <a:lnTo>
                    <a:pt x="51739" y="1219200"/>
                  </a:lnTo>
                  <a:lnTo>
                    <a:pt x="43141" y="1206500"/>
                  </a:lnTo>
                  <a:lnTo>
                    <a:pt x="39166" y="1193800"/>
                  </a:lnTo>
                  <a:lnTo>
                    <a:pt x="31877" y="1181100"/>
                  </a:lnTo>
                  <a:lnTo>
                    <a:pt x="28562" y="1168400"/>
                  </a:lnTo>
                  <a:lnTo>
                    <a:pt x="22644" y="1155700"/>
                  </a:lnTo>
                  <a:lnTo>
                    <a:pt x="20040" y="1155700"/>
                  </a:lnTo>
                  <a:lnTo>
                    <a:pt x="15557" y="1143000"/>
                  </a:lnTo>
                  <a:lnTo>
                    <a:pt x="13677" y="1130300"/>
                  </a:lnTo>
                  <a:lnTo>
                    <a:pt x="10655" y="1117600"/>
                  </a:lnTo>
                  <a:lnTo>
                    <a:pt x="9525" y="1104900"/>
                  </a:lnTo>
                  <a:lnTo>
                    <a:pt x="8001" y="1092200"/>
                  </a:lnTo>
                  <a:lnTo>
                    <a:pt x="7620" y="1079500"/>
                  </a:lnTo>
                  <a:lnTo>
                    <a:pt x="7620" y="784860"/>
                  </a:lnTo>
                  <a:lnTo>
                    <a:pt x="4061460" y="784860"/>
                  </a:lnTo>
                  <a:lnTo>
                    <a:pt x="5303520" y="784860"/>
                  </a:lnTo>
                  <a:lnTo>
                    <a:pt x="8336280" y="784860"/>
                  </a:lnTo>
                  <a:lnTo>
                    <a:pt x="8336280" y="1079500"/>
                  </a:lnTo>
                  <a:lnTo>
                    <a:pt x="8335912" y="1092200"/>
                  </a:lnTo>
                  <a:lnTo>
                    <a:pt x="8334388" y="1104900"/>
                  </a:lnTo>
                  <a:lnTo>
                    <a:pt x="8333257" y="1117600"/>
                  </a:lnTo>
                  <a:lnTo>
                    <a:pt x="8330235" y="1130300"/>
                  </a:lnTo>
                  <a:lnTo>
                    <a:pt x="8328355" y="1143000"/>
                  </a:lnTo>
                  <a:lnTo>
                    <a:pt x="8323872" y="1155700"/>
                  </a:lnTo>
                  <a:lnTo>
                    <a:pt x="8321268" y="1155700"/>
                  </a:lnTo>
                  <a:lnTo>
                    <a:pt x="8315338" y="1168400"/>
                  </a:lnTo>
                  <a:lnTo>
                    <a:pt x="8312036" y="1181100"/>
                  </a:lnTo>
                  <a:lnTo>
                    <a:pt x="8304746" y="1193800"/>
                  </a:lnTo>
                  <a:lnTo>
                    <a:pt x="8300771" y="1206500"/>
                  </a:lnTo>
                  <a:lnTo>
                    <a:pt x="8292173" y="1219200"/>
                  </a:lnTo>
                  <a:lnTo>
                    <a:pt x="8287575" y="1219200"/>
                  </a:lnTo>
                  <a:lnTo>
                    <a:pt x="8277758" y="1231900"/>
                  </a:lnTo>
                  <a:lnTo>
                    <a:pt x="8272564" y="1231900"/>
                  </a:lnTo>
                  <a:lnTo>
                    <a:pt x="8261629" y="1244600"/>
                  </a:lnTo>
                  <a:lnTo>
                    <a:pt x="8255902" y="1257300"/>
                  </a:lnTo>
                  <a:lnTo>
                    <a:pt x="8243938" y="1257300"/>
                  </a:lnTo>
                  <a:lnTo>
                    <a:pt x="8237728" y="1270000"/>
                  </a:lnTo>
                  <a:lnTo>
                    <a:pt x="8224863" y="1282700"/>
                  </a:lnTo>
                  <a:lnTo>
                    <a:pt x="8204594" y="1282700"/>
                  </a:lnTo>
                  <a:lnTo>
                    <a:pt x="8197609" y="1295400"/>
                  </a:lnTo>
                  <a:lnTo>
                    <a:pt x="8215008" y="1295400"/>
                  </a:lnTo>
                  <a:lnTo>
                    <a:pt x="8225409" y="1282700"/>
                  </a:lnTo>
                  <a:lnTo>
                    <a:pt x="8235531" y="1282700"/>
                  </a:lnTo>
                  <a:lnTo>
                    <a:pt x="8245335" y="1270000"/>
                  </a:lnTo>
                  <a:lnTo>
                    <a:pt x="8254759" y="1270000"/>
                  </a:lnTo>
                  <a:lnTo>
                    <a:pt x="8263814" y="1257300"/>
                  </a:lnTo>
                  <a:lnTo>
                    <a:pt x="8272488" y="1244600"/>
                  </a:lnTo>
                  <a:lnTo>
                    <a:pt x="8280755" y="1244600"/>
                  </a:lnTo>
                  <a:lnTo>
                    <a:pt x="8288553" y="1231900"/>
                  </a:lnTo>
                  <a:lnTo>
                    <a:pt x="8295907" y="1219200"/>
                  </a:lnTo>
                  <a:lnTo>
                    <a:pt x="8302815" y="1206500"/>
                  </a:lnTo>
                  <a:lnTo>
                    <a:pt x="8309229" y="1206500"/>
                  </a:lnTo>
                  <a:lnTo>
                    <a:pt x="8325345" y="1168400"/>
                  </a:lnTo>
                  <a:lnTo>
                    <a:pt x="8336597" y="1130300"/>
                  </a:lnTo>
                  <a:lnTo>
                    <a:pt x="8339226" y="1117600"/>
                  </a:lnTo>
                  <a:lnTo>
                    <a:pt x="8341271" y="1117600"/>
                  </a:lnTo>
                  <a:lnTo>
                    <a:pt x="8342731" y="1104900"/>
                  </a:lnTo>
                  <a:lnTo>
                    <a:pt x="8343608" y="1092200"/>
                  </a:lnTo>
                  <a:lnTo>
                    <a:pt x="8343900" y="1079500"/>
                  </a:lnTo>
                  <a:lnTo>
                    <a:pt x="8343900" y="24130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475700" y="3806135"/>
            <a:ext cx="2693035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60" b="1">
                <a:solidFill>
                  <a:srgbClr val="9CA2AF"/>
                </a:solidFill>
                <a:latin typeface="Georgia"/>
                <a:cs typeface="Georgia"/>
              </a:rPr>
              <a:t>AGENCIA</a:t>
            </a:r>
            <a:r>
              <a:rPr dirty="0" sz="750" spc="145" b="1">
                <a:solidFill>
                  <a:srgbClr val="9CA2AF"/>
                </a:solidFill>
                <a:latin typeface="Georgia"/>
                <a:cs typeface="Georgia"/>
              </a:rPr>
              <a:t> </a:t>
            </a:r>
            <a:r>
              <a:rPr dirty="0" sz="750" spc="-70" b="1">
                <a:solidFill>
                  <a:srgbClr val="9CA2AF"/>
                </a:solidFill>
                <a:latin typeface="Georgia"/>
                <a:cs typeface="Georgia"/>
              </a:rPr>
              <a:t>DE</a:t>
            </a:r>
            <a:r>
              <a:rPr dirty="0" sz="750" spc="200" b="1">
                <a:solidFill>
                  <a:srgbClr val="9CA2AF"/>
                </a:solidFill>
                <a:latin typeface="Georgia"/>
                <a:cs typeface="Georgia"/>
              </a:rPr>
              <a:t> </a:t>
            </a:r>
            <a:r>
              <a:rPr dirty="0" sz="750" spc="-80" b="1">
                <a:solidFill>
                  <a:srgbClr val="9CA2AF"/>
                </a:solidFill>
                <a:latin typeface="Georgia"/>
                <a:cs typeface="Georgia"/>
              </a:rPr>
              <a:t>VALORES</a:t>
            </a:r>
            <a:r>
              <a:rPr dirty="0" sz="750" spc="185" b="1">
                <a:solidFill>
                  <a:srgbClr val="9CA2AF"/>
                </a:solidFill>
                <a:latin typeface="Georgia"/>
                <a:cs typeface="Georgia"/>
              </a:rPr>
              <a:t> </a:t>
            </a:r>
            <a:r>
              <a:rPr dirty="0" sz="750" spc="-85" b="1">
                <a:solidFill>
                  <a:srgbClr val="9CA2AF"/>
                </a:solidFill>
                <a:latin typeface="Georgia"/>
                <a:cs typeface="Georgia"/>
              </a:rPr>
              <a:t>—</a:t>
            </a:r>
            <a:r>
              <a:rPr dirty="0" sz="750" spc="155" b="1">
                <a:solidFill>
                  <a:srgbClr val="9CA2AF"/>
                </a:solidFill>
                <a:latin typeface="Georgia"/>
                <a:cs typeface="Georgia"/>
              </a:rPr>
              <a:t> </a:t>
            </a:r>
            <a:r>
              <a:rPr dirty="0" sz="750" b="1">
                <a:solidFill>
                  <a:srgbClr val="9CA2AF"/>
                </a:solidFill>
                <a:latin typeface="Georgia"/>
                <a:cs typeface="Georgia"/>
              </a:rPr>
              <a:t>TC</a:t>
            </a:r>
            <a:r>
              <a:rPr dirty="0" sz="750" spc="195" b="1">
                <a:solidFill>
                  <a:srgbClr val="9CA2AF"/>
                </a:solidFill>
                <a:latin typeface="Georgia"/>
                <a:cs typeface="Georgia"/>
              </a:rPr>
              <a:t> </a:t>
            </a:r>
            <a:r>
              <a:rPr dirty="0" sz="750" spc="-114" b="1">
                <a:solidFill>
                  <a:srgbClr val="9CA2AF"/>
                </a:solidFill>
                <a:latin typeface="Georgia"/>
                <a:cs typeface="Georgia"/>
              </a:rPr>
              <a:t>EXCHANGE</a:t>
            </a:r>
            <a:r>
              <a:rPr dirty="0" sz="750" spc="200" b="1">
                <a:solidFill>
                  <a:srgbClr val="9CA2AF"/>
                </a:solidFill>
                <a:latin typeface="Georgia"/>
                <a:cs typeface="Georgia"/>
              </a:rPr>
              <a:t> </a:t>
            </a:r>
            <a:r>
              <a:rPr dirty="0" sz="750" b="1">
                <a:solidFill>
                  <a:srgbClr val="9CA2AF"/>
                </a:solidFill>
                <a:latin typeface="Georgia"/>
                <a:cs typeface="Georgia"/>
              </a:rPr>
              <a:t>(</a:t>
            </a:r>
            <a:r>
              <a:rPr dirty="0" sz="750" spc="-80" b="1">
                <a:solidFill>
                  <a:srgbClr val="9CA2AF"/>
                </a:solidFill>
                <a:latin typeface="Georgia"/>
                <a:cs typeface="Georgia"/>
              </a:rPr>
              <a:t> </a:t>
            </a:r>
            <a:r>
              <a:rPr dirty="0" sz="750" spc="-65" b="1">
                <a:solidFill>
                  <a:srgbClr val="9CA2AF"/>
                </a:solidFill>
                <a:latin typeface="Georgia"/>
                <a:cs typeface="Georgia"/>
              </a:rPr>
              <a:t>SECUNDARIO)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55664" y="3806135"/>
            <a:ext cx="255270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20" b="1">
                <a:solidFill>
                  <a:srgbClr val="9CA2AF"/>
                </a:solidFill>
                <a:latin typeface="Georgia"/>
                <a:cs typeface="Georgia"/>
              </a:rPr>
              <a:t>FIJO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12080" y="3806135"/>
            <a:ext cx="493395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70" b="1">
                <a:solidFill>
                  <a:srgbClr val="9CA2AF"/>
                </a:solidFill>
                <a:latin typeface="Georgia"/>
                <a:cs typeface="Georgia"/>
              </a:rPr>
              <a:t>VARIABLE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75700" y="4180626"/>
            <a:ext cx="556895" cy="1689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 spc="-10">
                <a:solidFill>
                  <a:srgbClr val="FFFFFF"/>
                </a:solidFill>
                <a:latin typeface="Microsoft Sans Serif"/>
                <a:cs typeface="Microsoft Sans Serif"/>
              </a:rPr>
              <a:t>Admisión</a:t>
            </a:r>
            <a:endParaRPr sz="95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28493" y="4184354"/>
            <a:ext cx="498475" cy="1644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45" b="1">
                <a:solidFill>
                  <a:srgbClr val="FFFFFF"/>
                </a:solidFill>
                <a:latin typeface="Arial"/>
                <a:cs typeface="Arial"/>
              </a:rPr>
              <a:t>10.000€</a:t>
            </a:r>
            <a:endParaRPr sz="9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75700" y="4580408"/>
            <a:ext cx="1264285" cy="32131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950">
                <a:solidFill>
                  <a:srgbClr val="FFFFFF"/>
                </a:solidFill>
                <a:latin typeface="Microsoft Sans Serif"/>
                <a:cs typeface="Microsoft Sans Serif"/>
              </a:rPr>
              <a:t>Listado</a:t>
            </a:r>
            <a:r>
              <a:rPr dirty="0" sz="950" spc="2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50">
                <a:solidFill>
                  <a:srgbClr val="FFFFFF"/>
                </a:solidFill>
                <a:latin typeface="Microsoft Sans Serif"/>
                <a:cs typeface="Microsoft Sans Serif"/>
              </a:rPr>
              <a:t>y</a:t>
            </a:r>
            <a:r>
              <a:rPr dirty="0" sz="950" spc="-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Microsoft Sans Serif"/>
                <a:cs typeface="Microsoft Sans Serif"/>
              </a:rPr>
              <a:t>registro</a:t>
            </a:r>
            <a:endParaRPr sz="9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(incluye</a:t>
            </a:r>
            <a:r>
              <a:rPr dirty="0" sz="750" spc="3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el</a:t>
            </a:r>
            <a:r>
              <a:rPr dirty="0" sz="750" spc="1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coste</a:t>
            </a:r>
            <a:r>
              <a:rPr dirty="0" sz="750" spc="4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750" spc="4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>
                <a:solidFill>
                  <a:srgbClr val="9CA2AF"/>
                </a:solidFill>
                <a:latin typeface="Microsoft Sans Serif"/>
                <a:cs typeface="Microsoft Sans Serif"/>
              </a:rPr>
              <a:t>la</a:t>
            </a:r>
            <a:r>
              <a:rPr dirty="0" sz="750" spc="10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20">
                <a:solidFill>
                  <a:srgbClr val="9CA2AF"/>
                </a:solidFill>
                <a:latin typeface="Microsoft Sans Serif"/>
                <a:cs typeface="Microsoft Sans Serif"/>
              </a:rPr>
              <a:t>ERIR)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20716" y="4580408"/>
            <a:ext cx="1898014" cy="32131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20470">
              <a:lnSpc>
                <a:spcPct val="100000"/>
              </a:lnSpc>
              <a:spcBef>
                <a:spcPts val="240"/>
              </a:spcBef>
            </a:pPr>
            <a:r>
              <a:rPr dirty="0" sz="950" spc="-90">
                <a:solidFill>
                  <a:srgbClr val="FFFFFF"/>
                </a:solidFill>
                <a:latin typeface="Microsoft Sans Serif"/>
                <a:cs typeface="Microsoft Sans Serif"/>
              </a:rPr>
              <a:t>0,1%</a:t>
            </a:r>
            <a:r>
              <a:rPr dirty="0" sz="950" spc="-5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200">
                <a:solidFill>
                  <a:srgbClr val="FFFFFF"/>
                </a:solidFill>
                <a:latin typeface="Microsoft Sans Serif"/>
                <a:cs typeface="Microsoft Sans Serif"/>
              </a:rPr>
              <a:t>–</a:t>
            </a:r>
            <a:r>
              <a:rPr dirty="0" sz="950" spc="-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950" spc="-20">
                <a:solidFill>
                  <a:srgbClr val="FFFFFF"/>
                </a:solidFill>
                <a:latin typeface="Microsoft Sans Serif"/>
                <a:cs typeface="Microsoft Sans Serif"/>
              </a:rPr>
              <a:t>0,25%</a:t>
            </a:r>
            <a:endParaRPr sz="9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anual</a:t>
            </a:r>
            <a:r>
              <a:rPr dirty="0" sz="750" spc="12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750" spc="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la</a:t>
            </a:r>
            <a:r>
              <a:rPr dirty="0" sz="750" spc="8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capitalización</a:t>
            </a:r>
            <a:r>
              <a:rPr dirty="0" sz="750" spc="8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(mín.</a:t>
            </a:r>
            <a:r>
              <a:rPr dirty="0" sz="750" spc="7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9CA2AF"/>
                </a:solidFill>
                <a:latin typeface="Microsoft Sans Serif"/>
                <a:cs typeface="Microsoft Sans Serif"/>
              </a:rPr>
              <a:t>15k€/año)</a:t>
            </a:r>
            <a:endParaRPr sz="7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90306" y="2068777"/>
            <a:ext cx="697230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0" b="1">
                <a:solidFill>
                  <a:srgbClr val="1754B9"/>
                </a:solidFill>
                <a:latin typeface="Georgia"/>
                <a:cs typeface="Georgia"/>
              </a:rPr>
              <a:t>T</a:t>
            </a:r>
            <a:r>
              <a:rPr dirty="0" sz="750" spc="-7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229" b="1">
                <a:solidFill>
                  <a:srgbClr val="1754B9"/>
                </a:solidFill>
                <a:latin typeface="Georgia"/>
                <a:cs typeface="Georgia"/>
              </a:rPr>
              <a:t>O</a:t>
            </a:r>
            <a:r>
              <a:rPr dirty="0" sz="750" spc="-5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95" b="1">
                <a:solidFill>
                  <a:srgbClr val="1754B9"/>
                </a:solidFill>
                <a:latin typeface="Georgia"/>
                <a:cs typeface="Georgia"/>
              </a:rPr>
              <a:t>K</a:t>
            </a:r>
            <a:r>
              <a:rPr dirty="0" sz="750" spc="-8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50" b="1">
                <a:solidFill>
                  <a:srgbClr val="1754B9"/>
                </a:solidFill>
                <a:latin typeface="Georgia"/>
                <a:cs typeface="Georgia"/>
              </a:rPr>
              <a:t>E</a:t>
            </a:r>
            <a:r>
              <a:rPr dirty="0" sz="750" spc="-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0" b="1">
                <a:solidFill>
                  <a:srgbClr val="1754B9"/>
                </a:solidFill>
                <a:latin typeface="Georgia"/>
                <a:cs typeface="Georgia"/>
              </a:rPr>
              <a:t>N</a:t>
            </a:r>
            <a:r>
              <a:rPr dirty="0" sz="750" spc="3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40" b="1">
                <a:solidFill>
                  <a:srgbClr val="1754B9"/>
                </a:solidFill>
                <a:latin typeface="Georgia"/>
                <a:cs typeface="Georgia"/>
              </a:rPr>
              <a:t>C</a:t>
            </a:r>
            <a:r>
              <a:rPr dirty="0" sz="750" spc="-5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b="1">
                <a:solidFill>
                  <a:srgbClr val="1754B9"/>
                </a:solidFill>
                <a:latin typeface="Georgia"/>
                <a:cs typeface="Georgia"/>
              </a:rPr>
              <a:t>I</a:t>
            </a:r>
            <a:r>
              <a:rPr dirty="0" sz="750" spc="-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00" b="1">
                <a:solidFill>
                  <a:srgbClr val="1754B9"/>
                </a:solidFill>
                <a:latin typeface="Georgia"/>
                <a:cs typeface="Georgia"/>
              </a:rPr>
              <a:t>T</a:t>
            </a:r>
            <a:r>
              <a:rPr dirty="0" sz="750" spc="-7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50" b="1">
                <a:solidFill>
                  <a:srgbClr val="1754B9"/>
                </a:solidFill>
                <a:latin typeface="Georgia"/>
                <a:cs typeface="Georgia"/>
              </a:rPr>
              <a:t>Y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133883" y="2123099"/>
            <a:ext cx="4443730" cy="5899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14"/>
              <a:t>Ejemplos</a:t>
            </a:r>
            <a:r>
              <a:rPr dirty="0" spc="-254"/>
              <a:t> </a:t>
            </a:r>
            <a:r>
              <a:rPr dirty="0"/>
              <a:t>de</a:t>
            </a:r>
            <a:r>
              <a:rPr dirty="0" spc="-260"/>
              <a:t> </a:t>
            </a:r>
            <a:r>
              <a:rPr dirty="0" spc="-50"/>
              <a:t>clientes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892039" y="2766056"/>
            <a:ext cx="906780" cy="228600"/>
            <a:chOff x="4892039" y="2766056"/>
            <a:chExt cx="906780" cy="228600"/>
          </a:xfrm>
        </p:grpSpPr>
        <p:sp>
          <p:nvSpPr>
            <p:cNvPr id="5" name="object 5"/>
            <p:cNvSpPr/>
            <p:nvPr/>
          </p:nvSpPr>
          <p:spPr>
            <a:xfrm>
              <a:off x="4892039" y="2766056"/>
              <a:ext cx="906780" cy="228600"/>
            </a:xfrm>
            <a:custGeom>
              <a:avLst/>
              <a:gdLst/>
              <a:ahLst/>
              <a:cxnLst/>
              <a:rect l="l" t="t" r="r" b="b"/>
              <a:pathLst>
                <a:path w="906779" h="228600">
                  <a:moveTo>
                    <a:pt x="792479" y="228599"/>
                  </a:moveTo>
                  <a:lnTo>
                    <a:pt x="114299" y="228599"/>
                  </a:lnTo>
                  <a:lnTo>
                    <a:pt x="103039" y="228056"/>
                  </a:lnTo>
                  <a:lnTo>
                    <a:pt x="60364" y="215087"/>
                  </a:lnTo>
                  <a:lnTo>
                    <a:pt x="25899" y="186775"/>
                  </a:lnTo>
                  <a:lnTo>
                    <a:pt x="4893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1" y="60364"/>
                  </a:lnTo>
                  <a:lnTo>
                    <a:pt x="41823" y="25900"/>
                  </a:lnTo>
                  <a:lnTo>
                    <a:pt x="81169" y="4894"/>
                  </a:lnTo>
                  <a:lnTo>
                    <a:pt x="114299" y="0"/>
                  </a:lnTo>
                  <a:lnTo>
                    <a:pt x="792479" y="0"/>
                  </a:lnTo>
                  <a:lnTo>
                    <a:pt x="836220" y="8700"/>
                  </a:lnTo>
                  <a:lnTo>
                    <a:pt x="873301" y="33477"/>
                  </a:lnTo>
                  <a:lnTo>
                    <a:pt x="898078" y="70559"/>
                  </a:lnTo>
                  <a:lnTo>
                    <a:pt x="906779" y="114299"/>
                  </a:lnTo>
                  <a:lnTo>
                    <a:pt x="906235" y="125559"/>
                  </a:lnTo>
                  <a:lnTo>
                    <a:pt x="893267" y="168234"/>
                  </a:lnTo>
                  <a:lnTo>
                    <a:pt x="864955" y="202699"/>
                  </a:lnTo>
                  <a:lnTo>
                    <a:pt x="825608" y="223705"/>
                  </a:lnTo>
                  <a:lnTo>
                    <a:pt x="792479" y="2285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892039" y="2766059"/>
              <a:ext cx="906780" cy="228600"/>
            </a:xfrm>
            <a:custGeom>
              <a:avLst/>
              <a:gdLst/>
              <a:ahLst/>
              <a:cxnLst/>
              <a:rect l="l" t="t" r="r" b="b"/>
              <a:pathLst>
                <a:path w="906779" h="228600">
                  <a:moveTo>
                    <a:pt x="792479" y="228599"/>
                  </a:moveTo>
                  <a:lnTo>
                    <a:pt x="114299" y="228599"/>
                  </a:lnTo>
                  <a:lnTo>
                    <a:pt x="103039" y="228056"/>
                  </a:lnTo>
                  <a:lnTo>
                    <a:pt x="60364" y="215087"/>
                  </a:lnTo>
                  <a:lnTo>
                    <a:pt x="25899" y="186775"/>
                  </a:lnTo>
                  <a:lnTo>
                    <a:pt x="4893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1" y="60364"/>
                  </a:lnTo>
                  <a:lnTo>
                    <a:pt x="41823" y="25900"/>
                  </a:lnTo>
                  <a:lnTo>
                    <a:pt x="81169" y="4894"/>
                  </a:lnTo>
                  <a:lnTo>
                    <a:pt x="114299" y="0"/>
                  </a:lnTo>
                  <a:lnTo>
                    <a:pt x="792479" y="0"/>
                  </a:lnTo>
                  <a:lnTo>
                    <a:pt x="803739" y="543"/>
                  </a:lnTo>
                  <a:lnTo>
                    <a:pt x="814782" y="2175"/>
                  </a:lnTo>
                  <a:lnTo>
                    <a:pt x="825609" y="4894"/>
                  </a:lnTo>
                  <a:lnTo>
                    <a:pt x="833208" y="7619"/>
                  </a:lnTo>
                  <a:lnTo>
                    <a:pt x="107295" y="7619"/>
                  </a:lnTo>
                  <a:lnTo>
                    <a:pt x="100357" y="8303"/>
                  </a:lnTo>
                  <a:lnTo>
                    <a:pt x="60855" y="21707"/>
                  </a:lnTo>
                  <a:lnTo>
                    <a:pt x="29490" y="49207"/>
                  </a:lnTo>
                  <a:lnTo>
                    <a:pt x="11036" y="86617"/>
                  </a:lnTo>
                  <a:lnTo>
                    <a:pt x="7619" y="107295"/>
                  </a:lnTo>
                  <a:lnTo>
                    <a:pt x="7619" y="121304"/>
                  </a:lnTo>
                  <a:lnTo>
                    <a:pt x="18421" y="161596"/>
                  </a:lnTo>
                  <a:lnTo>
                    <a:pt x="43818" y="194687"/>
                  </a:lnTo>
                  <a:lnTo>
                    <a:pt x="79946" y="215539"/>
                  </a:lnTo>
                  <a:lnTo>
                    <a:pt x="107295" y="220979"/>
                  </a:lnTo>
                  <a:lnTo>
                    <a:pt x="833207" y="220979"/>
                  </a:lnTo>
                  <a:lnTo>
                    <a:pt x="825608" y="223705"/>
                  </a:lnTo>
                  <a:lnTo>
                    <a:pt x="814781" y="226424"/>
                  </a:lnTo>
                  <a:lnTo>
                    <a:pt x="803738" y="228056"/>
                  </a:lnTo>
                  <a:lnTo>
                    <a:pt x="792479" y="228599"/>
                  </a:lnTo>
                  <a:close/>
                </a:path>
                <a:path w="906779" h="228600">
                  <a:moveTo>
                    <a:pt x="833207" y="220979"/>
                  </a:moveTo>
                  <a:lnTo>
                    <a:pt x="799484" y="220979"/>
                  </a:lnTo>
                  <a:lnTo>
                    <a:pt x="806422" y="220296"/>
                  </a:lnTo>
                  <a:lnTo>
                    <a:pt x="820162" y="217563"/>
                  </a:lnTo>
                  <a:lnTo>
                    <a:pt x="857572" y="199109"/>
                  </a:lnTo>
                  <a:lnTo>
                    <a:pt x="885072" y="167743"/>
                  </a:lnTo>
                  <a:lnTo>
                    <a:pt x="898476" y="128242"/>
                  </a:lnTo>
                  <a:lnTo>
                    <a:pt x="899159" y="121304"/>
                  </a:lnTo>
                  <a:lnTo>
                    <a:pt x="899159" y="107295"/>
                  </a:lnTo>
                  <a:lnTo>
                    <a:pt x="888358" y="67003"/>
                  </a:lnTo>
                  <a:lnTo>
                    <a:pt x="862960" y="33912"/>
                  </a:lnTo>
                  <a:lnTo>
                    <a:pt x="826832" y="13059"/>
                  </a:lnTo>
                  <a:lnTo>
                    <a:pt x="799484" y="7619"/>
                  </a:lnTo>
                  <a:lnTo>
                    <a:pt x="833208" y="7619"/>
                  </a:lnTo>
                  <a:lnTo>
                    <a:pt x="873301" y="33477"/>
                  </a:lnTo>
                  <a:lnTo>
                    <a:pt x="898078" y="70559"/>
                  </a:lnTo>
                  <a:lnTo>
                    <a:pt x="906779" y="114299"/>
                  </a:lnTo>
                  <a:lnTo>
                    <a:pt x="906235" y="125559"/>
                  </a:lnTo>
                  <a:lnTo>
                    <a:pt x="893267" y="168234"/>
                  </a:lnTo>
                  <a:lnTo>
                    <a:pt x="864955" y="202699"/>
                  </a:lnTo>
                  <a:lnTo>
                    <a:pt x="836219" y="219899"/>
                  </a:lnTo>
                  <a:lnTo>
                    <a:pt x="833207" y="220979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4995545" y="2801166"/>
            <a:ext cx="692785" cy="142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50" spc="80">
                <a:solidFill>
                  <a:srgbClr val="9CA2AF"/>
                </a:solidFill>
                <a:latin typeface="Georgia"/>
                <a:cs typeface="Georgia"/>
              </a:rPr>
              <a:t>Inmobiliario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83896" y="3187118"/>
            <a:ext cx="6124575" cy="4673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91435" marR="5080" indent="-2579370">
              <a:lnSpc>
                <a:spcPct val="126099"/>
              </a:lnSpc>
              <a:spcBef>
                <a:spcPts val="95"/>
              </a:spcBef>
            </a:pPr>
            <a:r>
              <a:rPr dirty="0" sz="1150" spc="45">
                <a:solidFill>
                  <a:srgbClr val="9CA2AF"/>
                </a:solidFill>
                <a:latin typeface="Microsoft Sans Serif"/>
                <a:cs typeface="Microsoft Sans Serif"/>
              </a:rPr>
              <a:t>Plataformas</a:t>
            </a:r>
            <a:r>
              <a:rPr dirty="0" sz="1150" spc="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personalizadas,</a:t>
            </a:r>
            <a:r>
              <a:rPr dirty="0" sz="1150" spc="114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servicio</a:t>
            </a:r>
            <a:r>
              <a:rPr dirty="0" sz="1150" spc="4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a</a:t>
            </a:r>
            <a:r>
              <a:rPr dirty="0" sz="1150" spc="12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través</a:t>
            </a:r>
            <a:r>
              <a:rPr dirty="0" sz="1150" spc="4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5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1150" spc="4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API</a:t>
            </a:r>
            <a:r>
              <a:rPr dirty="0" sz="1150" spc="20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80">
                <a:solidFill>
                  <a:srgbClr val="9CA2AF"/>
                </a:solidFill>
                <a:latin typeface="Microsoft Sans Serif"/>
                <a:cs typeface="Microsoft Sans Serif"/>
              </a:rPr>
              <a:t>y</a:t>
            </a:r>
            <a:r>
              <a:rPr dirty="0" sz="1150" spc="-2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servicios</a:t>
            </a:r>
            <a:r>
              <a:rPr dirty="0" sz="1150" spc="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45">
                <a:solidFill>
                  <a:srgbClr val="9CA2AF"/>
                </a:solidFill>
                <a:latin typeface="Microsoft Sans Serif"/>
                <a:cs typeface="Microsoft Sans Serif"/>
              </a:rPr>
              <a:t>regulados</a:t>
            </a:r>
            <a:r>
              <a:rPr dirty="0" sz="1150" spc="4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para</a:t>
            </a:r>
            <a:r>
              <a:rPr dirty="0" sz="1150" spc="12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35">
                <a:solidFill>
                  <a:srgbClr val="9CA2AF"/>
                </a:solidFill>
                <a:latin typeface="Microsoft Sans Serif"/>
                <a:cs typeface="Microsoft Sans Serif"/>
              </a:rPr>
              <a:t>negocios </a:t>
            </a:r>
            <a:r>
              <a:rPr dirty="0" sz="1150" spc="-10">
                <a:solidFill>
                  <a:srgbClr val="9CA2AF"/>
                </a:solidFill>
                <a:latin typeface="Microsoft Sans Serif"/>
                <a:cs typeface="Microsoft Sans Serif"/>
              </a:rPr>
              <a:t>inmobiliarios.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02338" y="5178606"/>
            <a:ext cx="601980" cy="142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50" spc="70">
                <a:solidFill>
                  <a:srgbClr val="9CA2AF"/>
                </a:solidFill>
                <a:latin typeface="Georgia"/>
                <a:cs typeface="Georgia"/>
                <a:hlinkClick r:id="rId2"/>
              </a:rPr>
              <a:t>equalice.</a:t>
            </a:r>
            <a:r>
              <a:rPr dirty="0" sz="750" spc="-20">
                <a:solidFill>
                  <a:srgbClr val="9CA2AF"/>
                </a:solidFill>
                <a:latin typeface="Georgia"/>
                <a:cs typeface="Georgia"/>
                <a:hlinkClick r:id="rId2"/>
              </a:rPr>
              <a:t> </a:t>
            </a:r>
            <a:r>
              <a:rPr dirty="0" sz="750" spc="30">
                <a:solidFill>
                  <a:srgbClr val="9CA2AF"/>
                </a:solidFill>
                <a:latin typeface="Georgia"/>
                <a:cs typeface="Georgia"/>
                <a:hlinkClick r:id="rId2"/>
              </a:rPr>
              <a:t>es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90187" y="5178606"/>
            <a:ext cx="707390" cy="142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50" spc="65">
                <a:solidFill>
                  <a:srgbClr val="9CA2AF"/>
                </a:solidFill>
                <a:latin typeface="Georgia"/>
                <a:cs typeface="Georgia"/>
                <a:hlinkClick r:id="rId3"/>
              </a:rPr>
              <a:t>equito.</a:t>
            </a:r>
            <a:r>
              <a:rPr dirty="0" sz="750" spc="-35">
                <a:solidFill>
                  <a:srgbClr val="9CA2AF"/>
                </a:solidFill>
                <a:latin typeface="Georgia"/>
                <a:cs typeface="Georgia"/>
                <a:hlinkClick r:id="rId3"/>
              </a:rPr>
              <a:t> </a:t>
            </a:r>
            <a:r>
              <a:rPr dirty="0" sz="750" spc="-10">
                <a:solidFill>
                  <a:srgbClr val="9CA2AF"/>
                </a:solidFill>
                <a:latin typeface="Georgia"/>
                <a:cs typeface="Georgia"/>
                <a:hlinkClick r:id="rId3"/>
              </a:rPr>
              <a:t>app/es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25409" y="5178606"/>
            <a:ext cx="919480" cy="142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50" spc="40">
                <a:solidFill>
                  <a:srgbClr val="9CA2AF"/>
                </a:solidFill>
                <a:latin typeface="Georgia"/>
                <a:cs typeface="Georgia"/>
                <a:hlinkClick r:id="rId4"/>
              </a:rPr>
              <a:t>arcahabitatum.</a:t>
            </a:r>
            <a:r>
              <a:rPr dirty="0" sz="750" spc="15">
                <a:solidFill>
                  <a:srgbClr val="9CA2AF"/>
                </a:solidFill>
                <a:latin typeface="Georgia"/>
                <a:cs typeface="Georgia"/>
                <a:hlinkClick r:id="rId4"/>
              </a:rPr>
              <a:t> </a:t>
            </a:r>
            <a:r>
              <a:rPr dirty="0" sz="750" spc="-50">
                <a:solidFill>
                  <a:srgbClr val="9CA2AF"/>
                </a:solidFill>
                <a:latin typeface="Georgia"/>
                <a:cs typeface="Georgia"/>
                <a:hlinkClick r:id="rId4"/>
              </a:rPr>
              <a:t>com</a:t>
            </a:r>
            <a:endParaRPr sz="750">
              <a:latin typeface="Georgia"/>
              <a:cs typeface="Georgi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173479" y="3916676"/>
            <a:ext cx="2659380" cy="1211580"/>
            <a:chOff x="1173479" y="3916676"/>
            <a:chExt cx="2659380" cy="1211580"/>
          </a:xfrm>
        </p:grpSpPr>
        <p:sp>
          <p:nvSpPr>
            <p:cNvPr id="13" name="object 13">
              <a:hlinkClick r:id="rId2"/>
            </p:cNvPr>
            <p:cNvSpPr/>
            <p:nvPr/>
          </p:nvSpPr>
          <p:spPr>
            <a:xfrm>
              <a:off x="1173479" y="3916676"/>
              <a:ext cx="2659380" cy="1211580"/>
            </a:xfrm>
            <a:custGeom>
              <a:avLst/>
              <a:gdLst/>
              <a:ahLst/>
              <a:cxnLst/>
              <a:rect l="l" t="t" r="r" b="b"/>
              <a:pathLst>
                <a:path w="2659379" h="1211579">
                  <a:moveTo>
                    <a:pt x="2537459" y="1211579"/>
                  </a:moveTo>
                  <a:lnTo>
                    <a:pt x="121919" y="1211579"/>
                  </a:lnTo>
                  <a:lnTo>
                    <a:pt x="109909" y="1210999"/>
                  </a:lnTo>
                  <a:lnTo>
                    <a:pt x="64388" y="1197166"/>
                  </a:lnTo>
                  <a:lnTo>
                    <a:pt x="27626" y="1166967"/>
                  </a:lnTo>
                  <a:lnTo>
                    <a:pt x="5220" y="1124998"/>
                  </a:lnTo>
                  <a:lnTo>
                    <a:pt x="0" y="1089659"/>
                  </a:lnTo>
                  <a:lnTo>
                    <a:pt x="0" y="121919"/>
                  </a:lnTo>
                  <a:lnTo>
                    <a:pt x="9280" y="75262"/>
                  </a:lnTo>
                  <a:lnTo>
                    <a:pt x="35709" y="35709"/>
                  </a:lnTo>
                  <a:lnTo>
                    <a:pt x="75263" y="9280"/>
                  </a:lnTo>
                  <a:lnTo>
                    <a:pt x="121919" y="0"/>
                  </a:lnTo>
                  <a:lnTo>
                    <a:pt x="2537459" y="0"/>
                  </a:lnTo>
                  <a:lnTo>
                    <a:pt x="2584116" y="9280"/>
                  </a:lnTo>
                  <a:lnTo>
                    <a:pt x="2623670" y="35709"/>
                  </a:lnTo>
                  <a:lnTo>
                    <a:pt x="2650098" y="75262"/>
                  </a:lnTo>
                  <a:lnTo>
                    <a:pt x="2659379" y="121919"/>
                  </a:lnTo>
                  <a:lnTo>
                    <a:pt x="2659379" y="1089659"/>
                  </a:lnTo>
                  <a:lnTo>
                    <a:pt x="2650098" y="1136316"/>
                  </a:lnTo>
                  <a:lnTo>
                    <a:pt x="2623670" y="1175869"/>
                  </a:lnTo>
                  <a:lnTo>
                    <a:pt x="2584116" y="1202298"/>
                  </a:lnTo>
                  <a:lnTo>
                    <a:pt x="2537459" y="1211579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>
              <a:hlinkClick r:id="rId2"/>
            </p:cNvPr>
            <p:cNvSpPr/>
            <p:nvPr/>
          </p:nvSpPr>
          <p:spPr>
            <a:xfrm>
              <a:off x="1173479" y="3916679"/>
              <a:ext cx="2659380" cy="1211580"/>
            </a:xfrm>
            <a:custGeom>
              <a:avLst/>
              <a:gdLst/>
              <a:ahLst/>
              <a:cxnLst/>
              <a:rect l="l" t="t" r="r" b="b"/>
              <a:pathLst>
                <a:path w="2659379" h="1211579">
                  <a:moveTo>
                    <a:pt x="2537459" y="1211579"/>
                  </a:moveTo>
                  <a:lnTo>
                    <a:pt x="121919" y="1211579"/>
                  </a:lnTo>
                  <a:lnTo>
                    <a:pt x="109909" y="1210999"/>
                  </a:lnTo>
                  <a:lnTo>
                    <a:pt x="64388" y="1197166"/>
                  </a:lnTo>
                  <a:lnTo>
                    <a:pt x="27626" y="1166967"/>
                  </a:lnTo>
                  <a:lnTo>
                    <a:pt x="5220" y="1124998"/>
                  </a:lnTo>
                  <a:lnTo>
                    <a:pt x="0" y="1089659"/>
                  </a:lnTo>
                  <a:lnTo>
                    <a:pt x="0" y="121919"/>
                  </a:lnTo>
                  <a:lnTo>
                    <a:pt x="9280" y="75262"/>
                  </a:lnTo>
                  <a:lnTo>
                    <a:pt x="35709" y="35709"/>
                  </a:lnTo>
                  <a:lnTo>
                    <a:pt x="75263" y="9280"/>
                  </a:lnTo>
                  <a:lnTo>
                    <a:pt x="121919" y="0"/>
                  </a:lnTo>
                  <a:lnTo>
                    <a:pt x="2537459" y="0"/>
                  </a:lnTo>
                  <a:lnTo>
                    <a:pt x="2549470" y="580"/>
                  </a:lnTo>
                  <a:lnTo>
                    <a:pt x="2561249" y="2320"/>
                  </a:lnTo>
                  <a:lnTo>
                    <a:pt x="2572798" y="5220"/>
                  </a:lnTo>
                  <a:lnTo>
                    <a:pt x="2579487" y="7619"/>
                  </a:lnTo>
                  <a:lnTo>
                    <a:pt x="114414" y="7619"/>
                  </a:lnTo>
                  <a:lnTo>
                    <a:pt x="106981" y="8352"/>
                  </a:lnTo>
                  <a:lnTo>
                    <a:pt x="64658" y="22713"/>
                  </a:lnTo>
                  <a:lnTo>
                    <a:pt x="31052" y="52178"/>
                  </a:lnTo>
                  <a:lnTo>
                    <a:pt x="11280" y="92260"/>
                  </a:lnTo>
                  <a:lnTo>
                    <a:pt x="7619" y="114414"/>
                  </a:lnTo>
                  <a:lnTo>
                    <a:pt x="7619" y="1097164"/>
                  </a:lnTo>
                  <a:lnTo>
                    <a:pt x="19192" y="1140334"/>
                  </a:lnTo>
                  <a:lnTo>
                    <a:pt x="46404" y="1175788"/>
                  </a:lnTo>
                  <a:lnTo>
                    <a:pt x="85113" y="1198131"/>
                  </a:lnTo>
                  <a:lnTo>
                    <a:pt x="114414" y="1203959"/>
                  </a:lnTo>
                  <a:lnTo>
                    <a:pt x="2579486" y="1203959"/>
                  </a:lnTo>
                  <a:lnTo>
                    <a:pt x="2572798" y="1206359"/>
                  </a:lnTo>
                  <a:lnTo>
                    <a:pt x="2561249" y="1209259"/>
                  </a:lnTo>
                  <a:lnTo>
                    <a:pt x="2549470" y="1210999"/>
                  </a:lnTo>
                  <a:lnTo>
                    <a:pt x="2537459" y="1211579"/>
                  </a:lnTo>
                  <a:close/>
                </a:path>
                <a:path w="2659379" h="1211579">
                  <a:moveTo>
                    <a:pt x="2579486" y="1203959"/>
                  </a:moveTo>
                  <a:lnTo>
                    <a:pt x="2544964" y="1203959"/>
                  </a:lnTo>
                  <a:lnTo>
                    <a:pt x="2552397" y="1203227"/>
                  </a:lnTo>
                  <a:lnTo>
                    <a:pt x="2567119" y="1200299"/>
                  </a:lnTo>
                  <a:lnTo>
                    <a:pt x="2607201" y="1180527"/>
                  </a:lnTo>
                  <a:lnTo>
                    <a:pt x="2636665" y="1146921"/>
                  </a:lnTo>
                  <a:lnTo>
                    <a:pt x="2651027" y="1104597"/>
                  </a:lnTo>
                  <a:lnTo>
                    <a:pt x="2651759" y="1097164"/>
                  </a:lnTo>
                  <a:lnTo>
                    <a:pt x="2651759" y="114414"/>
                  </a:lnTo>
                  <a:lnTo>
                    <a:pt x="2640186" y="71245"/>
                  </a:lnTo>
                  <a:lnTo>
                    <a:pt x="2612876" y="35709"/>
                  </a:lnTo>
                  <a:lnTo>
                    <a:pt x="2574266" y="13448"/>
                  </a:lnTo>
                  <a:lnTo>
                    <a:pt x="2544964" y="7619"/>
                  </a:lnTo>
                  <a:lnTo>
                    <a:pt x="2579487" y="7619"/>
                  </a:lnTo>
                  <a:lnTo>
                    <a:pt x="2614767" y="27626"/>
                  </a:lnTo>
                  <a:lnTo>
                    <a:pt x="2644966" y="64388"/>
                  </a:lnTo>
                  <a:lnTo>
                    <a:pt x="2658799" y="109909"/>
                  </a:lnTo>
                  <a:lnTo>
                    <a:pt x="2659379" y="1089659"/>
                  </a:lnTo>
                  <a:lnTo>
                    <a:pt x="2658799" y="1101670"/>
                  </a:lnTo>
                  <a:lnTo>
                    <a:pt x="2657059" y="1113449"/>
                  </a:lnTo>
                  <a:lnTo>
                    <a:pt x="2654158" y="1124998"/>
                  </a:lnTo>
                  <a:lnTo>
                    <a:pt x="2650098" y="1136316"/>
                  </a:lnTo>
                  <a:lnTo>
                    <a:pt x="2645093" y="1146921"/>
                  </a:lnTo>
                  <a:lnTo>
                    <a:pt x="2644966" y="1147190"/>
                  </a:lnTo>
                  <a:lnTo>
                    <a:pt x="2614767" y="1183952"/>
                  </a:lnTo>
                  <a:lnTo>
                    <a:pt x="2584116" y="1202298"/>
                  </a:lnTo>
                  <a:lnTo>
                    <a:pt x="2579486" y="1203959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>
              <a:hlinkClick r:id="rId2"/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3999" y="4236719"/>
              <a:ext cx="1965959" cy="573023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4015739" y="3916676"/>
            <a:ext cx="2659380" cy="1211580"/>
            <a:chOff x="4015739" y="3916676"/>
            <a:chExt cx="2659380" cy="1211580"/>
          </a:xfrm>
        </p:grpSpPr>
        <p:sp>
          <p:nvSpPr>
            <p:cNvPr id="17" name="object 17">
              <a:hlinkClick r:id="rId3"/>
            </p:cNvPr>
            <p:cNvSpPr/>
            <p:nvPr/>
          </p:nvSpPr>
          <p:spPr>
            <a:xfrm>
              <a:off x="4015739" y="3916676"/>
              <a:ext cx="2659380" cy="1211580"/>
            </a:xfrm>
            <a:custGeom>
              <a:avLst/>
              <a:gdLst/>
              <a:ahLst/>
              <a:cxnLst/>
              <a:rect l="l" t="t" r="r" b="b"/>
              <a:pathLst>
                <a:path w="2659379" h="1211579">
                  <a:moveTo>
                    <a:pt x="2537459" y="1211579"/>
                  </a:moveTo>
                  <a:lnTo>
                    <a:pt x="121919" y="1211579"/>
                  </a:lnTo>
                  <a:lnTo>
                    <a:pt x="109909" y="1210999"/>
                  </a:lnTo>
                  <a:lnTo>
                    <a:pt x="64388" y="1197166"/>
                  </a:lnTo>
                  <a:lnTo>
                    <a:pt x="27626" y="1166967"/>
                  </a:lnTo>
                  <a:lnTo>
                    <a:pt x="5220" y="1124998"/>
                  </a:lnTo>
                  <a:lnTo>
                    <a:pt x="0" y="1089659"/>
                  </a:lnTo>
                  <a:lnTo>
                    <a:pt x="0" y="121919"/>
                  </a:lnTo>
                  <a:lnTo>
                    <a:pt x="9280" y="75262"/>
                  </a:lnTo>
                  <a:lnTo>
                    <a:pt x="35709" y="35709"/>
                  </a:lnTo>
                  <a:lnTo>
                    <a:pt x="75263" y="9280"/>
                  </a:lnTo>
                  <a:lnTo>
                    <a:pt x="121919" y="0"/>
                  </a:lnTo>
                  <a:lnTo>
                    <a:pt x="2537459" y="0"/>
                  </a:lnTo>
                  <a:lnTo>
                    <a:pt x="2584115" y="9280"/>
                  </a:lnTo>
                  <a:lnTo>
                    <a:pt x="2623670" y="35709"/>
                  </a:lnTo>
                  <a:lnTo>
                    <a:pt x="2650099" y="75262"/>
                  </a:lnTo>
                  <a:lnTo>
                    <a:pt x="2659379" y="121919"/>
                  </a:lnTo>
                  <a:lnTo>
                    <a:pt x="2659379" y="1089659"/>
                  </a:lnTo>
                  <a:lnTo>
                    <a:pt x="2650099" y="1136316"/>
                  </a:lnTo>
                  <a:lnTo>
                    <a:pt x="2623670" y="1175869"/>
                  </a:lnTo>
                  <a:lnTo>
                    <a:pt x="2584115" y="1202298"/>
                  </a:lnTo>
                  <a:lnTo>
                    <a:pt x="2537459" y="1211579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>
              <a:hlinkClick r:id="rId3"/>
            </p:cNvPr>
            <p:cNvSpPr/>
            <p:nvPr/>
          </p:nvSpPr>
          <p:spPr>
            <a:xfrm>
              <a:off x="4015739" y="3916679"/>
              <a:ext cx="2659380" cy="1211580"/>
            </a:xfrm>
            <a:custGeom>
              <a:avLst/>
              <a:gdLst/>
              <a:ahLst/>
              <a:cxnLst/>
              <a:rect l="l" t="t" r="r" b="b"/>
              <a:pathLst>
                <a:path w="2659379" h="1211579">
                  <a:moveTo>
                    <a:pt x="2537459" y="1211579"/>
                  </a:moveTo>
                  <a:lnTo>
                    <a:pt x="121919" y="1211579"/>
                  </a:lnTo>
                  <a:lnTo>
                    <a:pt x="109909" y="1210999"/>
                  </a:lnTo>
                  <a:lnTo>
                    <a:pt x="64388" y="1197166"/>
                  </a:lnTo>
                  <a:lnTo>
                    <a:pt x="27626" y="1166967"/>
                  </a:lnTo>
                  <a:lnTo>
                    <a:pt x="5220" y="1124998"/>
                  </a:lnTo>
                  <a:lnTo>
                    <a:pt x="0" y="1089659"/>
                  </a:lnTo>
                  <a:lnTo>
                    <a:pt x="0" y="121919"/>
                  </a:lnTo>
                  <a:lnTo>
                    <a:pt x="9280" y="75262"/>
                  </a:lnTo>
                  <a:lnTo>
                    <a:pt x="35709" y="35709"/>
                  </a:lnTo>
                  <a:lnTo>
                    <a:pt x="75263" y="9280"/>
                  </a:lnTo>
                  <a:lnTo>
                    <a:pt x="121919" y="0"/>
                  </a:lnTo>
                  <a:lnTo>
                    <a:pt x="2537459" y="0"/>
                  </a:lnTo>
                  <a:lnTo>
                    <a:pt x="2549469" y="580"/>
                  </a:lnTo>
                  <a:lnTo>
                    <a:pt x="2561249" y="2320"/>
                  </a:lnTo>
                  <a:lnTo>
                    <a:pt x="2572797" y="5220"/>
                  </a:lnTo>
                  <a:lnTo>
                    <a:pt x="2579487" y="7619"/>
                  </a:lnTo>
                  <a:lnTo>
                    <a:pt x="114414" y="7619"/>
                  </a:lnTo>
                  <a:lnTo>
                    <a:pt x="106981" y="8352"/>
                  </a:lnTo>
                  <a:lnTo>
                    <a:pt x="64658" y="22713"/>
                  </a:lnTo>
                  <a:lnTo>
                    <a:pt x="31052" y="52178"/>
                  </a:lnTo>
                  <a:lnTo>
                    <a:pt x="11280" y="92260"/>
                  </a:lnTo>
                  <a:lnTo>
                    <a:pt x="7619" y="114414"/>
                  </a:lnTo>
                  <a:lnTo>
                    <a:pt x="7619" y="1097164"/>
                  </a:lnTo>
                  <a:lnTo>
                    <a:pt x="19192" y="1140334"/>
                  </a:lnTo>
                  <a:lnTo>
                    <a:pt x="46404" y="1175788"/>
                  </a:lnTo>
                  <a:lnTo>
                    <a:pt x="85112" y="1198131"/>
                  </a:lnTo>
                  <a:lnTo>
                    <a:pt x="114414" y="1203959"/>
                  </a:lnTo>
                  <a:lnTo>
                    <a:pt x="2579485" y="1203959"/>
                  </a:lnTo>
                  <a:lnTo>
                    <a:pt x="2572797" y="1206359"/>
                  </a:lnTo>
                  <a:lnTo>
                    <a:pt x="2561249" y="1209259"/>
                  </a:lnTo>
                  <a:lnTo>
                    <a:pt x="2549469" y="1210999"/>
                  </a:lnTo>
                  <a:lnTo>
                    <a:pt x="2537459" y="1211579"/>
                  </a:lnTo>
                  <a:close/>
                </a:path>
                <a:path w="2659379" h="1211579">
                  <a:moveTo>
                    <a:pt x="2579485" y="1203959"/>
                  </a:moveTo>
                  <a:lnTo>
                    <a:pt x="2544964" y="1203959"/>
                  </a:lnTo>
                  <a:lnTo>
                    <a:pt x="2552397" y="1203227"/>
                  </a:lnTo>
                  <a:lnTo>
                    <a:pt x="2567119" y="1200299"/>
                  </a:lnTo>
                  <a:lnTo>
                    <a:pt x="2607201" y="1180527"/>
                  </a:lnTo>
                  <a:lnTo>
                    <a:pt x="2636665" y="1146921"/>
                  </a:lnTo>
                  <a:lnTo>
                    <a:pt x="2651027" y="1104597"/>
                  </a:lnTo>
                  <a:lnTo>
                    <a:pt x="2651759" y="1097164"/>
                  </a:lnTo>
                  <a:lnTo>
                    <a:pt x="2651759" y="114414"/>
                  </a:lnTo>
                  <a:lnTo>
                    <a:pt x="2640186" y="71245"/>
                  </a:lnTo>
                  <a:lnTo>
                    <a:pt x="2612875" y="35709"/>
                  </a:lnTo>
                  <a:lnTo>
                    <a:pt x="2574266" y="13448"/>
                  </a:lnTo>
                  <a:lnTo>
                    <a:pt x="2544964" y="7619"/>
                  </a:lnTo>
                  <a:lnTo>
                    <a:pt x="2579487" y="7619"/>
                  </a:lnTo>
                  <a:lnTo>
                    <a:pt x="2614767" y="27626"/>
                  </a:lnTo>
                  <a:lnTo>
                    <a:pt x="2644966" y="64388"/>
                  </a:lnTo>
                  <a:lnTo>
                    <a:pt x="2658799" y="109909"/>
                  </a:lnTo>
                  <a:lnTo>
                    <a:pt x="2659379" y="1089659"/>
                  </a:lnTo>
                  <a:lnTo>
                    <a:pt x="2658799" y="1101670"/>
                  </a:lnTo>
                  <a:lnTo>
                    <a:pt x="2645093" y="1146921"/>
                  </a:lnTo>
                  <a:lnTo>
                    <a:pt x="2614767" y="1183952"/>
                  </a:lnTo>
                  <a:lnTo>
                    <a:pt x="2584115" y="1202298"/>
                  </a:lnTo>
                  <a:lnTo>
                    <a:pt x="2579485" y="1203959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>
              <a:hlinkClick r:id="rId3"/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43399" y="4236719"/>
              <a:ext cx="2005583" cy="573023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6858000" y="3916676"/>
            <a:ext cx="2659380" cy="1211580"/>
            <a:chOff x="6858000" y="3916676"/>
            <a:chExt cx="2659380" cy="1211580"/>
          </a:xfrm>
        </p:grpSpPr>
        <p:sp>
          <p:nvSpPr>
            <p:cNvPr id="21" name="object 21">
              <a:hlinkClick r:id="rId4"/>
            </p:cNvPr>
            <p:cNvSpPr/>
            <p:nvPr/>
          </p:nvSpPr>
          <p:spPr>
            <a:xfrm>
              <a:off x="6858000" y="3916676"/>
              <a:ext cx="2659380" cy="1211580"/>
            </a:xfrm>
            <a:custGeom>
              <a:avLst/>
              <a:gdLst/>
              <a:ahLst/>
              <a:cxnLst/>
              <a:rect l="l" t="t" r="r" b="b"/>
              <a:pathLst>
                <a:path w="2659379" h="1211579">
                  <a:moveTo>
                    <a:pt x="2537459" y="1211579"/>
                  </a:moveTo>
                  <a:lnTo>
                    <a:pt x="121919" y="1211579"/>
                  </a:lnTo>
                  <a:lnTo>
                    <a:pt x="109909" y="1210999"/>
                  </a:lnTo>
                  <a:lnTo>
                    <a:pt x="64388" y="1197166"/>
                  </a:lnTo>
                  <a:lnTo>
                    <a:pt x="27626" y="1166967"/>
                  </a:lnTo>
                  <a:lnTo>
                    <a:pt x="5219" y="1124998"/>
                  </a:lnTo>
                  <a:lnTo>
                    <a:pt x="0" y="1089659"/>
                  </a:lnTo>
                  <a:lnTo>
                    <a:pt x="0" y="121919"/>
                  </a:lnTo>
                  <a:lnTo>
                    <a:pt x="9279" y="75262"/>
                  </a:lnTo>
                  <a:lnTo>
                    <a:pt x="35709" y="35709"/>
                  </a:lnTo>
                  <a:lnTo>
                    <a:pt x="75262" y="9280"/>
                  </a:lnTo>
                  <a:lnTo>
                    <a:pt x="121919" y="0"/>
                  </a:lnTo>
                  <a:lnTo>
                    <a:pt x="2537459" y="0"/>
                  </a:lnTo>
                  <a:lnTo>
                    <a:pt x="2584115" y="9280"/>
                  </a:lnTo>
                  <a:lnTo>
                    <a:pt x="2623670" y="35709"/>
                  </a:lnTo>
                  <a:lnTo>
                    <a:pt x="2650098" y="75262"/>
                  </a:lnTo>
                  <a:lnTo>
                    <a:pt x="2659379" y="121919"/>
                  </a:lnTo>
                  <a:lnTo>
                    <a:pt x="2659379" y="1089659"/>
                  </a:lnTo>
                  <a:lnTo>
                    <a:pt x="2650097" y="1136316"/>
                  </a:lnTo>
                  <a:lnTo>
                    <a:pt x="2623670" y="1175869"/>
                  </a:lnTo>
                  <a:lnTo>
                    <a:pt x="2584115" y="1202298"/>
                  </a:lnTo>
                  <a:lnTo>
                    <a:pt x="2537459" y="1211579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>
              <a:hlinkClick r:id="rId4"/>
            </p:cNvPr>
            <p:cNvSpPr/>
            <p:nvPr/>
          </p:nvSpPr>
          <p:spPr>
            <a:xfrm>
              <a:off x="6858000" y="3916679"/>
              <a:ext cx="2659380" cy="1211580"/>
            </a:xfrm>
            <a:custGeom>
              <a:avLst/>
              <a:gdLst/>
              <a:ahLst/>
              <a:cxnLst/>
              <a:rect l="l" t="t" r="r" b="b"/>
              <a:pathLst>
                <a:path w="2659379" h="1211579">
                  <a:moveTo>
                    <a:pt x="2537459" y="1211579"/>
                  </a:moveTo>
                  <a:lnTo>
                    <a:pt x="121919" y="1211579"/>
                  </a:lnTo>
                  <a:lnTo>
                    <a:pt x="109909" y="1210999"/>
                  </a:lnTo>
                  <a:lnTo>
                    <a:pt x="64388" y="1197166"/>
                  </a:lnTo>
                  <a:lnTo>
                    <a:pt x="27626" y="1166967"/>
                  </a:lnTo>
                  <a:lnTo>
                    <a:pt x="5219" y="1124998"/>
                  </a:lnTo>
                  <a:lnTo>
                    <a:pt x="0" y="1089659"/>
                  </a:lnTo>
                  <a:lnTo>
                    <a:pt x="0" y="121919"/>
                  </a:lnTo>
                  <a:lnTo>
                    <a:pt x="9279" y="75262"/>
                  </a:lnTo>
                  <a:lnTo>
                    <a:pt x="35709" y="35709"/>
                  </a:lnTo>
                  <a:lnTo>
                    <a:pt x="75262" y="9280"/>
                  </a:lnTo>
                  <a:lnTo>
                    <a:pt x="121919" y="0"/>
                  </a:lnTo>
                  <a:lnTo>
                    <a:pt x="2537459" y="0"/>
                  </a:lnTo>
                  <a:lnTo>
                    <a:pt x="2549469" y="580"/>
                  </a:lnTo>
                  <a:lnTo>
                    <a:pt x="2561249" y="2320"/>
                  </a:lnTo>
                  <a:lnTo>
                    <a:pt x="2572797" y="5220"/>
                  </a:lnTo>
                  <a:lnTo>
                    <a:pt x="2579487" y="7619"/>
                  </a:lnTo>
                  <a:lnTo>
                    <a:pt x="114414" y="7619"/>
                  </a:lnTo>
                  <a:lnTo>
                    <a:pt x="106981" y="8352"/>
                  </a:lnTo>
                  <a:lnTo>
                    <a:pt x="64658" y="22713"/>
                  </a:lnTo>
                  <a:lnTo>
                    <a:pt x="31052" y="52178"/>
                  </a:lnTo>
                  <a:lnTo>
                    <a:pt x="11280" y="92260"/>
                  </a:lnTo>
                  <a:lnTo>
                    <a:pt x="7619" y="114414"/>
                  </a:lnTo>
                  <a:lnTo>
                    <a:pt x="7619" y="1097164"/>
                  </a:lnTo>
                  <a:lnTo>
                    <a:pt x="19192" y="1140334"/>
                  </a:lnTo>
                  <a:lnTo>
                    <a:pt x="46404" y="1175788"/>
                  </a:lnTo>
                  <a:lnTo>
                    <a:pt x="85112" y="1198131"/>
                  </a:lnTo>
                  <a:lnTo>
                    <a:pt x="114414" y="1203959"/>
                  </a:lnTo>
                  <a:lnTo>
                    <a:pt x="2579486" y="1203959"/>
                  </a:lnTo>
                  <a:lnTo>
                    <a:pt x="2572797" y="1206359"/>
                  </a:lnTo>
                  <a:lnTo>
                    <a:pt x="2561249" y="1209259"/>
                  </a:lnTo>
                  <a:lnTo>
                    <a:pt x="2549469" y="1210999"/>
                  </a:lnTo>
                  <a:lnTo>
                    <a:pt x="2537459" y="1211579"/>
                  </a:lnTo>
                  <a:close/>
                </a:path>
                <a:path w="2659379" h="1211579">
                  <a:moveTo>
                    <a:pt x="2579486" y="1203959"/>
                  </a:moveTo>
                  <a:lnTo>
                    <a:pt x="2544964" y="1203959"/>
                  </a:lnTo>
                  <a:lnTo>
                    <a:pt x="2552397" y="1203227"/>
                  </a:lnTo>
                  <a:lnTo>
                    <a:pt x="2567119" y="1200299"/>
                  </a:lnTo>
                  <a:lnTo>
                    <a:pt x="2607201" y="1180527"/>
                  </a:lnTo>
                  <a:lnTo>
                    <a:pt x="2636665" y="1146921"/>
                  </a:lnTo>
                  <a:lnTo>
                    <a:pt x="2651027" y="1104597"/>
                  </a:lnTo>
                  <a:lnTo>
                    <a:pt x="2651759" y="1097164"/>
                  </a:lnTo>
                  <a:lnTo>
                    <a:pt x="2651759" y="114414"/>
                  </a:lnTo>
                  <a:lnTo>
                    <a:pt x="2640186" y="71245"/>
                  </a:lnTo>
                  <a:lnTo>
                    <a:pt x="2612875" y="35709"/>
                  </a:lnTo>
                  <a:lnTo>
                    <a:pt x="2574266" y="13448"/>
                  </a:lnTo>
                  <a:lnTo>
                    <a:pt x="2544964" y="7619"/>
                  </a:lnTo>
                  <a:lnTo>
                    <a:pt x="2579487" y="7619"/>
                  </a:lnTo>
                  <a:lnTo>
                    <a:pt x="2614767" y="27626"/>
                  </a:lnTo>
                  <a:lnTo>
                    <a:pt x="2644966" y="64388"/>
                  </a:lnTo>
                  <a:lnTo>
                    <a:pt x="2658799" y="109909"/>
                  </a:lnTo>
                  <a:lnTo>
                    <a:pt x="2659379" y="1089659"/>
                  </a:lnTo>
                  <a:lnTo>
                    <a:pt x="2658799" y="1101670"/>
                  </a:lnTo>
                  <a:lnTo>
                    <a:pt x="2645092" y="1146921"/>
                  </a:lnTo>
                  <a:lnTo>
                    <a:pt x="2614767" y="1183952"/>
                  </a:lnTo>
                  <a:lnTo>
                    <a:pt x="2584115" y="1202298"/>
                  </a:lnTo>
                  <a:lnTo>
                    <a:pt x="2579486" y="1203959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>
              <a:hlinkClick r:id="rId4"/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84136" y="4236719"/>
              <a:ext cx="2005583" cy="5730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90306" y="2480257"/>
            <a:ext cx="697230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0" b="1">
                <a:solidFill>
                  <a:srgbClr val="1754B9"/>
                </a:solidFill>
                <a:latin typeface="Georgia"/>
                <a:cs typeface="Georgia"/>
              </a:rPr>
              <a:t>T</a:t>
            </a:r>
            <a:r>
              <a:rPr dirty="0" sz="750" spc="-7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229" b="1">
                <a:solidFill>
                  <a:srgbClr val="1754B9"/>
                </a:solidFill>
                <a:latin typeface="Georgia"/>
                <a:cs typeface="Georgia"/>
              </a:rPr>
              <a:t>O</a:t>
            </a:r>
            <a:r>
              <a:rPr dirty="0" sz="750" spc="-5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95" b="1">
                <a:solidFill>
                  <a:srgbClr val="1754B9"/>
                </a:solidFill>
                <a:latin typeface="Georgia"/>
                <a:cs typeface="Georgia"/>
              </a:rPr>
              <a:t>K</a:t>
            </a:r>
            <a:r>
              <a:rPr dirty="0" sz="750" spc="-8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50" b="1">
                <a:solidFill>
                  <a:srgbClr val="1754B9"/>
                </a:solidFill>
                <a:latin typeface="Georgia"/>
                <a:cs typeface="Georgia"/>
              </a:rPr>
              <a:t>E</a:t>
            </a:r>
            <a:r>
              <a:rPr dirty="0" sz="750" spc="-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0" b="1">
                <a:solidFill>
                  <a:srgbClr val="1754B9"/>
                </a:solidFill>
                <a:latin typeface="Georgia"/>
                <a:cs typeface="Georgia"/>
              </a:rPr>
              <a:t>N</a:t>
            </a:r>
            <a:r>
              <a:rPr dirty="0" sz="750" spc="3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40" b="1">
                <a:solidFill>
                  <a:srgbClr val="1754B9"/>
                </a:solidFill>
                <a:latin typeface="Georgia"/>
                <a:cs typeface="Georgia"/>
              </a:rPr>
              <a:t>C</a:t>
            </a:r>
            <a:r>
              <a:rPr dirty="0" sz="750" spc="-5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b="1">
                <a:solidFill>
                  <a:srgbClr val="1754B9"/>
                </a:solidFill>
                <a:latin typeface="Georgia"/>
                <a:cs typeface="Georgia"/>
              </a:rPr>
              <a:t>I</a:t>
            </a:r>
            <a:r>
              <a:rPr dirty="0" sz="750" spc="-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00" b="1">
                <a:solidFill>
                  <a:srgbClr val="1754B9"/>
                </a:solidFill>
                <a:latin typeface="Georgia"/>
                <a:cs typeface="Georgia"/>
              </a:rPr>
              <a:t>T</a:t>
            </a:r>
            <a:r>
              <a:rPr dirty="0" sz="750" spc="-7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50" b="1">
                <a:solidFill>
                  <a:srgbClr val="1754B9"/>
                </a:solidFill>
                <a:latin typeface="Georgia"/>
                <a:cs typeface="Georgia"/>
              </a:rPr>
              <a:t>Y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3" name="object 3" descr="$PPTXTitle"/>
          <p:cNvSpPr txBox="1"/>
          <p:nvPr/>
        </p:nvSpPr>
        <p:spPr>
          <a:xfrm>
            <a:off x="3133883" y="2526959"/>
            <a:ext cx="4443730" cy="589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00" spc="-114" b="1">
                <a:solidFill>
                  <a:srgbClr val="FFFFFF"/>
                </a:solidFill>
                <a:latin typeface="Arial"/>
                <a:cs typeface="Arial"/>
              </a:rPr>
              <a:t>Ejemplos</a:t>
            </a:r>
            <a:r>
              <a:rPr dirty="0" sz="3700" spc="-25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700" b="1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3700" spc="-2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700" spc="-50" b="1">
                <a:solidFill>
                  <a:srgbClr val="FFFFFF"/>
                </a:solidFill>
                <a:latin typeface="Arial"/>
                <a:cs typeface="Arial"/>
              </a:rPr>
              <a:t>clientes</a:t>
            </a:r>
            <a:endParaRPr sz="37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3479" y="3261363"/>
            <a:ext cx="8343899" cy="164591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590732" y="3683110"/>
            <a:ext cx="2327910" cy="3181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900" spc="-65">
                <a:solidFill>
                  <a:srgbClr val="FFFFFF"/>
                </a:solidFill>
                <a:latin typeface="Microsoft Sans Serif"/>
                <a:cs typeface="Microsoft Sans Serif"/>
              </a:rPr>
              <a:t>OTESA</a:t>
            </a:r>
            <a:r>
              <a:rPr dirty="0" sz="1900" spc="-1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FFFFFF"/>
                </a:solidFill>
                <a:latin typeface="Microsoft Sans Serif"/>
                <a:cs typeface="Microsoft Sans Serif"/>
              </a:rPr>
              <a:t>Calella</a:t>
            </a:r>
            <a:r>
              <a:rPr dirty="0" sz="1900" spc="-7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Microsoft Sans Serif"/>
                <a:cs typeface="Microsoft Sans Serif"/>
              </a:rPr>
              <a:t>Living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83833" y="4104190"/>
            <a:ext cx="3052445" cy="142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50" spc="50">
                <a:solidFill>
                  <a:srgbClr val="9CA2AF"/>
                </a:solidFill>
                <a:latin typeface="Georgia"/>
                <a:cs typeface="Georgia"/>
              </a:rPr>
              <a:t>Primer</a:t>
            </a:r>
            <a:r>
              <a:rPr dirty="0" sz="750" spc="385">
                <a:solidFill>
                  <a:srgbClr val="9CA2AF"/>
                </a:solidFill>
                <a:latin typeface="Georgia"/>
                <a:cs typeface="Georgia"/>
              </a:rPr>
              <a:t> </a:t>
            </a:r>
            <a:r>
              <a:rPr dirty="0" sz="750">
                <a:solidFill>
                  <a:srgbClr val="9CA2AF"/>
                </a:solidFill>
                <a:latin typeface="Georgia"/>
                <a:cs typeface="Georgia"/>
              </a:rPr>
              <a:t>bono</a:t>
            </a:r>
            <a:r>
              <a:rPr dirty="0" sz="750" spc="409">
                <a:solidFill>
                  <a:srgbClr val="9CA2AF"/>
                </a:solidFill>
                <a:latin typeface="Georgia"/>
                <a:cs typeface="Georgia"/>
              </a:rPr>
              <a:t> </a:t>
            </a:r>
            <a:r>
              <a:rPr dirty="0" sz="750" spc="95">
                <a:solidFill>
                  <a:srgbClr val="9CA2AF"/>
                </a:solidFill>
                <a:latin typeface="Georgia"/>
                <a:cs typeface="Georgia"/>
              </a:rPr>
              <a:t>hipotecario</a:t>
            </a:r>
            <a:r>
              <a:rPr dirty="0" sz="750" spc="409">
                <a:solidFill>
                  <a:srgbClr val="9CA2AF"/>
                </a:solidFill>
                <a:latin typeface="Georgia"/>
                <a:cs typeface="Georgia"/>
              </a:rPr>
              <a:t> </a:t>
            </a:r>
            <a:r>
              <a:rPr dirty="0" sz="750" spc="70">
                <a:solidFill>
                  <a:srgbClr val="9CA2AF"/>
                </a:solidFill>
                <a:latin typeface="Georgia"/>
                <a:cs typeface="Georgia"/>
              </a:rPr>
              <a:t>tokenizado</a:t>
            </a:r>
            <a:r>
              <a:rPr dirty="0" sz="750" spc="405">
                <a:solidFill>
                  <a:srgbClr val="9CA2AF"/>
                </a:solidFill>
                <a:latin typeface="Georgia"/>
                <a:cs typeface="Georgia"/>
              </a:rPr>
              <a:t> </a:t>
            </a:r>
            <a:r>
              <a:rPr dirty="0" sz="750">
                <a:solidFill>
                  <a:srgbClr val="9CA2AF"/>
                </a:solidFill>
                <a:latin typeface="Georgia"/>
                <a:cs typeface="Georgia"/>
              </a:rPr>
              <a:t>plenamente</a:t>
            </a:r>
            <a:r>
              <a:rPr dirty="0" sz="750" spc="409">
                <a:solidFill>
                  <a:srgbClr val="9CA2AF"/>
                </a:solidFill>
                <a:latin typeface="Georgia"/>
                <a:cs typeface="Georgia"/>
              </a:rPr>
              <a:t> </a:t>
            </a:r>
            <a:r>
              <a:rPr dirty="0" sz="750" spc="55">
                <a:solidFill>
                  <a:srgbClr val="9CA2AF"/>
                </a:solidFill>
                <a:latin typeface="Georgia"/>
                <a:cs typeface="Georgia"/>
              </a:rPr>
              <a:t>regulado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66969" y="4090210"/>
            <a:ext cx="1076325" cy="1771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00" spc="-25">
                <a:solidFill>
                  <a:srgbClr val="4D8CFF"/>
                </a:solidFill>
                <a:latin typeface="Microsoft Sans Serif"/>
                <a:cs typeface="Microsoft Sans Serif"/>
                <a:hlinkClick r:id="rId3"/>
              </a:rPr>
              <a:t>aliuscap.com/invest</a:t>
            </a:r>
            <a:endParaRPr sz="1000">
              <a:latin typeface="Microsoft Sans Serif"/>
              <a:cs typeface="Microsoft Sans Serif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06879" y="3825239"/>
            <a:ext cx="1188719" cy="52730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90306" y="1504885"/>
            <a:ext cx="697230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0" b="1">
                <a:solidFill>
                  <a:srgbClr val="1754B9"/>
                </a:solidFill>
                <a:latin typeface="Georgia"/>
                <a:cs typeface="Georgia"/>
              </a:rPr>
              <a:t>T</a:t>
            </a:r>
            <a:r>
              <a:rPr dirty="0" sz="750" spc="-7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229" b="1">
                <a:solidFill>
                  <a:srgbClr val="1754B9"/>
                </a:solidFill>
                <a:latin typeface="Georgia"/>
                <a:cs typeface="Georgia"/>
              </a:rPr>
              <a:t>O</a:t>
            </a:r>
            <a:r>
              <a:rPr dirty="0" sz="750" spc="-5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95" b="1">
                <a:solidFill>
                  <a:srgbClr val="1754B9"/>
                </a:solidFill>
                <a:latin typeface="Georgia"/>
                <a:cs typeface="Georgia"/>
              </a:rPr>
              <a:t>K</a:t>
            </a:r>
            <a:r>
              <a:rPr dirty="0" sz="750" spc="-8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50" b="1">
                <a:solidFill>
                  <a:srgbClr val="1754B9"/>
                </a:solidFill>
                <a:latin typeface="Georgia"/>
                <a:cs typeface="Georgia"/>
              </a:rPr>
              <a:t>E</a:t>
            </a:r>
            <a:r>
              <a:rPr dirty="0" sz="750" spc="-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0" b="1">
                <a:solidFill>
                  <a:srgbClr val="1754B9"/>
                </a:solidFill>
                <a:latin typeface="Georgia"/>
                <a:cs typeface="Georgia"/>
              </a:rPr>
              <a:t>N</a:t>
            </a:r>
            <a:r>
              <a:rPr dirty="0" sz="750" spc="3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40" b="1">
                <a:solidFill>
                  <a:srgbClr val="1754B9"/>
                </a:solidFill>
                <a:latin typeface="Georgia"/>
                <a:cs typeface="Georgia"/>
              </a:rPr>
              <a:t>C</a:t>
            </a:r>
            <a:r>
              <a:rPr dirty="0" sz="750" spc="-5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b="1">
                <a:solidFill>
                  <a:srgbClr val="1754B9"/>
                </a:solidFill>
                <a:latin typeface="Georgia"/>
                <a:cs typeface="Georgia"/>
              </a:rPr>
              <a:t>I</a:t>
            </a:r>
            <a:r>
              <a:rPr dirty="0" sz="750" spc="-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00" b="1">
                <a:solidFill>
                  <a:srgbClr val="1754B9"/>
                </a:solidFill>
                <a:latin typeface="Georgia"/>
                <a:cs typeface="Georgia"/>
              </a:rPr>
              <a:t>T</a:t>
            </a:r>
            <a:r>
              <a:rPr dirty="0" sz="750" spc="-7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50" b="1">
                <a:solidFill>
                  <a:srgbClr val="1754B9"/>
                </a:solidFill>
                <a:latin typeface="Georgia"/>
                <a:cs typeface="Georgia"/>
              </a:rPr>
              <a:t>Y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133883" y="1551587"/>
            <a:ext cx="4443730" cy="5899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14"/>
              <a:t>Ejemplos</a:t>
            </a:r>
            <a:r>
              <a:rPr dirty="0" spc="-254"/>
              <a:t> </a:t>
            </a:r>
            <a:r>
              <a:rPr dirty="0"/>
              <a:t>de</a:t>
            </a:r>
            <a:r>
              <a:rPr dirty="0" spc="-260"/>
              <a:t> </a:t>
            </a:r>
            <a:r>
              <a:rPr dirty="0" spc="-50"/>
              <a:t>clientes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889759" y="2285978"/>
            <a:ext cx="762000" cy="229235"/>
            <a:chOff x="1889759" y="2285978"/>
            <a:chExt cx="762000" cy="229235"/>
          </a:xfrm>
        </p:grpSpPr>
        <p:sp>
          <p:nvSpPr>
            <p:cNvPr id="5" name="object 5"/>
            <p:cNvSpPr/>
            <p:nvPr/>
          </p:nvSpPr>
          <p:spPr>
            <a:xfrm>
              <a:off x="1889759" y="2285978"/>
              <a:ext cx="762000" cy="228600"/>
            </a:xfrm>
            <a:custGeom>
              <a:avLst/>
              <a:gdLst/>
              <a:ahLst/>
              <a:cxnLst/>
              <a:rect l="l" t="t" r="r" b="b"/>
              <a:pathLst>
                <a:path w="762000" h="228600">
                  <a:moveTo>
                    <a:pt x="647699" y="228599"/>
                  </a:moveTo>
                  <a:lnTo>
                    <a:pt x="114299" y="228599"/>
                  </a:lnTo>
                  <a:lnTo>
                    <a:pt x="103040" y="228056"/>
                  </a:lnTo>
                  <a:lnTo>
                    <a:pt x="60364" y="215087"/>
                  </a:lnTo>
                  <a:lnTo>
                    <a:pt x="25900" y="186775"/>
                  </a:lnTo>
                  <a:lnTo>
                    <a:pt x="4894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1" y="60364"/>
                  </a:lnTo>
                  <a:lnTo>
                    <a:pt x="41823" y="25900"/>
                  </a:lnTo>
                  <a:lnTo>
                    <a:pt x="81169" y="4894"/>
                  </a:lnTo>
                  <a:lnTo>
                    <a:pt x="114299" y="0"/>
                  </a:lnTo>
                  <a:lnTo>
                    <a:pt x="647699" y="0"/>
                  </a:lnTo>
                  <a:lnTo>
                    <a:pt x="691440" y="8700"/>
                  </a:lnTo>
                  <a:lnTo>
                    <a:pt x="728522" y="33477"/>
                  </a:lnTo>
                  <a:lnTo>
                    <a:pt x="753298" y="70559"/>
                  </a:lnTo>
                  <a:lnTo>
                    <a:pt x="761999" y="114299"/>
                  </a:lnTo>
                  <a:lnTo>
                    <a:pt x="761456" y="125559"/>
                  </a:lnTo>
                  <a:lnTo>
                    <a:pt x="748487" y="168235"/>
                  </a:lnTo>
                  <a:lnTo>
                    <a:pt x="720175" y="202699"/>
                  </a:lnTo>
                  <a:lnTo>
                    <a:pt x="680829" y="223705"/>
                  </a:lnTo>
                  <a:lnTo>
                    <a:pt x="647699" y="228599"/>
                  </a:lnTo>
                  <a:close/>
                </a:path>
              </a:pathLst>
            </a:custGeom>
            <a:solidFill>
              <a:srgbClr val="E9B308">
                <a:alpha val="15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889759" y="2285988"/>
              <a:ext cx="762000" cy="228600"/>
            </a:xfrm>
            <a:custGeom>
              <a:avLst/>
              <a:gdLst/>
              <a:ahLst/>
              <a:cxnLst/>
              <a:rect l="l" t="t" r="r" b="b"/>
              <a:pathLst>
                <a:path w="762000" h="228600">
                  <a:moveTo>
                    <a:pt x="647699" y="228599"/>
                  </a:moveTo>
                  <a:lnTo>
                    <a:pt x="114299" y="228599"/>
                  </a:lnTo>
                  <a:lnTo>
                    <a:pt x="103040" y="228056"/>
                  </a:lnTo>
                  <a:lnTo>
                    <a:pt x="60364" y="215087"/>
                  </a:lnTo>
                  <a:lnTo>
                    <a:pt x="25900" y="186775"/>
                  </a:lnTo>
                  <a:lnTo>
                    <a:pt x="4894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1" y="60364"/>
                  </a:lnTo>
                  <a:lnTo>
                    <a:pt x="41823" y="25900"/>
                  </a:lnTo>
                  <a:lnTo>
                    <a:pt x="81169" y="4894"/>
                  </a:lnTo>
                  <a:lnTo>
                    <a:pt x="114299" y="0"/>
                  </a:lnTo>
                  <a:lnTo>
                    <a:pt x="647699" y="0"/>
                  </a:lnTo>
                  <a:lnTo>
                    <a:pt x="658959" y="543"/>
                  </a:lnTo>
                  <a:lnTo>
                    <a:pt x="670002" y="2175"/>
                  </a:lnTo>
                  <a:lnTo>
                    <a:pt x="680830" y="4894"/>
                  </a:lnTo>
                  <a:lnTo>
                    <a:pt x="688428" y="7619"/>
                  </a:lnTo>
                  <a:lnTo>
                    <a:pt x="107295" y="7619"/>
                  </a:lnTo>
                  <a:lnTo>
                    <a:pt x="100357" y="8303"/>
                  </a:lnTo>
                  <a:lnTo>
                    <a:pt x="60855" y="21707"/>
                  </a:lnTo>
                  <a:lnTo>
                    <a:pt x="29490" y="49207"/>
                  </a:lnTo>
                  <a:lnTo>
                    <a:pt x="11036" y="86617"/>
                  </a:lnTo>
                  <a:lnTo>
                    <a:pt x="7619" y="107295"/>
                  </a:lnTo>
                  <a:lnTo>
                    <a:pt x="7619" y="121304"/>
                  </a:lnTo>
                  <a:lnTo>
                    <a:pt x="18421" y="161596"/>
                  </a:lnTo>
                  <a:lnTo>
                    <a:pt x="43818" y="194687"/>
                  </a:lnTo>
                  <a:lnTo>
                    <a:pt x="79946" y="215540"/>
                  </a:lnTo>
                  <a:lnTo>
                    <a:pt x="107295" y="220979"/>
                  </a:lnTo>
                  <a:lnTo>
                    <a:pt x="688427" y="220979"/>
                  </a:lnTo>
                  <a:lnTo>
                    <a:pt x="680829" y="223705"/>
                  </a:lnTo>
                  <a:lnTo>
                    <a:pt x="670002" y="226424"/>
                  </a:lnTo>
                  <a:lnTo>
                    <a:pt x="658958" y="228056"/>
                  </a:lnTo>
                  <a:lnTo>
                    <a:pt x="647699" y="228599"/>
                  </a:lnTo>
                  <a:close/>
                </a:path>
                <a:path w="762000" h="228600">
                  <a:moveTo>
                    <a:pt x="688427" y="220979"/>
                  </a:moveTo>
                  <a:lnTo>
                    <a:pt x="654704" y="220979"/>
                  </a:lnTo>
                  <a:lnTo>
                    <a:pt x="661642" y="220296"/>
                  </a:lnTo>
                  <a:lnTo>
                    <a:pt x="675382" y="217563"/>
                  </a:lnTo>
                  <a:lnTo>
                    <a:pt x="712792" y="199109"/>
                  </a:lnTo>
                  <a:lnTo>
                    <a:pt x="740292" y="167743"/>
                  </a:lnTo>
                  <a:lnTo>
                    <a:pt x="753696" y="128242"/>
                  </a:lnTo>
                  <a:lnTo>
                    <a:pt x="754379" y="121304"/>
                  </a:lnTo>
                  <a:lnTo>
                    <a:pt x="754379" y="107295"/>
                  </a:lnTo>
                  <a:lnTo>
                    <a:pt x="743578" y="67003"/>
                  </a:lnTo>
                  <a:lnTo>
                    <a:pt x="718180" y="33912"/>
                  </a:lnTo>
                  <a:lnTo>
                    <a:pt x="682053" y="13059"/>
                  </a:lnTo>
                  <a:lnTo>
                    <a:pt x="654704" y="7619"/>
                  </a:lnTo>
                  <a:lnTo>
                    <a:pt x="688428" y="7619"/>
                  </a:lnTo>
                  <a:lnTo>
                    <a:pt x="728522" y="33477"/>
                  </a:lnTo>
                  <a:lnTo>
                    <a:pt x="753298" y="70559"/>
                  </a:lnTo>
                  <a:lnTo>
                    <a:pt x="761999" y="114299"/>
                  </a:lnTo>
                  <a:lnTo>
                    <a:pt x="761456" y="125559"/>
                  </a:lnTo>
                  <a:lnTo>
                    <a:pt x="748487" y="168235"/>
                  </a:lnTo>
                  <a:lnTo>
                    <a:pt x="720175" y="202699"/>
                  </a:lnTo>
                  <a:lnTo>
                    <a:pt x="691439" y="219899"/>
                  </a:lnTo>
                  <a:lnTo>
                    <a:pt x="688427" y="220979"/>
                  </a:lnTo>
                  <a:close/>
                </a:path>
              </a:pathLst>
            </a:custGeom>
            <a:solidFill>
              <a:srgbClr val="E9B308">
                <a:alpha val="4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14951" y="2357652"/>
              <a:ext cx="69655" cy="85296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131377" y="2327845"/>
            <a:ext cx="412750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" b="1">
                <a:solidFill>
                  <a:srgbClr val="E9B308"/>
                </a:solidFill>
                <a:latin typeface="Georgia"/>
                <a:cs typeface="Georgia"/>
              </a:rPr>
              <a:t>Energía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62891" y="3867954"/>
            <a:ext cx="812800" cy="142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50" spc="60">
                <a:solidFill>
                  <a:srgbClr val="9CA2AF"/>
                </a:solidFill>
                <a:latin typeface="Georgia"/>
                <a:cs typeface="Georgia"/>
                <a:hlinkClick r:id="rId3"/>
              </a:rPr>
              <a:t>exeraenergia.</a:t>
            </a:r>
            <a:r>
              <a:rPr dirty="0" sz="750" spc="-45">
                <a:solidFill>
                  <a:srgbClr val="9CA2AF"/>
                </a:solidFill>
                <a:latin typeface="Georgia"/>
                <a:cs typeface="Georgia"/>
                <a:hlinkClick r:id="rId3"/>
              </a:rPr>
              <a:t> </a:t>
            </a:r>
            <a:r>
              <a:rPr dirty="0" sz="750" spc="30">
                <a:solidFill>
                  <a:srgbClr val="9CA2AF"/>
                </a:solidFill>
                <a:latin typeface="Georgia"/>
                <a:cs typeface="Georgia"/>
                <a:hlinkClick r:id="rId3"/>
              </a:rPr>
              <a:t>es</a:t>
            </a:r>
            <a:endParaRPr sz="750">
              <a:latin typeface="Georgia"/>
              <a:cs typeface="Georg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912619" y="4160498"/>
            <a:ext cx="716280" cy="236854"/>
            <a:chOff x="1912619" y="4160498"/>
            <a:chExt cx="716280" cy="236854"/>
          </a:xfrm>
        </p:grpSpPr>
        <p:sp>
          <p:nvSpPr>
            <p:cNvPr id="11" name="object 11"/>
            <p:cNvSpPr/>
            <p:nvPr/>
          </p:nvSpPr>
          <p:spPr>
            <a:xfrm>
              <a:off x="1912619" y="4160498"/>
              <a:ext cx="716280" cy="236220"/>
            </a:xfrm>
            <a:custGeom>
              <a:avLst/>
              <a:gdLst/>
              <a:ahLst/>
              <a:cxnLst/>
              <a:rect l="l" t="t" r="r" b="b"/>
              <a:pathLst>
                <a:path w="716280" h="236220">
                  <a:moveTo>
                    <a:pt x="598169" y="236219"/>
                  </a:moveTo>
                  <a:lnTo>
                    <a:pt x="118109" y="236219"/>
                  </a:lnTo>
                  <a:lnTo>
                    <a:pt x="106474" y="235657"/>
                  </a:lnTo>
                  <a:lnTo>
                    <a:pt x="62376" y="222256"/>
                  </a:lnTo>
                  <a:lnTo>
                    <a:pt x="26763" y="193001"/>
                  </a:lnTo>
                  <a:lnTo>
                    <a:pt x="5056" y="152343"/>
                  </a:lnTo>
                  <a:lnTo>
                    <a:pt x="0" y="118109"/>
                  </a:lnTo>
                  <a:lnTo>
                    <a:pt x="561" y="106474"/>
                  </a:lnTo>
                  <a:lnTo>
                    <a:pt x="13962" y="62376"/>
                  </a:lnTo>
                  <a:lnTo>
                    <a:pt x="43217" y="26763"/>
                  </a:lnTo>
                  <a:lnTo>
                    <a:pt x="83875" y="5057"/>
                  </a:lnTo>
                  <a:lnTo>
                    <a:pt x="118109" y="0"/>
                  </a:lnTo>
                  <a:lnTo>
                    <a:pt x="598169" y="0"/>
                  </a:lnTo>
                  <a:lnTo>
                    <a:pt x="643368" y="8990"/>
                  </a:lnTo>
                  <a:lnTo>
                    <a:pt x="681686" y="34593"/>
                  </a:lnTo>
                  <a:lnTo>
                    <a:pt x="707289" y="72910"/>
                  </a:lnTo>
                  <a:lnTo>
                    <a:pt x="716279" y="118109"/>
                  </a:lnTo>
                  <a:lnTo>
                    <a:pt x="715718" y="129744"/>
                  </a:lnTo>
                  <a:lnTo>
                    <a:pt x="702317" y="173842"/>
                  </a:lnTo>
                  <a:lnTo>
                    <a:pt x="673061" y="209455"/>
                  </a:lnTo>
                  <a:lnTo>
                    <a:pt x="632404" y="231161"/>
                  </a:lnTo>
                  <a:lnTo>
                    <a:pt x="598169" y="236219"/>
                  </a:lnTo>
                  <a:close/>
                </a:path>
              </a:pathLst>
            </a:custGeom>
            <a:solidFill>
              <a:srgbClr val="7C3AEC">
                <a:alpha val="15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912619" y="4160508"/>
              <a:ext cx="716280" cy="236220"/>
            </a:xfrm>
            <a:custGeom>
              <a:avLst/>
              <a:gdLst/>
              <a:ahLst/>
              <a:cxnLst/>
              <a:rect l="l" t="t" r="r" b="b"/>
              <a:pathLst>
                <a:path w="716280" h="236220">
                  <a:moveTo>
                    <a:pt x="598169" y="236219"/>
                  </a:moveTo>
                  <a:lnTo>
                    <a:pt x="118109" y="236219"/>
                  </a:lnTo>
                  <a:lnTo>
                    <a:pt x="106474" y="235657"/>
                  </a:lnTo>
                  <a:lnTo>
                    <a:pt x="62376" y="222256"/>
                  </a:lnTo>
                  <a:lnTo>
                    <a:pt x="26763" y="193001"/>
                  </a:lnTo>
                  <a:lnTo>
                    <a:pt x="5056" y="152343"/>
                  </a:lnTo>
                  <a:lnTo>
                    <a:pt x="0" y="118109"/>
                  </a:lnTo>
                  <a:lnTo>
                    <a:pt x="561" y="106474"/>
                  </a:lnTo>
                  <a:lnTo>
                    <a:pt x="13962" y="62376"/>
                  </a:lnTo>
                  <a:lnTo>
                    <a:pt x="43217" y="26763"/>
                  </a:lnTo>
                  <a:lnTo>
                    <a:pt x="83875" y="5057"/>
                  </a:lnTo>
                  <a:lnTo>
                    <a:pt x="118109" y="0"/>
                  </a:lnTo>
                  <a:lnTo>
                    <a:pt x="598169" y="0"/>
                  </a:lnTo>
                  <a:lnTo>
                    <a:pt x="609804" y="561"/>
                  </a:lnTo>
                  <a:lnTo>
                    <a:pt x="621216" y="2247"/>
                  </a:lnTo>
                  <a:lnTo>
                    <a:pt x="632404" y="5057"/>
                  </a:lnTo>
                  <a:lnTo>
                    <a:pt x="639548" y="7619"/>
                  </a:lnTo>
                  <a:lnTo>
                    <a:pt x="110855" y="7619"/>
                  </a:lnTo>
                  <a:lnTo>
                    <a:pt x="103669" y="8327"/>
                  </a:lnTo>
                  <a:lnTo>
                    <a:pt x="62757" y="22210"/>
                  </a:lnTo>
                  <a:lnTo>
                    <a:pt x="30271" y="50692"/>
                  </a:lnTo>
                  <a:lnTo>
                    <a:pt x="11158" y="89438"/>
                  </a:lnTo>
                  <a:lnTo>
                    <a:pt x="7619" y="110855"/>
                  </a:lnTo>
                  <a:lnTo>
                    <a:pt x="7619" y="125364"/>
                  </a:lnTo>
                  <a:lnTo>
                    <a:pt x="18806" y="167095"/>
                  </a:lnTo>
                  <a:lnTo>
                    <a:pt x="45111" y="201368"/>
                  </a:lnTo>
                  <a:lnTo>
                    <a:pt x="82529" y="222965"/>
                  </a:lnTo>
                  <a:lnTo>
                    <a:pt x="110855" y="228599"/>
                  </a:lnTo>
                  <a:lnTo>
                    <a:pt x="639545" y="228599"/>
                  </a:lnTo>
                  <a:lnTo>
                    <a:pt x="632404" y="231161"/>
                  </a:lnTo>
                  <a:lnTo>
                    <a:pt x="621216" y="233971"/>
                  </a:lnTo>
                  <a:lnTo>
                    <a:pt x="609804" y="235657"/>
                  </a:lnTo>
                  <a:lnTo>
                    <a:pt x="598169" y="236219"/>
                  </a:lnTo>
                  <a:close/>
                </a:path>
                <a:path w="716280" h="236220">
                  <a:moveTo>
                    <a:pt x="639545" y="228599"/>
                  </a:moveTo>
                  <a:lnTo>
                    <a:pt x="605424" y="228599"/>
                  </a:lnTo>
                  <a:lnTo>
                    <a:pt x="612609" y="227892"/>
                  </a:lnTo>
                  <a:lnTo>
                    <a:pt x="626840" y="225061"/>
                  </a:lnTo>
                  <a:lnTo>
                    <a:pt x="665586" y="205948"/>
                  </a:lnTo>
                  <a:lnTo>
                    <a:pt x="694069" y="173462"/>
                  </a:lnTo>
                  <a:lnTo>
                    <a:pt x="707952" y="132549"/>
                  </a:lnTo>
                  <a:lnTo>
                    <a:pt x="708659" y="125364"/>
                  </a:lnTo>
                  <a:lnTo>
                    <a:pt x="708659" y="110855"/>
                  </a:lnTo>
                  <a:lnTo>
                    <a:pt x="697472" y="69124"/>
                  </a:lnTo>
                  <a:lnTo>
                    <a:pt x="671168" y="34851"/>
                  </a:lnTo>
                  <a:lnTo>
                    <a:pt x="633749" y="13254"/>
                  </a:lnTo>
                  <a:lnTo>
                    <a:pt x="605424" y="7619"/>
                  </a:lnTo>
                  <a:lnTo>
                    <a:pt x="639548" y="7619"/>
                  </a:lnTo>
                  <a:lnTo>
                    <a:pt x="673061" y="26763"/>
                  </a:lnTo>
                  <a:lnTo>
                    <a:pt x="702317" y="62376"/>
                  </a:lnTo>
                  <a:lnTo>
                    <a:pt x="715718" y="106474"/>
                  </a:lnTo>
                  <a:lnTo>
                    <a:pt x="716279" y="118109"/>
                  </a:lnTo>
                  <a:lnTo>
                    <a:pt x="715718" y="129744"/>
                  </a:lnTo>
                  <a:lnTo>
                    <a:pt x="702317" y="173842"/>
                  </a:lnTo>
                  <a:lnTo>
                    <a:pt x="673061" y="209455"/>
                  </a:lnTo>
                  <a:lnTo>
                    <a:pt x="643368" y="227228"/>
                  </a:lnTo>
                  <a:lnTo>
                    <a:pt x="639545" y="228599"/>
                  </a:lnTo>
                  <a:close/>
                </a:path>
              </a:pathLst>
            </a:custGeom>
            <a:solidFill>
              <a:srgbClr val="7C3AEC">
                <a:alpha val="4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42159" y="4236734"/>
              <a:ext cx="76199" cy="7619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2159357" y="4202365"/>
            <a:ext cx="356870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25" b="1">
                <a:solidFill>
                  <a:srgbClr val="7C3AEC"/>
                </a:solidFill>
                <a:latin typeface="Georgia"/>
                <a:cs typeface="Georgia"/>
              </a:rPr>
              <a:t>Música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41829" y="5742474"/>
            <a:ext cx="655955" cy="142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50" spc="20">
                <a:solidFill>
                  <a:srgbClr val="9CA2AF"/>
                </a:solidFill>
                <a:latin typeface="Georgia"/>
                <a:cs typeface="Georgia"/>
                <a:hlinkClick r:id="rId5"/>
              </a:rPr>
              <a:t>themuxic.</a:t>
            </a:r>
            <a:r>
              <a:rPr dirty="0" sz="750" spc="75">
                <a:solidFill>
                  <a:srgbClr val="9CA2AF"/>
                </a:solidFill>
                <a:latin typeface="Georgia"/>
                <a:cs typeface="Georgia"/>
                <a:hlinkClick r:id="rId5"/>
              </a:rPr>
              <a:t> </a:t>
            </a:r>
            <a:r>
              <a:rPr dirty="0" sz="750" spc="-45">
                <a:solidFill>
                  <a:srgbClr val="9CA2AF"/>
                </a:solidFill>
                <a:latin typeface="Georgia"/>
                <a:cs typeface="Georgia"/>
                <a:hlinkClick r:id="rId5"/>
              </a:rPr>
              <a:t>com</a:t>
            </a:r>
            <a:endParaRPr sz="750">
              <a:latin typeface="Georgia"/>
              <a:cs typeface="Georgi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739639" y="2285978"/>
            <a:ext cx="1211580" cy="229235"/>
            <a:chOff x="4739639" y="2285978"/>
            <a:chExt cx="1211580" cy="229235"/>
          </a:xfrm>
        </p:grpSpPr>
        <p:sp>
          <p:nvSpPr>
            <p:cNvPr id="17" name="object 17"/>
            <p:cNvSpPr/>
            <p:nvPr/>
          </p:nvSpPr>
          <p:spPr>
            <a:xfrm>
              <a:off x="4739639" y="2285978"/>
              <a:ext cx="1211580" cy="228600"/>
            </a:xfrm>
            <a:custGeom>
              <a:avLst/>
              <a:gdLst/>
              <a:ahLst/>
              <a:cxnLst/>
              <a:rect l="l" t="t" r="r" b="b"/>
              <a:pathLst>
                <a:path w="1211579" h="228600">
                  <a:moveTo>
                    <a:pt x="1097279" y="228599"/>
                  </a:moveTo>
                  <a:lnTo>
                    <a:pt x="114299" y="228599"/>
                  </a:lnTo>
                  <a:lnTo>
                    <a:pt x="103040" y="228056"/>
                  </a:lnTo>
                  <a:lnTo>
                    <a:pt x="60364" y="215087"/>
                  </a:lnTo>
                  <a:lnTo>
                    <a:pt x="25899" y="186775"/>
                  </a:lnTo>
                  <a:lnTo>
                    <a:pt x="4893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0" y="60364"/>
                  </a:lnTo>
                  <a:lnTo>
                    <a:pt x="41823" y="25900"/>
                  </a:lnTo>
                  <a:lnTo>
                    <a:pt x="81169" y="4894"/>
                  </a:lnTo>
                  <a:lnTo>
                    <a:pt x="114299" y="0"/>
                  </a:lnTo>
                  <a:lnTo>
                    <a:pt x="1097279" y="0"/>
                  </a:lnTo>
                  <a:lnTo>
                    <a:pt x="1141020" y="8700"/>
                  </a:lnTo>
                  <a:lnTo>
                    <a:pt x="1178101" y="33477"/>
                  </a:lnTo>
                  <a:lnTo>
                    <a:pt x="1202878" y="70559"/>
                  </a:lnTo>
                  <a:lnTo>
                    <a:pt x="1211579" y="114299"/>
                  </a:lnTo>
                  <a:lnTo>
                    <a:pt x="1211035" y="125559"/>
                  </a:lnTo>
                  <a:lnTo>
                    <a:pt x="1198067" y="168235"/>
                  </a:lnTo>
                  <a:lnTo>
                    <a:pt x="1169755" y="202699"/>
                  </a:lnTo>
                  <a:lnTo>
                    <a:pt x="1130408" y="223705"/>
                  </a:lnTo>
                  <a:lnTo>
                    <a:pt x="1097279" y="228599"/>
                  </a:lnTo>
                  <a:close/>
                </a:path>
              </a:pathLst>
            </a:custGeom>
            <a:solidFill>
              <a:srgbClr val="B45309">
                <a:alpha val="15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739639" y="2285988"/>
              <a:ext cx="1211580" cy="228600"/>
            </a:xfrm>
            <a:custGeom>
              <a:avLst/>
              <a:gdLst/>
              <a:ahLst/>
              <a:cxnLst/>
              <a:rect l="l" t="t" r="r" b="b"/>
              <a:pathLst>
                <a:path w="1211579" h="228600">
                  <a:moveTo>
                    <a:pt x="1097279" y="228599"/>
                  </a:moveTo>
                  <a:lnTo>
                    <a:pt x="114299" y="228599"/>
                  </a:lnTo>
                  <a:lnTo>
                    <a:pt x="103040" y="228056"/>
                  </a:lnTo>
                  <a:lnTo>
                    <a:pt x="60364" y="215087"/>
                  </a:lnTo>
                  <a:lnTo>
                    <a:pt x="25899" y="186775"/>
                  </a:lnTo>
                  <a:lnTo>
                    <a:pt x="4893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0" y="60364"/>
                  </a:lnTo>
                  <a:lnTo>
                    <a:pt x="41823" y="25900"/>
                  </a:lnTo>
                  <a:lnTo>
                    <a:pt x="81169" y="4894"/>
                  </a:lnTo>
                  <a:lnTo>
                    <a:pt x="114299" y="0"/>
                  </a:lnTo>
                  <a:lnTo>
                    <a:pt x="1097279" y="0"/>
                  </a:lnTo>
                  <a:lnTo>
                    <a:pt x="1108539" y="543"/>
                  </a:lnTo>
                  <a:lnTo>
                    <a:pt x="1119582" y="2175"/>
                  </a:lnTo>
                  <a:lnTo>
                    <a:pt x="1130409" y="4894"/>
                  </a:lnTo>
                  <a:lnTo>
                    <a:pt x="1138008" y="7619"/>
                  </a:lnTo>
                  <a:lnTo>
                    <a:pt x="107295" y="7619"/>
                  </a:lnTo>
                  <a:lnTo>
                    <a:pt x="100357" y="8303"/>
                  </a:lnTo>
                  <a:lnTo>
                    <a:pt x="60855" y="21707"/>
                  </a:lnTo>
                  <a:lnTo>
                    <a:pt x="29490" y="49207"/>
                  </a:lnTo>
                  <a:lnTo>
                    <a:pt x="11036" y="86617"/>
                  </a:lnTo>
                  <a:lnTo>
                    <a:pt x="7619" y="107295"/>
                  </a:lnTo>
                  <a:lnTo>
                    <a:pt x="7619" y="121304"/>
                  </a:lnTo>
                  <a:lnTo>
                    <a:pt x="18421" y="161596"/>
                  </a:lnTo>
                  <a:lnTo>
                    <a:pt x="43818" y="194687"/>
                  </a:lnTo>
                  <a:lnTo>
                    <a:pt x="79946" y="215540"/>
                  </a:lnTo>
                  <a:lnTo>
                    <a:pt x="107295" y="220979"/>
                  </a:lnTo>
                  <a:lnTo>
                    <a:pt x="1138006" y="220979"/>
                  </a:lnTo>
                  <a:lnTo>
                    <a:pt x="1130408" y="223705"/>
                  </a:lnTo>
                  <a:lnTo>
                    <a:pt x="1119581" y="226424"/>
                  </a:lnTo>
                  <a:lnTo>
                    <a:pt x="1108538" y="228056"/>
                  </a:lnTo>
                  <a:lnTo>
                    <a:pt x="1097279" y="228599"/>
                  </a:lnTo>
                  <a:close/>
                </a:path>
                <a:path w="1211579" h="228600">
                  <a:moveTo>
                    <a:pt x="1138006" y="220979"/>
                  </a:moveTo>
                  <a:lnTo>
                    <a:pt x="1104284" y="220979"/>
                  </a:lnTo>
                  <a:lnTo>
                    <a:pt x="1111221" y="220296"/>
                  </a:lnTo>
                  <a:lnTo>
                    <a:pt x="1124962" y="217563"/>
                  </a:lnTo>
                  <a:lnTo>
                    <a:pt x="1162372" y="199109"/>
                  </a:lnTo>
                  <a:lnTo>
                    <a:pt x="1189872" y="167743"/>
                  </a:lnTo>
                  <a:lnTo>
                    <a:pt x="1203276" y="128242"/>
                  </a:lnTo>
                  <a:lnTo>
                    <a:pt x="1203959" y="121304"/>
                  </a:lnTo>
                  <a:lnTo>
                    <a:pt x="1203959" y="107295"/>
                  </a:lnTo>
                  <a:lnTo>
                    <a:pt x="1193158" y="67003"/>
                  </a:lnTo>
                  <a:lnTo>
                    <a:pt x="1167760" y="33912"/>
                  </a:lnTo>
                  <a:lnTo>
                    <a:pt x="1131632" y="13059"/>
                  </a:lnTo>
                  <a:lnTo>
                    <a:pt x="1104284" y="7619"/>
                  </a:lnTo>
                  <a:lnTo>
                    <a:pt x="1138008" y="7619"/>
                  </a:lnTo>
                  <a:lnTo>
                    <a:pt x="1178101" y="33477"/>
                  </a:lnTo>
                  <a:lnTo>
                    <a:pt x="1202878" y="70559"/>
                  </a:lnTo>
                  <a:lnTo>
                    <a:pt x="1211579" y="114299"/>
                  </a:lnTo>
                  <a:lnTo>
                    <a:pt x="1211035" y="125559"/>
                  </a:lnTo>
                  <a:lnTo>
                    <a:pt x="1198067" y="168235"/>
                  </a:lnTo>
                  <a:lnTo>
                    <a:pt x="1169755" y="202699"/>
                  </a:lnTo>
                  <a:lnTo>
                    <a:pt x="1141019" y="219899"/>
                  </a:lnTo>
                  <a:lnTo>
                    <a:pt x="1138006" y="220979"/>
                  </a:lnTo>
                  <a:close/>
                </a:path>
              </a:pathLst>
            </a:custGeom>
            <a:solidFill>
              <a:srgbClr val="B45309">
                <a:alpha val="4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56995" y="2362199"/>
              <a:ext cx="85325" cy="80009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4981257" y="2327845"/>
            <a:ext cx="863600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b="1">
                <a:solidFill>
                  <a:srgbClr val="B45309"/>
                </a:solidFill>
                <a:latin typeface="Georgia"/>
                <a:cs typeface="Georgia"/>
              </a:rPr>
              <a:t>Materias</a:t>
            </a:r>
            <a:r>
              <a:rPr dirty="0" sz="750" spc="320" b="1">
                <a:solidFill>
                  <a:srgbClr val="B45309"/>
                </a:solidFill>
                <a:latin typeface="Georgia"/>
                <a:cs typeface="Georgia"/>
              </a:rPr>
              <a:t> </a:t>
            </a:r>
            <a:r>
              <a:rPr dirty="0" sz="750" spc="-10" b="1">
                <a:solidFill>
                  <a:srgbClr val="B45309"/>
                </a:solidFill>
                <a:latin typeface="Georgia"/>
                <a:cs typeface="Georgia"/>
              </a:rPr>
              <a:t>primas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990187" y="3867954"/>
            <a:ext cx="707390" cy="142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50" spc="65">
                <a:solidFill>
                  <a:srgbClr val="9CA2AF"/>
                </a:solidFill>
                <a:latin typeface="Georgia"/>
                <a:cs typeface="Georgia"/>
                <a:hlinkClick r:id="rId7"/>
              </a:rPr>
              <a:t>globalgold.</a:t>
            </a:r>
            <a:r>
              <a:rPr dirty="0" sz="750" spc="-40">
                <a:solidFill>
                  <a:srgbClr val="9CA2AF"/>
                </a:solidFill>
                <a:latin typeface="Georgia"/>
                <a:cs typeface="Georgia"/>
                <a:hlinkClick r:id="rId7"/>
              </a:rPr>
              <a:t> </a:t>
            </a:r>
            <a:r>
              <a:rPr dirty="0" sz="750" spc="30">
                <a:solidFill>
                  <a:srgbClr val="9CA2AF"/>
                </a:solidFill>
                <a:latin typeface="Georgia"/>
                <a:cs typeface="Georgia"/>
                <a:hlinkClick r:id="rId7"/>
              </a:rPr>
              <a:t>es</a:t>
            </a:r>
            <a:endParaRPr sz="750">
              <a:latin typeface="Georgia"/>
              <a:cs typeface="Georgi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044439" y="4160498"/>
            <a:ext cx="601980" cy="236854"/>
            <a:chOff x="5044439" y="4160498"/>
            <a:chExt cx="601980" cy="236854"/>
          </a:xfrm>
        </p:grpSpPr>
        <p:sp>
          <p:nvSpPr>
            <p:cNvPr id="23" name="object 23"/>
            <p:cNvSpPr/>
            <p:nvPr/>
          </p:nvSpPr>
          <p:spPr>
            <a:xfrm>
              <a:off x="5044439" y="4160498"/>
              <a:ext cx="601980" cy="236220"/>
            </a:xfrm>
            <a:custGeom>
              <a:avLst/>
              <a:gdLst/>
              <a:ahLst/>
              <a:cxnLst/>
              <a:rect l="l" t="t" r="r" b="b"/>
              <a:pathLst>
                <a:path w="601979" h="236220">
                  <a:moveTo>
                    <a:pt x="483869" y="236219"/>
                  </a:moveTo>
                  <a:lnTo>
                    <a:pt x="118109" y="236219"/>
                  </a:lnTo>
                  <a:lnTo>
                    <a:pt x="106474" y="235657"/>
                  </a:lnTo>
                  <a:lnTo>
                    <a:pt x="62376" y="222256"/>
                  </a:lnTo>
                  <a:lnTo>
                    <a:pt x="26763" y="193001"/>
                  </a:lnTo>
                  <a:lnTo>
                    <a:pt x="5056" y="152343"/>
                  </a:lnTo>
                  <a:lnTo>
                    <a:pt x="0" y="118109"/>
                  </a:lnTo>
                  <a:lnTo>
                    <a:pt x="561" y="106474"/>
                  </a:lnTo>
                  <a:lnTo>
                    <a:pt x="13961" y="62376"/>
                  </a:lnTo>
                  <a:lnTo>
                    <a:pt x="43217" y="26763"/>
                  </a:lnTo>
                  <a:lnTo>
                    <a:pt x="83875" y="5057"/>
                  </a:lnTo>
                  <a:lnTo>
                    <a:pt x="118109" y="0"/>
                  </a:lnTo>
                  <a:lnTo>
                    <a:pt x="483869" y="0"/>
                  </a:lnTo>
                  <a:lnTo>
                    <a:pt x="529067" y="8990"/>
                  </a:lnTo>
                  <a:lnTo>
                    <a:pt x="567386" y="34593"/>
                  </a:lnTo>
                  <a:lnTo>
                    <a:pt x="592988" y="72910"/>
                  </a:lnTo>
                  <a:lnTo>
                    <a:pt x="601979" y="118109"/>
                  </a:lnTo>
                  <a:lnTo>
                    <a:pt x="601417" y="129744"/>
                  </a:lnTo>
                  <a:lnTo>
                    <a:pt x="588017" y="173842"/>
                  </a:lnTo>
                  <a:lnTo>
                    <a:pt x="558761" y="209455"/>
                  </a:lnTo>
                  <a:lnTo>
                    <a:pt x="518103" y="231161"/>
                  </a:lnTo>
                  <a:lnTo>
                    <a:pt x="483869" y="236219"/>
                  </a:lnTo>
                  <a:close/>
                </a:path>
              </a:pathLst>
            </a:custGeom>
            <a:solidFill>
              <a:srgbClr val="B91B5C">
                <a:alpha val="15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044439" y="4160508"/>
              <a:ext cx="601980" cy="236220"/>
            </a:xfrm>
            <a:custGeom>
              <a:avLst/>
              <a:gdLst/>
              <a:ahLst/>
              <a:cxnLst/>
              <a:rect l="l" t="t" r="r" b="b"/>
              <a:pathLst>
                <a:path w="601979" h="236220">
                  <a:moveTo>
                    <a:pt x="483869" y="236219"/>
                  </a:moveTo>
                  <a:lnTo>
                    <a:pt x="118109" y="236219"/>
                  </a:lnTo>
                  <a:lnTo>
                    <a:pt x="106474" y="235657"/>
                  </a:lnTo>
                  <a:lnTo>
                    <a:pt x="62376" y="222256"/>
                  </a:lnTo>
                  <a:lnTo>
                    <a:pt x="26763" y="193001"/>
                  </a:lnTo>
                  <a:lnTo>
                    <a:pt x="5056" y="152343"/>
                  </a:lnTo>
                  <a:lnTo>
                    <a:pt x="0" y="118109"/>
                  </a:lnTo>
                  <a:lnTo>
                    <a:pt x="561" y="106474"/>
                  </a:lnTo>
                  <a:lnTo>
                    <a:pt x="13961" y="62376"/>
                  </a:lnTo>
                  <a:lnTo>
                    <a:pt x="43217" y="26763"/>
                  </a:lnTo>
                  <a:lnTo>
                    <a:pt x="83875" y="5057"/>
                  </a:lnTo>
                  <a:lnTo>
                    <a:pt x="118109" y="0"/>
                  </a:lnTo>
                  <a:lnTo>
                    <a:pt x="483869" y="0"/>
                  </a:lnTo>
                  <a:lnTo>
                    <a:pt x="495504" y="561"/>
                  </a:lnTo>
                  <a:lnTo>
                    <a:pt x="506915" y="2247"/>
                  </a:lnTo>
                  <a:lnTo>
                    <a:pt x="518103" y="5057"/>
                  </a:lnTo>
                  <a:lnTo>
                    <a:pt x="525247" y="7619"/>
                  </a:lnTo>
                  <a:lnTo>
                    <a:pt x="110855" y="7619"/>
                  </a:lnTo>
                  <a:lnTo>
                    <a:pt x="103669" y="8327"/>
                  </a:lnTo>
                  <a:lnTo>
                    <a:pt x="62757" y="22210"/>
                  </a:lnTo>
                  <a:lnTo>
                    <a:pt x="30271" y="50692"/>
                  </a:lnTo>
                  <a:lnTo>
                    <a:pt x="11158" y="89438"/>
                  </a:lnTo>
                  <a:lnTo>
                    <a:pt x="7619" y="110855"/>
                  </a:lnTo>
                  <a:lnTo>
                    <a:pt x="7619" y="125364"/>
                  </a:lnTo>
                  <a:lnTo>
                    <a:pt x="18806" y="167095"/>
                  </a:lnTo>
                  <a:lnTo>
                    <a:pt x="45111" y="201368"/>
                  </a:lnTo>
                  <a:lnTo>
                    <a:pt x="82529" y="222965"/>
                  </a:lnTo>
                  <a:lnTo>
                    <a:pt x="110855" y="228599"/>
                  </a:lnTo>
                  <a:lnTo>
                    <a:pt x="525245" y="228599"/>
                  </a:lnTo>
                  <a:lnTo>
                    <a:pt x="518103" y="231161"/>
                  </a:lnTo>
                  <a:lnTo>
                    <a:pt x="506915" y="233971"/>
                  </a:lnTo>
                  <a:lnTo>
                    <a:pt x="495504" y="235657"/>
                  </a:lnTo>
                  <a:lnTo>
                    <a:pt x="483869" y="236219"/>
                  </a:lnTo>
                  <a:close/>
                </a:path>
                <a:path w="601979" h="236220">
                  <a:moveTo>
                    <a:pt x="525245" y="228599"/>
                  </a:moveTo>
                  <a:lnTo>
                    <a:pt x="491124" y="228599"/>
                  </a:lnTo>
                  <a:lnTo>
                    <a:pt x="498309" y="227892"/>
                  </a:lnTo>
                  <a:lnTo>
                    <a:pt x="512540" y="225061"/>
                  </a:lnTo>
                  <a:lnTo>
                    <a:pt x="551286" y="205948"/>
                  </a:lnTo>
                  <a:lnTo>
                    <a:pt x="579769" y="173462"/>
                  </a:lnTo>
                  <a:lnTo>
                    <a:pt x="593652" y="132549"/>
                  </a:lnTo>
                  <a:lnTo>
                    <a:pt x="594359" y="125364"/>
                  </a:lnTo>
                  <a:lnTo>
                    <a:pt x="594359" y="110855"/>
                  </a:lnTo>
                  <a:lnTo>
                    <a:pt x="583172" y="69124"/>
                  </a:lnTo>
                  <a:lnTo>
                    <a:pt x="556868" y="34851"/>
                  </a:lnTo>
                  <a:lnTo>
                    <a:pt x="519449" y="13254"/>
                  </a:lnTo>
                  <a:lnTo>
                    <a:pt x="491124" y="7619"/>
                  </a:lnTo>
                  <a:lnTo>
                    <a:pt x="525247" y="7619"/>
                  </a:lnTo>
                  <a:lnTo>
                    <a:pt x="558761" y="26763"/>
                  </a:lnTo>
                  <a:lnTo>
                    <a:pt x="588017" y="62376"/>
                  </a:lnTo>
                  <a:lnTo>
                    <a:pt x="601417" y="106474"/>
                  </a:lnTo>
                  <a:lnTo>
                    <a:pt x="601979" y="118109"/>
                  </a:lnTo>
                  <a:lnTo>
                    <a:pt x="601417" y="129744"/>
                  </a:lnTo>
                  <a:lnTo>
                    <a:pt x="588017" y="173842"/>
                  </a:lnTo>
                  <a:lnTo>
                    <a:pt x="558761" y="209455"/>
                  </a:lnTo>
                  <a:lnTo>
                    <a:pt x="529067" y="227228"/>
                  </a:lnTo>
                  <a:lnTo>
                    <a:pt x="525245" y="228599"/>
                  </a:lnTo>
                  <a:close/>
                </a:path>
              </a:pathLst>
            </a:custGeom>
            <a:solidFill>
              <a:srgbClr val="B91B5C">
                <a:alpha val="4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70170" y="4232924"/>
              <a:ext cx="83819" cy="83819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5290224" y="4202365"/>
            <a:ext cx="244475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20" b="1">
                <a:solidFill>
                  <a:srgbClr val="B91B5C"/>
                </a:solidFill>
                <a:latin typeface="Georgia"/>
                <a:cs typeface="Georgia"/>
              </a:rPr>
              <a:t>Arte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858503" y="5742474"/>
            <a:ext cx="972185" cy="142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50" spc="60">
                <a:solidFill>
                  <a:srgbClr val="9CA2AF"/>
                </a:solidFill>
                <a:latin typeface="Georgia"/>
                <a:cs typeface="Georgia"/>
                <a:hlinkClick r:id="rId9"/>
              </a:rPr>
              <a:t>meduliocapital.</a:t>
            </a:r>
            <a:r>
              <a:rPr dirty="0" sz="750" spc="-20">
                <a:solidFill>
                  <a:srgbClr val="9CA2AF"/>
                </a:solidFill>
                <a:latin typeface="Georgia"/>
                <a:cs typeface="Georgia"/>
                <a:hlinkClick r:id="rId9"/>
              </a:rPr>
              <a:t> </a:t>
            </a:r>
            <a:r>
              <a:rPr dirty="0" sz="750" spc="-40">
                <a:solidFill>
                  <a:srgbClr val="9CA2AF"/>
                </a:solidFill>
                <a:latin typeface="Georgia"/>
                <a:cs typeface="Georgia"/>
                <a:hlinkClick r:id="rId9"/>
              </a:rPr>
              <a:t>com</a:t>
            </a:r>
            <a:endParaRPr sz="750">
              <a:latin typeface="Georgia"/>
              <a:cs typeface="Georgi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008619" y="2285978"/>
            <a:ext cx="822960" cy="229235"/>
            <a:chOff x="8008619" y="2285978"/>
            <a:chExt cx="822960" cy="229235"/>
          </a:xfrm>
        </p:grpSpPr>
        <p:sp>
          <p:nvSpPr>
            <p:cNvPr id="29" name="object 29"/>
            <p:cNvSpPr/>
            <p:nvPr/>
          </p:nvSpPr>
          <p:spPr>
            <a:xfrm>
              <a:off x="8008619" y="2285978"/>
              <a:ext cx="822960" cy="228600"/>
            </a:xfrm>
            <a:custGeom>
              <a:avLst/>
              <a:gdLst/>
              <a:ahLst/>
              <a:cxnLst/>
              <a:rect l="l" t="t" r="r" b="b"/>
              <a:pathLst>
                <a:path w="822959" h="228600">
                  <a:moveTo>
                    <a:pt x="708659" y="228599"/>
                  </a:moveTo>
                  <a:lnTo>
                    <a:pt x="114299" y="228599"/>
                  </a:lnTo>
                  <a:lnTo>
                    <a:pt x="103040" y="228056"/>
                  </a:lnTo>
                  <a:lnTo>
                    <a:pt x="60363" y="215087"/>
                  </a:lnTo>
                  <a:lnTo>
                    <a:pt x="25899" y="186775"/>
                  </a:lnTo>
                  <a:lnTo>
                    <a:pt x="4892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0" y="60364"/>
                  </a:lnTo>
                  <a:lnTo>
                    <a:pt x="41823" y="25900"/>
                  </a:lnTo>
                  <a:lnTo>
                    <a:pt x="81168" y="4894"/>
                  </a:lnTo>
                  <a:lnTo>
                    <a:pt x="114299" y="0"/>
                  </a:lnTo>
                  <a:lnTo>
                    <a:pt x="708659" y="0"/>
                  </a:lnTo>
                  <a:lnTo>
                    <a:pt x="752400" y="8700"/>
                  </a:lnTo>
                  <a:lnTo>
                    <a:pt x="789481" y="33477"/>
                  </a:lnTo>
                  <a:lnTo>
                    <a:pt x="814258" y="70559"/>
                  </a:lnTo>
                  <a:lnTo>
                    <a:pt x="822959" y="114299"/>
                  </a:lnTo>
                  <a:lnTo>
                    <a:pt x="822415" y="125559"/>
                  </a:lnTo>
                  <a:lnTo>
                    <a:pt x="809447" y="168235"/>
                  </a:lnTo>
                  <a:lnTo>
                    <a:pt x="781135" y="202699"/>
                  </a:lnTo>
                  <a:lnTo>
                    <a:pt x="741788" y="223705"/>
                  </a:lnTo>
                  <a:lnTo>
                    <a:pt x="708659" y="228599"/>
                  </a:lnTo>
                  <a:close/>
                </a:path>
              </a:pathLst>
            </a:custGeom>
            <a:solidFill>
              <a:srgbClr val="64738B">
                <a:alpha val="15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8008619" y="2285988"/>
              <a:ext cx="822960" cy="228600"/>
            </a:xfrm>
            <a:custGeom>
              <a:avLst/>
              <a:gdLst/>
              <a:ahLst/>
              <a:cxnLst/>
              <a:rect l="l" t="t" r="r" b="b"/>
              <a:pathLst>
                <a:path w="822959" h="228600">
                  <a:moveTo>
                    <a:pt x="708659" y="228599"/>
                  </a:moveTo>
                  <a:lnTo>
                    <a:pt x="114299" y="228599"/>
                  </a:lnTo>
                  <a:lnTo>
                    <a:pt x="103040" y="228056"/>
                  </a:lnTo>
                  <a:lnTo>
                    <a:pt x="60363" y="215087"/>
                  </a:lnTo>
                  <a:lnTo>
                    <a:pt x="25899" y="186775"/>
                  </a:lnTo>
                  <a:lnTo>
                    <a:pt x="4892" y="147429"/>
                  </a:lnTo>
                  <a:lnTo>
                    <a:pt x="0" y="114299"/>
                  </a:lnTo>
                  <a:lnTo>
                    <a:pt x="543" y="103040"/>
                  </a:lnTo>
                  <a:lnTo>
                    <a:pt x="13510" y="60364"/>
                  </a:lnTo>
                  <a:lnTo>
                    <a:pt x="41823" y="25900"/>
                  </a:lnTo>
                  <a:lnTo>
                    <a:pt x="81168" y="4894"/>
                  </a:lnTo>
                  <a:lnTo>
                    <a:pt x="114299" y="0"/>
                  </a:lnTo>
                  <a:lnTo>
                    <a:pt x="708659" y="0"/>
                  </a:lnTo>
                  <a:lnTo>
                    <a:pt x="719919" y="543"/>
                  </a:lnTo>
                  <a:lnTo>
                    <a:pt x="730962" y="2175"/>
                  </a:lnTo>
                  <a:lnTo>
                    <a:pt x="741789" y="4894"/>
                  </a:lnTo>
                  <a:lnTo>
                    <a:pt x="749388" y="7619"/>
                  </a:lnTo>
                  <a:lnTo>
                    <a:pt x="107295" y="7619"/>
                  </a:lnTo>
                  <a:lnTo>
                    <a:pt x="100357" y="8303"/>
                  </a:lnTo>
                  <a:lnTo>
                    <a:pt x="60855" y="21707"/>
                  </a:lnTo>
                  <a:lnTo>
                    <a:pt x="29490" y="49207"/>
                  </a:lnTo>
                  <a:lnTo>
                    <a:pt x="11036" y="86617"/>
                  </a:lnTo>
                  <a:lnTo>
                    <a:pt x="7619" y="107295"/>
                  </a:lnTo>
                  <a:lnTo>
                    <a:pt x="7619" y="121304"/>
                  </a:lnTo>
                  <a:lnTo>
                    <a:pt x="18420" y="161596"/>
                  </a:lnTo>
                  <a:lnTo>
                    <a:pt x="43818" y="194687"/>
                  </a:lnTo>
                  <a:lnTo>
                    <a:pt x="79946" y="215540"/>
                  </a:lnTo>
                  <a:lnTo>
                    <a:pt x="107295" y="220979"/>
                  </a:lnTo>
                  <a:lnTo>
                    <a:pt x="749386" y="220979"/>
                  </a:lnTo>
                  <a:lnTo>
                    <a:pt x="741788" y="223705"/>
                  </a:lnTo>
                  <a:lnTo>
                    <a:pt x="730961" y="226424"/>
                  </a:lnTo>
                  <a:lnTo>
                    <a:pt x="719918" y="228056"/>
                  </a:lnTo>
                  <a:lnTo>
                    <a:pt x="708659" y="228599"/>
                  </a:lnTo>
                  <a:close/>
                </a:path>
                <a:path w="822959" h="228600">
                  <a:moveTo>
                    <a:pt x="749386" y="220979"/>
                  </a:moveTo>
                  <a:lnTo>
                    <a:pt x="715664" y="220979"/>
                  </a:lnTo>
                  <a:lnTo>
                    <a:pt x="722601" y="220296"/>
                  </a:lnTo>
                  <a:lnTo>
                    <a:pt x="736342" y="217563"/>
                  </a:lnTo>
                  <a:lnTo>
                    <a:pt x="773752" y="199109"/>
                  </a:lnTo>
                  <a:lnTo>
                    <a:pt x="801252" y="167743"/>
                  </a:lnTo>
                  <a:lnTo>
                    <a:pt x="814656" y="128242"/>
                  </a:lnTo>
                  <a:lnTo>
                    <a:pt x="815339" y="121304"/>
                  </a:lnTo>
                  <a:lnTo>
                    <a:pt x="815339" y="107295"/>
                  </a:lnTo>
                  <a:lnTo>
                    <a:pt x="804538" y="67003"/>
                  </a:lnTo>
                  <a:lnTo>
                    <a:pt x="779140" y="33912"/>
                  </a:lnTo>
                  <a:lnTo>
                    <a:pt x="743012" y="13059"/>
                  </a:lnTo>
                  <a:lnTo>
                    <a:pt x="715664" y="7619"/>
                  </a:lnTo>
                  <a:lnTo>
                    <a:pt x="749388" y="7619"/>
                  </a:lnTo>
                  <a:lnTo>
                    <a:pt x="789481" y="33477"/>
                  </a:lnTo>
                  <a:lnTo>
                    <a:pt x="814258" y="70559"/>
                  </a:lnTo>
                  <a:lnTo>
                    <a:pt x="822959" y="114299"/>
                  </a:lnTo>
                  <a:lnTo>
                    <a:pt x="822415" y="125559"/>
                  </a:lnTo>
                  <a:lnTo>
                    <a:pt x="809447" y="168235"/>
                  </a:lnTo>
                  <a:lnTo>
                    <a:pt x="781135" y="202699"/>
                  </a:lnTo>
                  <a:lnTo>
                    <a:pt x="752399" y="219899"/>
                  </a:lnTo>
                  <a:lnTo>
                    <a:pt x="749386" y="220979"/>
                  </a:lnTo>
                  <a:close/>
                </a:path>
              </a:pathLst>
            </a:custGeom>
            <a:solidFill>
              <a:srgbClr val="64738B">
                <a:alpha val="4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8130539" y="2377439"/>
              <a:ext cx="76200" cy="45720"/>
            </a:xfrm>
            <a:custGeom>
              <a:avLst/>
              <a:gdLst/>
              <a:ahLst/>
              <a:cxnLst/>
              <a:rect l="l" t="t" r="r" b="b"/>
              <a:pathLst>
                <a:path w="76200" h="45719">
                  <a:moveTo>
                    <a:pt x="7619" y="0"/>
                  </a:moveTo>
                  <a:lnTo>
                    <a:pt x="68579" y="0"/>
                  </a:lnTo>
                  <a:lnTo>
                    <a:pt x="70684" y="0"/>
                  </a:lnTo>
                  <a:lnTo>
                    <a:pt x="72480" y="743"/>
                  </a:lnTo>
                  <a:lnTo>
                    <a:pt x="73968" y="2231"/>
                  </a:lnTo>
                  <a:lnTo>
                    <a:pt x="75456" y="3719"/>
                  </a:lnTo>
                  <a:lnTo>
                    <a:pt x="76199" y="5515"/>
                  </a:lnTo>
                  <a:lnTo>
                    <a:pt x="76199" y="7619"/>
                  </a:lnTo>
                  <a:lnTo>
                    <a:pt x="76199" y="38099"/>
                  </a:lnTo>
                  <a:lnTo>
                    <a:pt x="76199" y="40204"/>
                  </a:lnTo>
                  <a:lnTo>
                    <a:pt x="75456" y="42000"/>
                  </a:lnTo>
                  <a:lnTo>
                    <a:pt x="73968" y="43488"/>
                  </a:lnTo>
                  <a:lnTo>
                    <a:pt x="72480" y="44976"/>
                  </a:lnTo>
                  <a:lnTo>
                    <a:pt x="70684" y="45719"/>
                  </a:lnTo>
                  <a:lnTo>
                    <a:pt x="68579" y="45719"/>
                  </a:lnTo>
                  <a:lnTo>
                    <a:pt x="7619" y="45719"/>
                  </a:lnTo>
                  <a:lnTo>
                    <a:pt x="5515" y="45719"/>
                  </a:lnTo>
                  <a:lnTo>
                    <a:pt x="3719" y="44976"/>
                  </a:lnTo>
                  <a:lnTo>
                    <a:pt x="2231" y="43488"/>
                  </a:lnTo>
                  <a:lnTo>
                    <a:pt x="743" y="42000"/>
                  </a:lnTo>
                  <a:lnTo>
                    <a:pt x="0" y="40204"/>
                  </a:lnTo>
                  <a:lnTo>
                    <a:pt x="0" y="38099"/>
                  </a:lnTo>
                  <a:lnTo>
                    <a:pt x="0" y="7619"/>
                  </a:lnTo>
                  <a:lnTo>
                    <a:pt x="5515" y="0"/>
                  </a:lnTo>
                  <a:lnTo>
                    <a:pt x="7619" y="0"/>
                  </a:lnTo>
                  <a:close/>
                </a:path>
                <a:path w="76200" h="45719">
                  <a:moveTo>
                    <a:pt x="45719" y="22859"/>
                  </a:moveTo>
                  <a:lnTo>
                    <a:pt x="45719" y="24964"/>
                  </a:lnTo>
                  <a:lnTo>
                    <a:pt x="44976" y="26760"/>
                  </a:lnTo>
                  <a:lnTo>
                    <a:pt x="43488" y="28248"/>
                  </a:lnTo>
                  <a:lnTo>
                    <a:pt x="42000" y="29736"/>
                  </a:lnTo>
                  <a:lnTo>
                    <a:pt x="40204" y="30479"/>
                  </a:lnTo>
                  <a:lnTo>
                    <a:pt x="38099" y="30479"/>
                  </a:lnTo>
                  <a:lnTo>
                    <a:pt x="35995" y="30479"/>
                  </a:lnTo>
                  <a:lnTo>
                    <a:pt x="34199" y="29736"/>
                  </a:lnTo>
                  <a:lnTo>
                    <a:pt x="32711" y="28248"/>
                  </a:lnTo>
                  <a:lnTo>
                    <a:pt x="31223" y="26760"/>
                  </a:lnTo>
                  <a:lnTo>
                    <a:pt x="30479" y="24964"/>
                  </a:lnTo>
                  <a:lnTo>
                    <a:pt x="30479" y="22859"/>
                  </a:lnTo>
                  <a:lnTo>
                    <a:pt x="30479" y="20755"/>
                  </a:lnTo>
                  <a:lnTo>
                    <a:pt x="31223" y="18959"/>
                  </a:lnTo>
                  <a:lnTo>
                    <a:pt x="32711" y="17471"/>
                  </a:lnTo>
                  <a:lnTo>
                    <a:pt x="34199" y="15983"/>
                  </a:lnTo>
                  <a:lnTo>
                    <a:pt x="35995" y="15239"/>
                  </a:lnTo>
                  <a:lnTo>
                    <a:pt x="38099" y="15239"/>
                  </a:lnTo>
                  <a:lnTo>
                    <a:pt x="40204" y="15239"/>
                  </a:lnTo>
                  <a:lnTo>
                    <a:pt x="42000" y="15983"/>
                  </a:lnTo>
                  <a:lnTo>
                    <a:pt x="43488" y="17471"/>
                  </a:lnTo>
                  <a:lnTo>
                    <a:pt x="44976" y="18959"/>
                  </a:lnTo>
                  <a:lnTo>
                    <a:pt x="45719" y="20755"/>
                  </a:lnTo>
                  <a:lnTo>
                    <a:pt x="45719" y="22859"/>
                  </a:lnTo>
                  <a:close/>
                </a:path>
                <a:path w="76200" h="45719">
                  <a:moveTo>
                    <a:pt x="15239" y="22859"/>
                  </a:moveTo>
                  <a:lnTo>
                    <a:pt x="15278" y="22859"/>
                  </a:lnTo>
                </a:path>
                <a:path w="76200" h="45719">
                  <a:moveTo>
                    <a:pt x="60959" y="22859"/>
                  </a:moveTo>
                  <a:lnTo>
                    <a:pt x="60998" y="22859"/>
                  </a:lnTo>
                </a:path>
              </a:pathLst>
            </a:custGeom>
            <a:ln w="7619">
              <a:solidFill>
                <a:srgbClr val="64738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8252617" y="2327845"/>
            <a:ext cx="470534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" b="1">
                <a:solidFill>
                  <a:srgbClr val="64738B"/>
                </a:solidFill>
                <a:latin typeface="Georgia"/>
                <a:cs typeface="Georgia"/>
              </a:rPr>
              <a:t>Finanzas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143914" y="3867954"/>
            <a:ext cx="548640" cy="142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50" spc="60">
                <a:solidFill>
                  <a:srgbClr val="9CA2AF"/>
                </a:solidFill>
                <a:latin typeface="Georgia"/>
                <a:cs typeface="Georgia"/>
                <a:hlinkClick r:id="rId10"/>
              </a:rPr>
              <a:t>tokenix.</a:t>
            </a:r>
            <a:r>
              <a:rPr dirty="0" sz="750" spc="-25">
                <a:solidFill>
                  <a:srgbClr val="9CA2AF"/>
                </a:solidFill>
                <a:latin typeface="Georgia"/>
                <a:cs typeface="Georgia"/>
                <a:hlinkClick r:id="rId10"/>
              </a:rPr>
              <a:t> co</a:t>
            </a:r>
            <a:endParaRPr sz="750">
              <a:latin typeface="Georgia"/>
              <a:cs typeface="Georgia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8039099" y="4160498"/>
            <a:ext cx="762000" cy="236854"/>
            <a:chOff x="8039099" y="4160498"/>
            <a:chExt cx="762000" cy="236854"/>
          </a:xfrm>
        </p:grpSpPr>
        <p:sp>
          <p:nvSpPr>
            <p:cNvPr id="35" name="object 35"/>
            <p:cNvSpPr/>
            <p:nvPr/>
          </p:nvSpPr>
          <p:spPr>
            <a:xfrm>
              <a:off x="8039099" y="4160498"/>
              <a:ext cx="762000" cy="236220"/>
            </a:xfrm>
            <a:custGeom>
              <a:avLst/>
              <a:gdLst/>
              <a:ahLst/>
              <a:cxnLst/>
              <a:rect l="l" t="t" r="r" b="b"/>
              <a:pathLst>
                <a:path w="762000" h="236220">
                  <a:moveTo>
                    <a:pt x="643889" y="236219"/>
                  </a:moveTo>
                  <a:lnTo>
                    <a:pt x="118109" y="236219"/>
                  </a:lnTo>
                  <a:lnTo>
                    <a:pt x="106474" y="235657"/>
                  </a:lnTo>
                  <a:lnTo>
                    <a:pt x="62375" y="222256"/>
                  </a:lnTo>
                  <a:lnTo>
                    <a:pt x="26762" y="193001"/>
                  </a:lnTo>
                  <a:lnTo>
                    <a:pt x="5056" y="152343"/>
                  </a:lnTo>
                  <a:lnTo>
                    <a:pt x="0" y="118109"/>
                  </a:lnTo>
                  <a:lnTo>
                    <a:pt x="561" y="106474"/>
                  </a:lnTo>
                  <a:lnTo>
                    <a:pt x="13961" y="62376"/>
                  </a:lnTo>
                  <a:lnTo>
                    <a:pt x="43217" y="26763"/>
                  </a:lnTo>
                  <a:lnTo>
                    <a:pt x="83874" y="5057"/>
                  </a:lnTo>
                  <a:lnTo>
                    <a:pt x="118109" y="0"/>
                  </a:lnTo>
                  <a:lnTo>
                    <a:pt x="643889" y="0"/>
                  </a:lnTo>
                  <a:lnTo>
                    <a:pt x="689087" y="8990"/>
                  </a:lnTo>
                  <a:lnTo>
                    <a:pt x="727405" y="34593"/>
                  </a:lnTo>
                  <a:lnTo>
                    <a:pt x="753007" y="72910"/>
                  </a:lnTo>
                  <a:lnTo>
                    <a:pt x="761999" y="118109"/>
                  </a:lnTo>
                  <a:lnTo>
                    <a:pt x="761437" y="129744"/>
                  </a:lnTo>
                  <a:lnTo>
                    <a:pt x="748036" y="173842"/>
                  </a:lnTo>
                  <a:lnTo>
                    <a:pt x="718780" y="209455"/>
                  </a:lnTo>
                  <a:lnTo>
                    <a:pt x="678123" y="231161"/>
                  </a:lnTo>
                  <a:lnTo>
                    <a:pt x="643889" y="236219"/>
                  </a:lnTo>
                  <a:close/>
                </a:path>
              </a:pathLst>
            </a:custGeom>
            <a:solidFill>
              <a:srgbClr val="DB2525">
                <a:alpha val="15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8039099" y="4160508"/>
              <a:ext cx="762000" cy="236220"/>
            </a:xfrm>
            <a:custGeom>
              <a:avLst/>
              <a:gdLst/>
              <a:ahLst/>
              <a:cxnLst/>
              <a:rect l="l" t="t" r="r" b="b"/>
              <a:pathLst>
                <a:path w="762000" h="236220">
                  <a:moveTo>
                    <a:pt x="643889" y="236219"/>
                  </a:moveTo>
                  <a:lnTo>
                    <a:pt x="118109" y="236219"/>
                  </a:lnTo>
                  <a:lnTo>
                    <a:pt x="106474" y="235657"/>
                  </a:lnTo>
                  <a:lnTo>
                    <a:pt x="62375" y="222256"/>
                  </a:lnTo>
                  <a:lnTo>
                    <a:pt x="26762" y="193001"/>
                  </a:lnTo>
                  <a:lnTo>
                    <a:pt x="5056" y="152343"/>
                  </a:lnTo>
                  <a:lnTo>
                    <a:pt x="0" y="118109"/>
                  </a:lnTo>
                  <a:lnTo>
                    <a:pt x="561" y="106474"/>
                  </a:lnTo>
                  <a:lnTo>
                    <a:pt x="13961" y="62376"/>
                  </a:lnTo>
                  <a:lnTo>
                    <a:pt x="43217" y="26763"/>
                  </a:lnTo>
                  <a:lnTo>
                    <a:pt x="83874" y="5057"/>
                  </a:lnTo>
                  <a:lnTo>
                    <a:pt x="118109" y="0"/>
                  </a:lnTo>
                  <a:lnTo>
                    <a:pt x="643889" y="0"/>
                  </a:lnTo>
                  <a:lnTo>
                    <a:pt x="655524" y="561"/>
                  </a:lnTo>
                  <a:lnTo>
                    <a:pt x="666935" y="2247"/>
                  </a:lnTo>
                  <a:lnTo>
                    <a:pt x="678123" y="5057"/>
                  </a:lnTo>
                  <a:lnTo>
                    <a:pt x="685267" y="7619"/>
                  </a:lnTo>
                  <a:lnTo>
                    <a:pt x="110854" y="7619"/>
                  </a:lnTo>
                  <a:lnTo>
                    <a:pt x="103669" y="8327"/>
                  </a:lnTo>
                  <a:lnTo>
                    <a:pt x="62757" y="22210"/>
                  </a:lnTo>
                  <a:lnTo>
                    <a:pt x="30271" y="50692"/>
                  </a:lnTo>
                  <a:lnTo>
                    <a:pt x="11158" y="89438"/>
                  </a:lnTo>
                  <a:lnTo>
                    <a:pt x="7619" y="110855"/>
                  </a:lnTo>
                  <a:lnTo>
                    <a:pt x="7619" y="125364"/>
                  </a:lnTo>
                  <a:lnTo>
                    <a:pt x="18806" y="167095"/>
                  </a:lnTo>
                  <a:lnTo>
                    <a:pt x="45111" y="201368"/>
                  </a:lnTo>
                  <a:lnTo>
                    <a:pt x="82529" y="222965"/>
                  </a:lnTo>
                  <a:lnTo>
                    <a:pt x="110854" y="228599"/>
                  </a:lnTo>
                  <a:lnTo>
                    <a:pt x="685265" y="228599"/>
                  </a:lnTo>
                  <a:lnTo>
                    <a:pt x="678123" y="231161"/>
                  </a:lnTo>
                  <a:lnTo>
                    <a:pt x="666935" y="233971"/>
                  </a:lnTo>
                  <a:lnTo>
                    <a:pt x="655524" y="235657"/>
                  </a:lnTo>
                  <a:lnTo>
                    <a:pt x="643889" y="236219"/>
                  </a:lnTo>
                  <a:close/>
                </a:path>
                <a:path w="762000" h="236220">
                  <a:moveTo>
                    <a:pt x="685265" y="228599"/>
                  </a:moveTo>
                  <a:lnTo>
                    <a:pt x="651144" y="228599"/>
                  </a:lnTo>
                  <a:lnTo>
                    <a:pt x="658329" y="227892"/>
                  </a:lnTo>
                  <a:lnTo>
                    <a:pt x="672560" y="225061"/>
                  </a:lnTo>
                  <a:lnTo>
                    <a:pt x="711306" y="205948"/>
                  </a:lnTo>
                  <a:lnTo>
                    <a:pt x="739789" y="173462"/>
                  </a:lnTo>
                  <a:lnTo>
                    <a:pt x="753672" y="132549"/>
                  </a:lnTo>
                  <a:lnTo>
                    <a:pt x="754379" y="125364"/>
                  </a:lnTo>
                  <a:lnTo>
                    <a:pt x="754379" y="110855"/>
                  </a:lnTo>
                  <a:lnTo>
                    <a:pt x="743192" y="69124"/>
                  </a:lnTo>
                  <a:lnTo>
                    <a:pt x="716888" y="34851"/>
                  </a:lnTo>
                  <a:lnTo>
                    <a:pt x="679469" y="13254"/>
                  </a:lnTo>
                  <a:lnTo>
                    <a:pt x="651144" y="7619"/>
                  </a:lnTo>
                  <a:lnTo>
                    <a:pt x="685267" y="7619"/>
                  </a:lnTo>
                  <a:lnTo>
                    <a:pt x="718780" y="26763"/>
                  </a:lnTo>
                  <a:lnTo>
                    <a:pt x="748036" y="62376"/>
                  </a:lnTo>
                  <a:lnTo>
                    <a:pt x="761437" y="106474"/>
                  </a:lnTo>
                  <a:lnTo>
                    <a:pt x="761999" y="118109"/>
                  </a:lnTo>
                  <a:lnTo>
                    <a:pt x="761437" y="129744"/>
                  </a:lnTo>
                  <a:lnTo>
                    <a:pt x="748036" y="173842"/>
                  </a:lnTo>
                  <a:lnTo>
                    <a:pt x="718780" y="209455"/>
                  </a:lnTo>
                  <a:lnTo>
                    <a:pt x="689087" y="227228"/>
                  </a:lnTo>
                  <a:lnTo>
                    <a:pt x="685265" y="228599"/>
                  </a:lnTo>
                  <a:close/>
                </a:path>
              </a:pathLst>
            </a:custGeom>
            <a:solidFill>
              <a:srgbClr val="DB2525">
                <a:alpha val="4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64829" y="4232342"/>
              <a:ext cx="68579" cy="84501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8280717" y="4202365"/>
            <a:ext cx="412750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" b="1">
                <a:solidFill>
                  <a:srgbClr val="DB2525"/>
                </a:solidFill>
                <a:latin typeface="Georgia"/>
                <a:cs typeface="Georgia"/>
              </a:rPr>
              <a:t>Defensa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143914" y="5742474"/>
            <a:ext cx="549275" cy="142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50" spc="20">
                <a:solidFill>
                  <a:srgbClr val="9CA2AF"/>
                </a:solidFill>
                <a:latin typeface="Georgia"/>
                <a:cs typeface="Georgia"/>
                <a:hlinkClick r:id="rId12"/>
              </a:rPr>
              <a:t>hds-hdf.</a:t>
            </a:r>
            <a:r>
              <a:rPr dirty="0" sz="750" spc="160">
                <a:solidFill>
                  <a:srgbClr val="9CA2AF"/>
                </a:solidFill>
                <a:latin typeface="Georgia"/>
                <a:cs typeface="Georgia"/>
                <a:hlinkClick r:id="rId12"/>
              </a:rPr>
              <a:t> </a:t>
            </a:r>
            <a:r>
              <a:rPr dirty="0" sz="750" spc="30">
                <a:solidFill>
                  <a:srgbClr val="9CA2AF"/>
                </a:solidFill>
                <a:latin typeface="Georgia"/>
                <a:cs typeface="Georgia"/>
                <a:hlinkClick r:id="rId12"/>
              </a:rPr>
              <a:t>es</a:t>
            </a:r>
            <a:endParaRPr sz="750">
              <a:latin typeface="Georgia"/>
              <a:cs typeface="Georgi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853439" y="2606018"/>
            <a:ext cx="2834640" cy="1212215"/>
            <a:chOff x="853439" y="2606018"/>
            <a:chExt cx="2834640" cy="1212215"/>
          </a:xfrm>
        </p:grpSpPr>
        <p:sp>
          <p:nvSpPr>
            <p:cNvPr id="41" name="object 41">
              <a:hlinkClick r:id="rId3"/>
            </p:cNvPr>
            <p:cNvSpPr/>
            <p:nvPr/>
          </p:nvSpPr>
          <p:spPr>
            <a:xfrm>
              <a:off x="853439" y="2606018"/>
              <a:ext cx="2834640" cy="1211580"/>
            </a:xfrm>
            <a:custGeom>
              <a:avLst/>
              <a:gdLst/>
              <a:ahLst/>
              <a:cxnLst/>
              <a:rect l="l" t="t" r="r" b="b"/>
              <a:pathLst>
                <a:path w="2834640" h="1211579">
                  <a:moveTo>
                    <a:pt x="2712719" y="1211579"/>
                  </a:moveTo>
                  <a:lnTo>
                    <a:pt x="121919" y="1211579"/>
                  </a:lnTo>
                  <a:lnTo>
                    <a:pt x="109909" y="1210999"/>
                  </a:lnTo>
                  <a:lnTo>
                    <a:pt x="64388" y="1197166"/>
                  </a:lnTo>
                  <a:lnTo>
                    <a:pt x="27627" y="1166967"/>
                  </a:lnTo>
                  <a:lnTo>
                    <a:pt x="5220" y="1124998"/>
                  </a:lnTo>
                  <a:lnTo>
                    <a:pt x="0" y="1089659"/>
                  </a:lnTo>
                  <a:lnTo>
                    <a:pt x="0" y="121919"/>
                  </a:lnTo>
                  <a:lnTo>
                    <a:pt x="9280" y="75262"/>
                  </a:lnTo>
                  <a:lnTo>
                    <a:pt x="35709" y="35709"/>
                  </a:lnTo>
                  <a:lnTo>
                    <a:pt x="75263" y="9280"/>
                  </a:lnTo>
                  <a:lnTo>
                    <a:pt x="121919" y="0"/>
                  </a:lnTo>
                  <a:lnTo>
                    <a:pt x="2712719" y="0"/>
                  </a:lnTo>
                  <a:lnTo>
                    <a:pt x="2759376" y="9280"/>
                  </a:lnTo>
                  <a:lnTo>
                    <a:pt x="2798930" y="35709"/>
                  </a:lnTo>
                  <a:lnTo>
                    <a:pt x="2825358" y="75262"/>
                  </a:lnTo>
                  <a:lnTo>
                    <a:pt x="2834639" y="121919"/>
                  </a:lnTo>
                  <a:lnTo>
                    <a:pt x="2834639" y="1089659"/>
                  </a:lnTo>
                  <a:lnTo>
                    <a:pt x="2825358" y="1136316"/>
                  </a:lnTo>
                  <a:lnTo>
                    <a:pt x="2798930" y="1175870"/>
                  </a:lnTo>
                  <a:lnTo>
                    <a:pt x="2759376" y="1202298"/>
                  </a:lnTo>
                  <a:lnTo>
                    <a:pt x="2712719" y="1211579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>
              <a:hlinkClick r:id="rId3"/>
            </p:cNvPr>
            <p:cNvSpPr/>
            <p:nvPr/>
          </p:nvSpPr>
          <p:spPr>
            <a:xfrm>
              <a:off x="853439" y="2606028"/>
              <a:ext cx="2834640" cy="1211580"/>
            </a:xfrm>
            <a:custGeom>
              <a:avLst/>
              <a:gdLst/>
              <a:ahLst/>
              <a:cxnLst/>
              <a:rect l="l" t="t" r="r" b="b"/>
              <a:pathLst>
                <a:path w="2834640" h="1211579">
                  <a:moveTo>
                    <a:pt x="2712719" y="1211579"/>
                  </a:moveTo>
                  <a:lnTo>
                    <a:pt x="121919" y="1211579"/>
                  </a:lnTo>
                  <a:lnTo>
                    <a:pt x="109909" y="1210999"/>
                  </a:lnTo>
                  <a:lnTo>
                    <a:pt x="64388" y="1197166"/>
                  </a:lnTo>
                  <a:lnTo>
                    <a:pt x="27627" y="1166967"/>
                  </a:lnTo>
                  <a:lnTo>
                    <a:pt x="5220" y="1124998"/>
                  </a:lnTo>
                  <a:lnTo>
                    <a:pt x="0" y="1089659"/>
                  </a:lnTo>
                  <a:lnTo>
                    <a:pt x="0" y="121919"/>
                  </a:lnTo>
                  <a:lnTo>
                    <a:pt x="9280" y="75262"/>
                  </a:lnTo>
                  <a:lnTo>
                    <a:pt x="35709" y="35709"/>
                  </a:lnTo>
                  <a:lnTo>
                    <a:pt x="75263" y="9280"/>
                  </a:lnTo>
                  <a:lnTo>
                    <a:pt x="121919" y="0"/>
                  </a:lnTo>
                  <a:lnTo>
                    <a:pt x="2712719" y="0"/>
                  </a:lnTo>
                  <a:lnTo>
                    <a:pt x="2724730" y="580"/>
                  </a:lnTo>
                  <a:lnTo>
                    <a:pt x="2736509" y="2320"/>
                  </a:lnTo>
                  <a:lnTo>
                    <a:pt x="2748058" y="5220"/>
                  </a:lnTo>
                  <a:lnTo>
                    <a:pt x="2754747" y="7619"/>
                  </a:lnTo>
                  <a:lnTo>
                    <a:pt x="114414" y="7619"/>
                  </a:lnTo>
                  <a:lnTo>
                    <a:pt x="106981" y="8352"/>
                  </a:lnTo>
                  <a:lnTo>
                    <a:pt x="64658" y="22713"/>
                  </a:lnTo>
                  <a:lnTo>
                    <a:pt x="31052" y="52178"/>
                  </a:lnTo>
                  <a:lnTo>
                    <a:pt x="11280" y="92260"/>
                  </a:lnTo>
                  <a:lnTo>
                    <a:pt x="7619" y="114414"/>
                  </a:lnTo>
                  <a:lnTo>
                    <a:pt x="7619" y="1097164"/>
                  </a:lnTo>
                  <a:lnTo>
                    <a:pt x="19192" y="1140334"/>
                  </a:lnTo>
                  <a:lnTo>
                    <a:pt x="46404" y="1175788"/>
                  </a:lnTo>
                  <a:lnTo>
                    <a:pt x="85113" y="1198131"/>
                  </a:lnTo>
                  <a:lnTo>
                    <a:pt x="114414" y="1203959"/>
                  </a:lnTo>
                  <a:lnTo>
                    <a:pt x="2754745" y="1203959"/>
                  </a:lnTo>
                  <a:lnTo>
                    <a:pt x="2748058" y="1206359"/>
                  </a:lnTo>
                  <a:lnTo>
                    <a:pt x="2736509" y="1209259"/>
                  </a:lnTo>
                  <a:lnTo>
                    <a:pt x="2724730" y="1210999"/>
                  </a:lnTo>
                  <a:lnTo>
                    <a:pt x="2712719" y="1211579"/>
                  </a:lnTo>
                  <a:close/>
                </a:path>
                <a:path w="2834640" h="1211579">
                  <a:moveTo>
                    <a:pt x="2754745" y="1203959"/>
                  </a:moveTo>
                  <a:lnTo>
                    <a:pt x="2720224" y="1203959"/>
                  </a:lnTo>
                  <a:lnTo>
                    <a:pt x="2727657" y="1203227"/>
                  </a:lnTo>
                  <a:lnTo>
                    <a:pt x="2742379" y="1200299"/>
                  </a:lnTo>
                  <a:lnTo>
                    <a:pt x="2782461" y="1180527"/>
                  </a:lnTo>
                  <a:lnTo>
                    <a:pt x="2811926" y="1146921"/>
                  </a:lnTo>
                  <a:lnTo>
                    <a:pt x="2826287" y="1104597"/>
                  </a:lnTo>
                  <a:lnTo>
                    <a:pt x="2827019" y="1097164"/>
                  </a:lnTo>
                  <a:lnTo>
                    <a:pt x="2827019" y="114414"/>
                  </a:lnTo>
                  <a:lnTo>
                    <a:pt x="2815447" y="71245"/>
                  </a:lnTo>
                  <a:lnTo>
                    <a:pt x="2788135" y="35709"/>
                  </a:lnTo>
                  <a:lnTo>
                    <a:pt x="2749526" y="13448"/>
                  </a:lnTo>
                  <a:lnTo>
                    <a:pt x="2720224" y="7619"/>
                  </a:lnTo>
                  <a:lnTo>
                    <a:pt x="2754747" y="7619"/>
                  </a:lnTo>
                  <a:lnTo>
                    <a:pt x="2790027" y="27626"/>
                  </a:lnTo>
                  <a:lnTo>
                    <a:pt x="2820226" y="64388"/>
                  </a:lnTo>
                  <a:lnTo>
                    <a:pt x="2834059" y="109909"/>
                  </a:lnTo>
                  <a:lnTo>
                    <a:pt x="2834639" y="1089659"/>
                  </a:lnTo>
                  <a:lnTo>
                    <a:pt x="2834059" y="1101670"/>
                  </a:lnTo>
                  <a:lnTo>
                    <a:pt x="2820226" y="1147190"/>
                  </a:lnTo>
                  <a:lnTo>
                    <a:pt x="2790027" y="1183952"/>
                  </a:lnTo>
                  <a:lnTo>
                    <a:pt x="2759376" y="1202298"/>
                  </a:lnTo>
                  <a:lnTo>
                    <a:pt x="2754745" y="1203959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>
              <a:hlinkClick r:id="rId3"/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88719" y="2923031"/>
              <a:ext cx="2164079" cy="576071"/>
            </a:xfrm>
            <a:prstGeom prst="rect">
              <a:avLst/>
            </a:prstGeom>
          </p:spPr>
        </p:pic>
      </p:grpSp>
      <p:grpSp>
        <p:nvGrpSpPr>
          <p:cNvPr id="44" name="object 44"/>
          <p:cNvGrpSpPr/>
          <p:nvPr/>
        </p:nvGrpSpPr>
        <p:grpSpPr>
          <a:xfrm>
            <a:off x="853439" y="4488158"/>
            <a:ext cx="2834640" cy="1204595"/>
            <a:chOff x="853439" y="4488158"/>
            <a:chExt cx="2834640" cy="1204595"/>
          </a:xfrm>
        </p:grpSpPr>
        <p:sp>
          <p:nvSpPr>
            <p:cNvPr id="45" name="object 45">
              <a:hlinkClick r:id="rId5"/>
            </p:cNvPr>
            <p:cNvSpPr/>
            <p:nvPr/>
          </p:nvSpPr>
          <p:spPr>
            <a:xfrm>
              <a:off x="853439" y="4488158"/>
              <a:ext cx="2834640" cy="1203960"/>
            </a:xfrm>
            <a:custGeom>
              <a:avLst/>
              <a:gdLst/>
              <a:ahLst/>
              <a:cxnLst/>
              <a:rect l="l" t="t" r="r" b="b"/>
              <a:pathLst>
                <a:path w="2834640" h="1203960">
                  <a:moveTo>
                    <a:pt x="2712719" y="1203959"/>
                  </a:moveTo>
                  <a:lnTo>
                    <a:pt x="121919" y="1203959"/>
                  </a:lnTo>
                  <a:lnTo>
                    <a:pt x="109909" y="1203379"/>
                  </a:lnTo>
                  <a:lnTo>
                    <a:pt x="64388" y="1189546"/>
                  </a:lnTo>
                  <a:lnTo>
                    <a:pt x="27627" y="1159346"/>
                  </a:lnTo>
                  <a:lnTo>
                    <a:pt x="5220" y="1117377"/>
                  </a:lnTo>
                  <a:lnTo>
                    <a:pt x="0" y="1082039"/>
                  </a:lnTo>
                  <a:lnTo>
                    <a:pt x="0" y="121919"/>
                  </a:lnTo>
                  <a:lnTo>
                    <a:pt x="9280" y="75262"/>
                  </a:lnTo>
                  <a:lnTo>
                    <a:pt x="35709" y="35709"/>
                  </a:lnTo>
                  <a:lnTo>
                    <a:pt x="75262" y="9280"/>
                  </a:lnTo>
                  <a:lnTo>
                    <a:pt x="121919" y="0"/>
                  </a:lnTo>
                  <a:lnTo>
                    <a:pt x="2712719" y="0"/>
                  </a:lnTo>
                  <a:lnTo>
                    <a:pt x="2759376" y="9280"/>
                  </a:lnTo>
                  <a:lnTo>
                    <a:pt x="2798930" y="35709"/>
                  </a:lnTo>
                  <a:lnTo>
                    <a:pt x="2825358" y="75262"/>
                  </a:lnTo>
                  <a:lnTo>
                    <a:pt x="2834639" y="121919"/>
                  </a:lnTo>
                  <a:lnTo>
                    <a:pt x="2834639" y="1082039"/>
                  </a:lnTo>
                  <a:lnTo>
                    <a:pt x="2825358" y="1128695"/>
                  </a:lnTo>
                  <a:lnTo>
                    <a:pt x="2798930" y="1168249"/>
                  </a:lnTo>
                  <a:lnTo>
                    <a:pt x="2759376" y="1194678"/>
                  </a:lnTo>
                  <a:lnTo>
                    <a:pt x="2712719" y="1203959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>
              <a:hlinkClick r:id="rId5"/>
            </p:cNvPr>
            <p:cNvSpPr/>
            <p:nvPr/>
          </p:nvSpPr>
          <p:spPr>
            <a:xfrm>
              <a:off x="853439" y="4488168"/>
              <a:ext cx="2834640" cy="1203960"/>
            </a:xfrm>
            <a:custGeom>
              <a:avLst/>
              <a:gdLst/>
              <a:ahLst/>
              <a:cxnLst/>
              <a:rect l="l" t="t" r="r" b="b"/>
              <a:pathLst>
                <a:path w="2834640" h="1203960">
                  <a:moveTo>
                    <a:pt x="2712719" y="1203959"/>
                  </a:moveTo>
                  <a:lnTo>
                    <a:pt x="121919" y="1203959"/>
                  </a:lnTo>
                  <a:lnTo>
                    <a:pt x="109909" y="1203379"/>
                  </a:lnTo>
                  <a:lnTo>
                    <a:pt x="64388" y="1189546"/>
                  </a:lnTo>
                  <a:lnTo>
                    <a:pt x="27627" y="1159346"/>
                  </a:lnTo>
                  <a:lnTo>
                    <a:pt x="5220" y="1117377"/>
                  </a:lnTo>
                  <a:lnTo>
                    <a:pt x="0" y="1082039"/>
                  </a:lnTo>
                  <a:lnTo>
                    <a:pt x="0" y="121919"/>
                  </a:lnTo>
                  <a:lnTo>
                    <a:pt x="9280" y="75262"/>
                  </a:lnTo>
                  <a:lnTo>
                    <a:pt x="35709" y="35709"/>
                  </a:lnTo>
                  <a:lnTo>
                    <a:pt x="75262" y="9280"/>
                  </a:lnTo>
                  <a:lnTo>
                    <a:pt x="121919" y="0"/>
                  </a:lnTo>
                  <a:lnTo>
                    <a:pt x="2712719" y="0"/>
                  </a:lnTo>
                  <a:lnTo>
                    <a:pt x="2724730" y="580"/>
                  </a:lnTo>
                  <a:lnTo>
                    <a:pt x="2736509" y="2320"/>
                  </a:lnTo>
                  <a:lnTo>
                    <a:pt x="2748058" y="5220"/>
                  </a:lnTo>
                  <a:lnTo>
                    <a:pt x="2754747" y="7619"/>
                  </a:lnTo>
                  <a:lnTo>
                    <a:pt x="114414" y="7619"/>
                  </a:lnTo>
                  <a:lnTo>
                    <a:pt x="106981" y="8352"/>
                  </a:lnTo>
                  <a:lnTo>
                    <a:pt x="64658" y="22713"/>
                  </a:lnTo>
                  <a:lnTo>
                    <a:pt x="31052" y="52178"/>
                  </a:lnTo>
                  <a:lnTo>
                    <a:pt x="11280" y="92260"/>
                  </a:lnTo>
                  <a:lnTo>
                    <a:pt x="7619" y="114414"/>
                  </a:lnTo>
                  <a:lnTo>
                    <a:pt x="7619" y="1089544"/>
                  </a:lnTo>
                  <a:lnTo>
                    <a:pt x="19192" y="1132714"/>
                  </a:lnTo>
                  <a:lnTo>
                    <a:pt x="46404" y="1168169"/>
                  </a:lnTo>
                  <a:lnTo>
                    <a:pt x="85113" y="1190511"/>
                  </a:lnTo>
                  <a:lnTo>
                    <a:pt x="114414" y="1196339"/>
                  </a:lnTo>
                  <a:lnTo>
                    <a:pt x="2754745" y="1196339"/>
                  </a:lnTo>
                  <a:lnTo>
                    <a:pt x="2748058" y="1198739"/>
                  </a:lnTo>
                  <a:lnTo>
                    <a:pt x="2736509" y="1201639"/>
                  </a:lnTo>
                  <a:lnTo>
                    <a:pt x="2724730" y="1203379"/>
                  </a:lnTo>
                  <a:lnTo>
                    <a:pt x="2712719" y="1203959"/>
                  </a:lnTo>
                  <a:close/>
                </a:path>
                <a:path w="2834640" h="1203960">
                  <a:moveTo>
                    <a:pt x="2754745" y="1196339"/>
                  </a:moveTo>
                  <a:lnTo>
                    <a:pt x="2720224" y="1196339"/>
                  </a:lnTo>
                  <a:lnTo>
                    <a:pt x="2727657" y="1195607"/>
                  </a:lnTo>
                  <a:lnTo>
                    <a:pt x="2742379" y="1192679"/>
                  </a:lnTo>
                  <a:lnTo>
                    <a:pt x="2782461" y="1172907"/>
                  </a:lnTo>
                  <a:lnTo>
                    <a:pt x="2811926" y="1139301"/>
                  </a:lnTo>
                  <a:lnTo>
                    <a:pt x="2826287" y="1096977"/>
                  </a:lnTo>
                  <a:lnTo>
                    <a:pt x="2827019" y="1089544"/>
                  </a:lnTo>
                  <a:lnTo>
                    <a:pt x="2827019" y="114414"/>
                  </a:lnTo>
                  <a:lnTo>
                    <a:pt x="2815447" y="71245"/>
                  </a:lnTo>
                  <a:lnTo>
                    <a:pt x="2788135" y="35709"/>
                  </a:lnTo>
                  <a:lnTo>
                    <a:pt x="2749526" y="13448"/>
                  </a:lnTo>
                  <a:lnTo>
                    <a:pt x="2720224" y="7619"/>
                  </a:lnTo>
                  <a:lnTo>
                    <a:pt x="2754747" y="7619"/>
                  </a:lnTo>
                  <a:lnTo>
                    <a:pt x="2790027" y="27626"/>
                  </a:lnTo>
                  <a:lnTo>
                    <a:pt x="2820226" y="64388"/>
                  </a:lnTo>
                  <a:lnTo>
                    <a:pt x="2834059" y="109909"/>
                  </a:lnTo>
                  <a:lnTo>
                    <a:pt x="2834639" y="1082039"/>
                  </a:lnTo>
                  <a:lnTo>
                    <a:pt x="2834059" y="1094049"/>
                  </a:lnTo>
                  <a:lnTo>
                    <a:pt x="2832319" y="1105829"/>
                  </a:lnTo>
                  <a:lnTo>
                    <a:pt x="2829418" y="1117377"/>
                  </a:lnTo>
                  <a:lnTo>
                    <a:pt x="2825358" y="1128695"/>
                  </a:lnTo>
                  <a:lnTo>
                    <a:pt x="2820353" y="1139301"/>
                  </a:lnTo>
                  <a:lnTo>
                    <a:pt x="2820226" y="1139569"/>
                  </a:lnTo>
                  <a:lnTo>
                    <a:pt x="2790027" y="1176332"/>
                  </a:lnTo>
                  <a:lnTo>
                    <a:pt x="2759376" y="1194678"/>
                  </a:lnTo>
                  <a:lnTo>
                    <a:pt x="2754745" y="1196339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>
              <a:hlinkClick r:id="rId5"/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92935" y="4797551"/>
              <a:ext cx="1755647" cy="582167"/>
            </a:xfrm>
            <a:prstGeom prst="rect">
              <a:avLst/>
            </a:prstGeom>
          </p:spPr>
        </p:pic>
      </p:grpSp>
      <p:grpSp>
        <p:nvGrpSpPr>
          <p:cNvPr id="48" name="object 48"/>
          <p:cNvGrpSpPr/>
          <p:nvPr/>
        </p:nvGrpSpPr>
        <p:grpSpPr>
          <a:xfrm>
            <a:off x="3931919" y="2606018"/>
            <a:ext cx="2827020" cy="1212215"/>
            <a:chOff x="3931919" y="2606018"/>
            <a:chExt cx="2827020" cy="1212215"/>
          </a:xfrm>
        </p:grpSpPr>
        <p:sp>
          <p:nvSpPr>
            <p:cNvPr id="49" name="object 49">
              <a:hlinkClick r:id="rId7"/>
            </p:cNvPr>
            <p:cNvSpPr/>
            <p:nvPr/>
          </p:nvSpPr>
          <p:spPr>
            <a:xfrm>
              <a:off x="3931919" y="2606018"/>
              <a:ext cx="2827020" cy="1211580"/>
            </a:xfrm>
            <a:custGeom>
              <a:avLst/>
              <a:gdLst/>
              <a:ahLst/>
              <a:cxnLst/>
              <a:rect l="l" t="t" r="r" b="b"/>
              <a:pathLst>
                <a:path w="2827020" h="1211579">
                  <a:moveTo>
                    <a:pt x="2705099" y="1211579"/>
                  </a:moveTo>
                  <a:lnTo>
                    <a:pt x="121919" y="1211579"/>
                  </a:lnTo>
                  <a:lnTo>
                    <a:pt x="109909" y="1210999"/>
                  </a:lnTo>
                  <a:lnTo>
                    <a:pt x="64388" y="1197166"/>
                  </a:lnTo>
                  <a:lnTo>
                    <a:pt x="27626" y="1166967"/>
                  </a:lnTo>
                  <a:lnTo>
                    <a:pt x="5219" y="1124998"/>
                  </a:lnTo>
                  <a:lnTo>
                    <a:pt x="0" y="1089659"/>
                  </a:lnTo>
                  <a:lnTo>
                    <a:pt x="0" y="121919"/>
                  </a:lnTo>
                  <a:lnTo>
                    <a:pt x="9280" y="75262"/>
                  </a:lnTo>
                  <a:lnTo>
                    <a:pt x="35709" y="35709"/>
                  </a:lnTo>
                  <a:lnTo>
                    <a:pt x="75262" y="9280"/>
                  </a:lnTo>
                  <a:lnTo>
                    <a:pt x="121919" y="0"/>
                  </a:lnTo>
                  <a:lnTo>
                    <a:pt x="2705099" y="0"/>
                  </a:lnTo>
                  <a:lnTo>
                    <a:pt x="2751756" y="9280"/>
                  </a:lnTo>
                  <a:lnTo>
                    <a:pt x="2791310" y="35709"/>
                  </a:lnTo>
                  <a:lnTo>
                    <a:pt x="2817738" y="75262"/>
                  </a:lnTo>
                  <a:lnTo>
                    <a:pt x="2827019" y="121919"/>
                  </a:lnTo>
                  <a:lnTo>
                    <a:pt x="2827019" y="1089659"/>
                  </a:lnTo>
                  <a:lnTo>
                    <a:pt x="2817738" y="1136316"/>
                  </a:lnTo>
                  <a:lnTo>
                    <a:pt x="2791310" y="1175870"/>
                  </a:lnTo>
                  <a:lnTo>
                    <a:pt x="2751755" y="1202298"/>
                  </a:lnTo>
                  <a:lnTo>
                    <a:pt x="2705099" y="1211579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>
              <a:hlinkClick r:id="rId7"/>
            </p:cNvPr>
            <p:cNvSpPr/>
            <p:nvPr/>
          </p:nvSpPr>
          <p:spPr>
            <a:xfrm>
              <a:off x="3931919" y="2606028"/>
              <a:ext cx="2827020" cy="1211580"/>
            </a:xfrm>
            <a:custGeom>
              <a:avLst/>
              <a:gdLst/>
              <a:ahLst/>
              <a:cxnLst/>
              <a:rect l="l" t="t" r="r" b="b"/>
              <a:pathLst>
                <a:path w="2827020" h="1211579">
                  <a:moveTo>
                    <a:pt x="2705099" y="1211579"/>
                  </a:moveTo>
                  <a:lnTo>
                    <a:pt x="121919" y="1211579"/>
                  </a:lnTo>
                  <a:lnTo>
                    <a:pt x="109909" y="1210999"/>
                  </a:lnTo>
                  <a:lnTo>
                    <a:pt x="64388" y="1197166"/>
                  </a:lnTo>
                  <a:lnTo>
                    <a:pt x="27626" y="1166967"/>
                  </a:lnTo>
                  <a:lnTo>
                    <a:pt x="5219" y="1124998"/>
                  </a:lnTo>
                  <a:lnTo>
                    <a:pt x="0" y="1089659"/>
                  </a:lnTo>
                  <a:lnTo>
                    <a:pt x="0" y="121919"/>
                  </a:lnTo>
                  <a:lnTo>
                    <a:pt x="9280" y="75262"/>
                  </a:lnTo>
                  <a:lnTo>
                    <a:pt x="35709" y="35709"/>
                  </a:lnTo>
                  <a:lnTo>
                    <a:pt x="75262" y="9280"/>
                  </a:lnTo>
                  <a:lnTo>
                    <a:pt x="121919" y="0"/>
                  </a:lnTo>
                  <a:lnTo>
                    <a:pt x="2705099" y="0"/>
                  </a:lnTo>
                  <a:lnTo>
                    <a:pt x="2717109" y="580"/>
                  </a:lnTo>
                  <a:lnTo>
                    <a:pt x="2728889" y="2320"/>
                  </a:lnTo>
                  <a:lnTo>
                    <a:pt x="2740438" y="5220"/>
                  </a:lnTo>
                  <a:lnTo>
                    <a:pt x="2747127" y="7619"/>
                  </a:lnTo>
                  <a:lnTo>
                    <a:pt x="114414" y="7619"/>
                  </a:lnTo>
                  <a:lnTo>
                    <a:pt x="106981" y="8352"/>
                  </a:lnTo>
                  <a:lnTo>
                    <a:pt x="64658" y="22713"/>
                  </a:lnTo>
                  <a:lnTo>
                    <a:pt x="31052" y="52178"/>
                  </a:lnTo>
                  <a:lnTo>
                    <a:pt x="11280" y="92260"/>
                  </a:lnTo>
                  <a:lnTo>
                    <a:pt x="7619" y="114414"/>
                  </a:lnTo>
                  <a:lnTo>
                    <a:pt x="7619" y="1097164"/>
                  </a:lnTo>
                  <a:lnTo>
                    <a:pt x="19192" y="1140334"/>
                  </a:lnTo>
                  <a:lnTo>
                    <a:pt x="46404" y="1175788"/>
                  </a:lnTo>
                  <a:lnTo>
                    <a:pt x="85112" y="1198131"/>
                  </a:lnTo>
                  <a:lnTo>
                    <a:pt x="114414" y="1203959"/>
                  </a:lnTo>
                  <a:lnTo>
                    <a:pt x="2747125" y="1203959"/>
                  </a:lnTo>
                  <a:lnTo>
                    <a:pt x="2740437" y="1206359"/>
                  </a:lnTo>
                  <a:lnTo>
                    <a:pt x="2728889" y="1209259"/>
                  </a:lnTo>
                  <a:lnTo>
                    <a:pt x="2717109" y="1210999"/>
                  </a:lnTo>
                  <a:lnTo>
                    <a:pt x="2705099" y="1211579"/>
                  </a:lnTo>
                  <a:close/>
                </a:path>
                <a:path w="2827020" h="1211579">
                  <a:moveTo>
                    <a:pt x="2747125" y="1203959"/>
                  </a:moveTo>
                  <a:lnTo>
                    <a:pt x="2712604" y="1203959"/>
                  </a:lnTo>
                  <a:lnTo>
                    <a:pt x="2720037" y="1203227"/>
                  </a:lnTo>
                  <a:lnTo>
                    <a:pt x="2734759" y="1200299"/>
                  </a:lnTo>
                  <a:lnTo>
                    <a:pt x="2774841" y="1180527"/>
                  </a:lnTo>
                  <a:lnTo>
                    <a:pt x="2804305" y="1146921"/>
                  </a:lnTo>
                  <a:lnTo>
                    <a:pt x="2818667" y="1104597"/>
                  </a:lnTo>
                  <a:lnTo>
                    <a:pt x="2819399" y="1097164"/>
                  </a:lnTo>
                  <a:lnTo>
                    <a:pt x="2819399" y="114414"/>
                  </a:lnTo>
                  <a:lnTo>
                    <a:pt x="2807826" y="71245"/>
                  </a:lnTo>
                  <a:lnTo>
                    <a:pt x="2780515" y="35709"/>
                  </a:lnTo>
                  <a:lnTo>
                    <a:pt x="2741906" y="13448"/>
                  </a:lnTo>
                  <a:lnTo>
                    <a:pt x="2712604" y="7619"/>
                  </a:lnTo>
                  <a:lnTo>
                    <a:pt x="2747127" y="7619"/>
                  </a:lnTo>
                  <a:lnTo>
                    <a:pt x="2782406" y="27626"/>
                  </a:lnTo>
                  <a:lnTo>
                    <a:pt x="2812606" y="64388"/>
                  </a:lnTo>
                  <a:lnTo>
                    <a:pt x="2826439" y="109909"/>
                  </a:lnTo>
                  <a:lnTo>
                    <a:pt x="2827019" y="1089659"/>
                  </a:lnTo>
                  <a:lnTo>
                    <a:pt x="2826439" y="1101670"/>
                  </a:lnTo>
                  <a:lnTo>
                    <a:pt x="2812606" y="1147190"/>
                  </a:lnTo>
                  <a:lnTo>
                    <a:pt x="2782406" y="1183952"/>
                  </a:lnTo>
                  <a:lnTo>
                    <a:pt x="2751755" y="1202298"/>
                  </a:lnTo>
                  <a:lnTo>
                    <a:pt x="2747125" y="1203959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>
              <a:hlinkClick r:id="rId7"/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267199" y="2923031"/>
              <a:ext cx="2157983" cy="576071"/>
            </a:xfrm>
            <a:prstGeom prst="rect">
              <a:avLst/>
            </a:prstGeom>
          </p:spPr>
        </p:pic>
      </p:grpSp>
      <p:grpSp>
        <p:nvGrpSpPr>
          <p:cNvPr id="52" name="object 52"/>
          <p:cNvGrpSpPr/>
          <p:nvPr/>
        </p:nvGrpSpPr>
        <p:grpSpPr>
          <a:xfrm>
            <a:off x="3931919" y="4488158"/>
            <a:ext cx="2827020" cy="1204595"/>
            <a:chOff x="3931919" y="4488158"/>
            <a:chExt cx="2827020" cy="1204595"/>
          </a:xfrm>
        </p:grpSpPr>
        <p:sp>
          <p:nvSpPr>
            <p:cNvPr id="53" name="object 53">
              <a:hlinkClick r:id="rId9"/>
            </p:cNvPr>
            <p:cNvSpPr/>
            <p:nvPr/>
          </p:nvSpPr>
          <p:spPr>
            <a:xfrm>
              <a:off x="3931919" y="4488158"/>
              <a:ext cx="2827020" cy="1203960"/>
            </a:xfrm>
            <a:custGeom>
              <a:avLst/>
              <a:gdLst/>
              <a:ahLst/>
              <a:cxnLst/>
              <a:rect l="l" t="t" r="r" b="b"/>
              <a:pathLst>
                <a:path w="2827020" h="1203960">
                  <a:moveTo>
                    <a:pt x="2705099" y="1203959"/>
                  </a:moveTo>
                  <a:lnTo>
                    <a:pt x="121919" y="1203959"/>
                  </a:lnTo>
                  <a:lnTo>
                    <a:pt x="109909" y="1203379"/>
                  </a:lnTo>
                  <a:lnTo>
                    <a:pt x="64388" y="1189546"/>
                  </a:lnTo>
                  <a:lnTo>
                    <a:pt x="27626" y="1159346"/>
                  </a:lnTo>
                  <a:lnTo>
                    <a:pt x="5219" y="1117377"/>
                  </a:lnTo>
                  <a:lnTo>
                    <a:pt x="0" y="1082039"/>
                  </a:lnTo>
                  <a:lnTo>
                    <a:pt x="0" y="121919"/>
                  </a:lnTo>
                  <a:lnTo>
                    <a:pt x="9280" y="75262"/>
                  </a:lnTo>
                  <a:lnTo>
                    <a:pt x="35709" y="35709"/>
                  </a:lnTo>
                  <a:lnTo>
                    <a:pt x="75261" y="9280"/>
                  </a:lnTo>
                  <a:lnTo>
                    <a:pt x="121919" y="0"/>
                  </a:lnTo>
                  <a:lnTo>
                    <a:pt x="2705099" y="0"/>
                  </a:lnTo>
                  <a:lnTo>
                    <a:pt x="2751755" y="9280"/>
                  </a:lnTo>
                  <a:lnTo>
                    <a:pt x="2791310" y="35709"/>
                  </a:lnTo>
                  <a:lnTo>
                    <a:pt x="2817738" y="75262"/>
                  </a:lnTo>
                  <a:lnTo>
                    <a:pt x="2827019" y="121919"/>
                  </a:lnTo>
                  <a:lnTo>
                    <a:pt x="2827019" y="1082039"/>
                  </a:lnTo>
                  <a:lnTo>
                    <a:pt x="2817738" y="1128695"/>
                  </a:lnTo>
                  <a:lnTo>
                    <a:pt x="2791310" y="1168249"/>
                  </a:lnTo>
                  <a:lnTo>
                    <a:pt x="2751755" y="1194678"/>
                  </a:lnTo>
                  <a:lnTo>
                    <a:pt x="2705099" y="1203959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>
              <a:hlinkClick r:id="rId9"/>
            </p:cNvPr>
            <p:cNvSpPr/>
            <p:nvPr/>
          </p:nvSpPr>
          <p:spPr>
            <a:xfrm>
              <a:off x="3931919" y="4488168"/>
              <a:ext cx="2827020" cy="1203960"/>
            </a:xfrm>
            <a:custGeom>
              <a:avLst/>
              <a:gdLst/>
              <a:ahLst/>
              <a:cxnLst/>
              <a:rect l="l" t="t" r="r" b="b"/>
              <a:pathLst>
                <a:path w="2827020" h="1203960">
                  <a:moveTo>
                    <a:pt x="2705099" y="1203959"/>
                  </a:moveTo>
                  <a:lnTo>
                    <a:pt x="121919" y="1203959"/>
                  </a:lnTo>
                  <a:lnTo>
                    <a:pt x="109909" y="1203379"/>
                  </a:lnTo>
                  <a:lnTo>
                    <a:pt x="64388" y="1189546"/>
                  </a:lnTo>
                  <a:lnTo>
                    <a:pt x="27626" y="1159346"/>
                  </a:lnTo>
                  <a:lnTo>
                    <a:pt x="5219" y="1117377"/>
                  </a:lnTo>
                  <a:lnTo>
                    <a:pt x="0" y="1082039"/>
                  </a:lnTo>
                  <a:lnTo>
                    <a:pt x="0" y="121919"/>
                  </a:lnTo>
                  <a:lnTo>
                    <a:pt x="9280" y="75262"/>
                  </a:lnTo>
                  <a:lnTo>
                    <a:pt x="35709" y="35709"/>
                  </a:lnTo>
                  <a:lnTo>
                    <a:pt x="75261" y="9280"/>
                  </a:lnTo>
                  <a:lnTo>
                    <a:pt x="121919" y="0"/>
                  </a:lnTo>
                  <a:lnTo>
                    <a:pt x="2705099" y="0"/>
                  </a:lnTo>
                  <a:lnTo>
                    <a:pt x="2717109" y="580"/>
                  </a:lnTo>
                  <a:lnTo>
                    <a:pt x="2728889" y="2320"/>
                  </a:lnTo>
                  <a:lnTo>
                    <a:pt x="2740437" y="5220"/>
                  </a:lnTo>
                  <a:lnTo>
                    <a:pt x="2747126" y="7619"/>
                  </a:lnTo>
                  <a:lnTo>
                    <a:pt x="114414" y="7619"/>
                  </a:lnTo>
                  <a:lnTo>
                    <a:pt x="106981" y="8352"/>
                  </a:lnTo>
                  <a:lnTo>
                    <a:pt x="64658" y="22713"/>
                  </a:lnTo>
                  <a:lnTo>
                    <a:pt x="31052" y="52178"/>
                  </a:lnTo>
                  <a:lnTo>
                    <a:pt x="11280" y="92260"/>
                  </a:lnTo>
                  <a:lnTo>
                    <a:pt x="7619" y="114414"/>
                  </a:lnTo>
                  <a:lnTo>
                    <a:pt x="7619" y="1089544"/>
                  </a:lnTo>
                  <a:lnTo>
                    <a:pt x="19192" y="1132714"/>
                  </a:lnTo>
                  <a:lnTo>
                    <a:pt x="46404" y="1168169"/>
                  </a:lnTo>
                  <a:lnTo>
                    <a:pt x="85112" y="1190511"/>
                  </a:lnTo>
                  <a:lnTo>
                    <a:pt x="114414" y="1196339"/>
                  </a:lnTo>
                  <a:lnTo>
                    <a:pt x="2747125" y="1196339"/>
                  </a:lnTo>
                  <a:lnTo>
                    <a:pt x="2740437" y="1198739"/>
                  </a:lnTo>
                  <a:lnTo>
                    <a:pt x="2728889" y="1201639"/>
                  </a:lnTo>
                  <a:lnTo>
                    <a:pt x="2717109" y="1203379"/>
                  </a:lnTo>
                  <a:lnTo>
                    <a:pt x="2705099" y="1203959"/>
                  </a:lnTo>
                  <a:close/>
                </a:path>
                <a:path w="2827020" h="1203960">
                  <a:moveTo>
                    <a:pt x="2747125" y="1196339"/>
                  </a:moveTo>
                  <a:lnTo>
                    <a:pt x="2712604" y="1196339"/>
                  </a:lnTo>
                  <a:lnTo>
                    <a:pt x="2720037" y="1195607"/>
                  </a:lnTo>
                  <a:lnTo>
                    <a:pt x="2734759" y="1192679"/>
                  </a:lnTo>
                  <a:lnTo>
                    <a:pt x="2774841" y="1172907"/>
                  </a:lnTo>
                  <a:lnTo>
                    <a:pt x="2804305" y="1139301"/>
                  </a:lnTo>
                  <a:lnTo>
                    <a:pt x="2818667" y="1096977"/>
                  </a:lnTo>
                  <a:lnTo>
                    <a:pt x="2819399" y="1089544"/>
                  </a:lnTo>
                  <a:lnTo>
                    <a:pt x="2819399" y="114414"/>
                  </a:lnTo>
                  <a:lnTo>
                    <a:pt x="2807826" y="71245"/>
                  </a:lnTo>
                  <a:lnTo>
                    <a:pt x="2780515" y="35709"/>
                  </a:lnTo>
                  <a:lnTo>
                    <a:pt x="2741906" y="13448"/>
                  </a:lnTo>
                  <a:lnTo>
                    <a:pt x="2712604" y="7619"/>
                  </a:lnTo>
                  <a:lnTo>
                    <a:pt x="2747126" y="7619"/>
                  </a:lnTo>
                  <a:lnTo>
                    <a:pt x="2782406" y="27626"/>
                  </a:lnTo>
                  <a:lnTo>
                    <a:pt x="2812606" y="64388"/>
                  </a:lnTo>
                  <a:lnTo>
                    <a:pt x="2826439" y="109909"/>
                  </a:lnTo>
                  <a:lnTo>
                    <a:pt x="2827019" y="1082039"/>
                  </a:lnTo>
                  <a:lnTo>
                    <a:pt x="2826439" y="1094049"/>
                  </a:lnTo>
                  <a:lnTo>
                    <a:pt x="2824699" y="1105829"/>
                  </a:lnTo>
                  <a:lnTo>
                    <a:pt x="2821798" y="1117377"/>
                  </a:lnTo>
                  <a:lnTo>
                    <a:pt x="2817738" y="1128695"/>
                  </a:lnTo>
                  <a:lnTo>
                    <a:pt x="2812732" y="1139301"/>
                  </a:lnTo>
                  <a:lnTo>
                    <a:pt x="2812606" y="1139569"/>
                  </a:lnTo>
                  <a:lnTo>
                    <a:pt x="2782406" y="1176332"/>
                  </a:lnTo>
                  <a:lnTo>
                    <a:pt x="2751755" y="1194678"/>
                  </a:lnTo>
                  <a:lnTo>
                    <a:pt x="2747125" y="1196339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>
              <a:hlinkClick r:id="rId9"/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602479" y="4797551"/>
              <a:ext cx="1487423" cy="582167"/>
            </a:xfrm>
            <a:prstGeom prst="rect">
              <a:avLst/>
            </a:prstGeom>
          </p:spPr>
        </p:pic>
      </p:grpSp>
      <p:grpSp>
        <p:nvGrpSpPr>
          <p:cNvPr id="56" name="object 56"/>
          <p:cNvGrpSpPr/>
          <p:nvPr/>
        </p:nvGrpSpPr>
        <p:grpSpPr>
          <a:xfrm>
            <a:off x="7002779" y="2606018"/>
            <a:ext cx="2834640" cy="1212215"/>
            <a:chOff x="7002779" y="2606018"/>
            <a:chExt cx="2834640" cy="1212215"/>
          </a:xfrm>
        </p:grpSpPr>
        <p:sp>
          <p:nvSpPr>
            <p:cNvPr id="57" name="object 57">
              <a:hlinkClick r:id="rId10"/>
            </p:cNvPr>
            <p:cNvSpPr/>
            <p:nvPr/>
          </p:nvSpPr>
          <p:spPr>
            <a:xfrm>
              <a:off x="7002779" y="2606018"/>
              <a:ext cx="2834640" cy="1211580"/>
            </a:xfrm>
            <a:custGeom>
              <a:avLst/>
              <a:gdLst/>
              <a:ahLst/>
              <a:cxnLst/>
              <a:rect l="l" t="t" r="r" b="b"/>
              <a:pathLst>
                <a:path w="2834640" h="1211579">
                  <a:moveTo>
                    <a:pt x="2712719" y="1211579"/>
                  </a:moveTo>
                  <a:lnTo>
                    <a:pt x="121919" y="1211579"/>
                  </a:lnTo>
                  <a:lnTo>
                    <a:pt x="109909" y="1210999"/>
                  </a:lnTo>
                  <a:lnTo>
                    <a:pt x="64388" y="1197166"/>
                  </a:lnTo>
                  <a:lnTo>
                    <a:pt x="27626" y="1166967"/>
                  </a:lnTo>
                  <a:lnTo>
                    <a:pt x="5219" y="1124998"/>
                  </a:lnTo>
                  <a:lnTo>
                    <a:pt x="0" y="1089659"/>
                  </a:lnTo>
                  <a:lnTo>
                    <a:pt x="0" y="121919"/>
                  </a:lnTo>
                  <a:lnTo>
                    <a:pt x="9279" y="75262"/>
                  </a:lnTo>
                  <a:lnTo>
                    <a:pt x="35709" y="35709"/>
                  </a:lnTo>
                  <a:lnTo>
                    <a:pt x="75262" y="9280"/>
                  </a:lnTo>
                  <a:lnTo>
                    <a:pt x="121919" y="0"/>
                  </a:lnTo>
                  <a:lnTo>
                    <a:pt x="2712719" y="0"/>
                  </a:lnTo>
                  <a:lnTo>
                    <a:pt x="2759376" y="9280"/>
                  </a:lnTo>
                  <a:lnTo>
                    <a:pt x="2798929" y="35709"/>
                  </a:lnTo>
                  <a:lnTo>
                    <a:pt x="2825357" y="75262"/>
                  </a:lnTo>
                  <a:lnTo>
                    <a:pt x="2834639" y="121919"/>
                  </a:lnTo>
                  <a:lnTo>
                    <a:pt x="2834639" y="1089659"/>
                  </a:lnTo>
                  <a:lnTo>
                    <a:pt x="2825358" y="1136316"/>
                  </a:lnTo>
                  <a:lnTo>
                    <a:pt x="2798929" y="1175870"/>
                  </a:lnTo>
                  <a:lnTo>
                    <a:pt x="2759375" y="1202298"/>
                  </a:lnTo>
                  <a:lnTo>
                    <a:pt x="2712719" y="1211579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>
              <a:hlinkClick r:id="rId10"/>
            </p:cNvPr>
            <p:cNvSpPr/>
            <p:nvPr/>
          </p:nvSpPr>
          <p:spPr>
            <a:xfrm>
              <a:off x="7002779" y="2606028"/>
              <a:ext cx="2834640" cy="1211580"/>
            </a:xfrm>
            <a:custGeom>
              <a:avLst/>
              <a:gdLst/>
              <a:ahLst/>
              <a:cxnLst/>
              <a:rect l="l" t="t" r="r" b="b"/>
              <a:pathLst>
                <a:path w="2834640" h="1211579">
                  <a:moveTo>
                    <a:pt x="2712719" y="1211579"/>
                  </a:moveTo>
                  <a:lnTo>
                    <a:pt x="121919" y="1211579"/>
                  </a:lnTo>
                  <a:lnTo>
                    <a:pt x="109909" y="1210999"/>
                  </a:lnTo>
                  <a:lnTo>
                    <a:pt x="64388" y="1197166"/>
                  </a:lnTo>
                  <a:lnTo>
                    <a:pt x="27626" y="1166967"/>
                  </a:lnTo>
                  <a:lnTo>
                    <a:pt x="5219" y="1124998"/>
                  </a:lnTo>
                  <a:lnTo>
                    <a:pt x="0" y="1089659"/>
                  </a:lnTo>
                  <a:lnTo>
                    <a:pt x="0" y="121919"/>
                  </a:lnTo>
                  <a:lnTo>
                    <a:pt x="9279" y="75262"/>
                  </a:lnTo>
                  <a:lnTo>
                    <a:pt x="35709" y="35709"/>
                  </a:lnTo>
                  <a:lnTo>
                    <a:pt x="75262" y="9280"/>
                  </a:lnTo>
                  <a:lnTo>
                    <a:pt x="121919" y="0"/>
                  </a:lnTo>
                  <a:lnTo>
                    <a:pt x="2712719" y="0"/>
                  </a:lnTo>
                  <a:lnTo>
                    <a:pt x="2724729" y="580"/>
                  </a:lnTo>
                  <a:lnTo>
                    <a:pt x="2736509" y="2320"/>
                  </a:lnTo>
                  <a:lnTo>
                    <a:pt x="2748058" y="5220"/>
                  </a:lnTo>
                  <a:lnTo>
                    <a:pt x="2754747" y="7619"/>
                  </a:lnTo>
                  <a:lnTo>
                    <a:pt x="114414" y="7619"/>
                  </a:lnTo>
                  <a:lnTo>
                    <a:pt x="106981" y="8352"/>
                  </a:lnTo>
                  <a:lnTo>
                    <a:pt x="64658" y="22713"/>
                  </a:lnTo>
                  <a:lnTo>
                    <a:pt x="31052" y="52178"/>
                  </a:lnTo>
                  <a:lnTo>
                    <a:pt x="11280" y="92260"/>
                  </a:lnTo>
                  <a:lnTo>
                    <a:pt x="7619" y="114414"/>
                  </a:lnTo>
                  <a:lnTo>
                    <a:pt x="7619" y="1097164"/>
                  </a:lnTo>
                  <a:lnTo>
                    <a:pt x="19192" y="1140334"/>
                  </a:lnTo>
                  <a:lnTo>
                    <a:pt x="46404" y="1175788"/>
                  </a:lnTo>
                  <a:lnTo>
                    <a:pt x="85112" y="1198131"/>
                  </a:lnTo>
                  <a:lnTo>
                    <a:pt x="114414" y="1203959"/>
                  </a:lnTo>
                  <a:lnTo>
                    <a:pt x="2754745" y="1203959"/>
                  </a:lnTo>
                  <a:lnTo>
                    <a:pt x="2748057" y="1206359"/>
                  </a:lnTo>
                  <a:lnTo>
                    <a:pt x="2736509" y="1209259"/>
                  </a:lnTo>
                  <a:lnTo>
                    <a:pt x="2724729" y="1210999"/>
                  </a:lnTo>
                  <a:lnTo>
                    <a:pt x="2712719" y="1211579"/>
                  </a:lnTo>
                  <a:close/>
                </a:path>
                <a:path w="2834640" h="1211579">
                  <a:moveTo>
                    <a:pt x="2754745" y="1203959"/>
                  </a:moveTo>
                  <a:lnTo>
                    <a:pt x="2720224" y="1203959"/>
                  </a:lnTo>
                  <a:lnTo>
                    <a:pt x="2727657" y="1203227"/>
                  </a:lnTo>
                  <a:lnTo>
                    <a:pt x="2742378" y="1200299"/>
                  </a:lnTo>
                  <a:lnTo>
                    <a:pt x="2782461" y="1180527"/>
                  </a:lnTo>
                  <a:lnTo>
                    <a:pt x="2811925" y="1146921"/>
                  </a:lnTo>
                  <a:lnTo>
                    <a:pt x="2826287" y="1104597"/>
                  </a:lnTo>
                  <a:lnTo>
                    <a:pt x="2827019" y="1097164"/>
                  </a:lnTo>
                  <a:lnTo>
                    <a:pt x="2827019" y="114414"/>
                  </a:lnTo>
                  <a:lnTo>
                    <a:pt x="2815446" y="71245"/>
                  </a:lnTo>
                  <a:lnTo>
                    <a:pt x="2788135" y="35709"/>
                  </a:lnTo>
                  <a:lnTo>
                    <a:pt x="2749526" y="13448"/>
                  </a:lnTo>
                  <a:lnTo>
                    <a:pt x="2720224" y="7619"/>
                  </a:lnTo>
                  <a:lnTo>
                    <a:pt x="2754747" y="7619"/>
                  </a:lnTo>
                  <a:lnTo>
                    <a:pt x="2790026" y="27626"/>
                  </a:lnTo>
                  <a:lnTo>
                    <a:pt x="2820225" y="64388"/>
                  </a:lnTo>
                  <a:lnTo>
                    <a:pt x="2834059" y="109909"/>
                  </a:lnTo>
                  <a:lnTo>
                    <a:pt x="2834639" y="1089659"/>
                  </a:lnTo>
                  <a:lnTo>
                    <a:pt x="2834059" y="1101670"/>
                  </a:lnTo>
                  <a:lnTo>
                    <a:pt x="2820225" y="1147190"/>
                  </a:lnTo>
                  <a:lnTo>
                    <a:pt x="2790026" y="1183952"/>
                  </a:lnTo>
                  <a:lnTo>
                    <a:pt x="2759375" y="1202298"/>
                  </a:lnTo>
                  <a:lnTo>
                    <a:pt x="2754745" y="1203959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>
              <a:hlinkClick r:id="rId10"/>
            </p:cNvPr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336535" y="2923031"/>
              <a:ext cx="2167127" cy="576071"/>
            </a:xfrm>
            <a:prstGeom prst="rect">
              <a:avLst/>
            </a:prstGeom>
          </p:spPr>
        </p:pic>
      </p:grpSp>
      <p:grpSp>
        <p:nvGrpSpPr>
          <p:cNvPr id="60" name="object 60"/>
          <p:cNvGrpSpPr/>
          <p:nvPr/>
        </p:nvGrpSpPr>
        <p:grpSpPr>
          <a:xfrm>
            <a:off x="7002779" y="4488158"/>
            <a:ext cx="2834640" cy="1204595"/>
            <a:chOff x="7002779" y="4488158"/>
            <a:chExt cx="2834640" cy="1204595"/>
          </a:xfrm>
        </p:grpSpPr>
        <p:sp>
          <p:nvSpPr>
            <p:cNvPr id="61" name="object 61">
              <a:hlinkClick r:id="rId12"/>
            </p:cNvPr>
            <p:cNvSpPr/>
            <p:nvPr/>
          </p:nvSpPr>
          <p:spPr>
            <a:xfrm>
              <a:off x="7002779" y="4488158"/>
              <a:ext cx="2834640" cy="1203960"/>
            </a:xfrm>
            <a:custGeom>
              <a:avLst/>
              <a:gdLst/>
              <a:ahLst/>
              <a:cxnLst/>
              <a:rect l="l" t="t" r="r" b="b"/>
              <a:pathLst>
                <a:path w="2834640" h="1203960">
                  <a:moveTo>
                    <a:pt x="2712719" y="1203959"/>
                  </a:moveTo>
                  <a:lnTo>
                    <a:pt x="121919" y="1203959"/>
                  </a:lnTo>
                  <a:lnTo>
                    <a:pt x="109909" y="1203379"/>
                  </a:lnTo>
                  <a:lnTo>
                    <a:pt x="64388" y="1189546"/>
                  </a:lnTo>
                  <a:lnTo>
                    <a:pt x="27626" y="1159346"/>
                  </a:lnTo>
                  <a:lnTo>
                    <a:pt x="5219" y="1117377"/>
                  </a:lnTo>
                  <a:lnTo>
                    <a:pt x="0" y="1082039"/>
                  </a:lnTo>
                  <a:lnTo>
                    <a:pt x="0" y="121919"/>
                  </a:lnTo>
                  <a:lnTo>
                    <a:pt x="9279" y="75262"/>
                  </a:lnTo>
                  <a:lnTo>
                    <a:pt x="35709" y="35709"/>
                  </a:lnTo>
                  <a:lnTo>
                    <a:pt x="75261" y="9280"/>
                  </a:lnTo>
                  <a:lnTo>
                    <a:pt x="121919" y="0"/>
                  </a:lnTo>
                  <a:lnTo>
                    <a:pt x="2712719" y="0"/>
                  </a:lnTo>
                  <a:lnTo>
                    <a:pt x="2759375" y="9280"/>
                  </a:lnTo>
                  <a:lnTo>
                    <a:pt x="2798929" y="35709"/>
                  </a:lnTo>
                  <a:lnTo>
                    <a:pt x="2825357" y="75262"/>
                  </a:lnTo>
                  <a:lnTo>
                    <a:pt x="2834639" y="121919"/>
                  </a:lnTo>
                  <a:lnTo>
                    <a:pt x="2834639" y="1082039"/>
                  </a:lnTo>
                  <a:lnTo>
                    <a:pt x="2825358" y="1128695"/>
                  </a:lnTo>
                  <a:lnTo>
                    <a:pt x="2798929" y="1168249"/>
                  </a:lnTo>
                  <a:lnTo>
                    <a:pt x="2759375" y="1194678"/>
                  </a:lnTo>
                  <a:lnTo>
                    <a:pt x="2712719" y="1203959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>
              <a:hlinkClick r:id="rId12"/>
            </p:cNvPr>
            <p:cNvSpPr/>
            <p:nvPr/>
          </p:nvSpPr>
          <p:spPr>
            <a:xfrm>
              <a:off x="7002779" y="4488168"/>
              <a:ext cx="2834640" cy="1203960"/>
            </a:xfrm>
            <a:custGeom>
              <a:avLst/>
              <a:gdLst/>
              <a:ahLst/>
              <a:cxnLst/>
              <a:rect l="l" t="t" r="r" b="b"/>
              <a:pathLst>
                <a:path w="2834640" h="1203960">
                  <a:moveTo>
                    <a:pt x="2712719" y="1203959"/>
                  </a:moveTo>
                  <a:lnTo>
                    <a:pt x="121919" y="1203959"/>
                  </a:lnTo>
                  <a:lnTo>
                    <a:pt x="109909" y="1203379"/>
                  </a:lnTo>
                  <a:lnTo>
                    <a:pt x="64388" y="1189546"/>
                  </a:lnTo>
                  <a:lnTo>
                    <a:pt x="27626" y="1159346"/>
                  </a:lnTo>
                  <a:lnTo>
                    <a:pt x="5219" y="1117377"/>
                  </a:lnTo>
                  <a:lnTo>
                    <a:pt x="0" y="1082039"/>
                  </a:lnTo>
                  <a:lnTo>
                    <a:pt x="0" y="121919"/>
                  </a:lnTo>
                  <a:lnTo>
                    <a:pt x="9279" y="75262"/>
                  </a:lnTo>
                  <a:lnTo>
                    <a:pt x="35709" y="35709"/>
                  </a:lnTo>
                  <a:lnTo>
                    <a:pt x="75261" y="9280"/>
                  </a:lnTo>
                  <a:lnTo>
                    <a:pt x="121919" y="0"/>
                  </a:lnTo>
                  <a:lnTo>
                    <a:pt x="2712719" y="0"/>
                  </a:lnTo>
                  <a:lnTo>
                    <a:pt x="2724729" y="580"/>
                  </a:lnTo>
                  <a:lnTo>
                    <a:pt x="2736509" y="2320"/>
                  </a:lnTo>
                  <a:lnTo>
                    <a:pt x="2748057" y="5220"/>
                  </a:lnTo>
                  <a:lnTo>
                    <a:pt x="2754746" y="7619"/>
                  </a:lnTo>
                  <a:lnTo>
                    <a:pt x="114414" y="7619"/>
                  </a:lnTo>
                  <a:lnTo>
                    <a:pt x="106981" y="8352"/>
                  </a:lnTo>
                  <a:lnTo>
                    <a:pt x="64658" y="22713"/>
                  </a:lnTo>
                  <a:lnTo>
                    <a:pt x="31052" y="52178"/>
                  </a:lnTo>
                  <a:lnTo>
                    <a:pt x="11280" y="92260"/>
                  </a:lnTo>
                  <a:lnTo>
                    <a:pt x="7619" y="114414"/>
                  </a:lnTo>
                  <a:lnTo>
                    <a:pt x="7619" y="1089544"/>
                  </a:lnTo>
                  <a:lnTo>
                    <a:pt x="19192" y="1132714"/>
                  </a:lnTo>
                  <a:lnTo>
                    <a:pt x="46404" y="1168169"/>
                  </a:lnTo>
                  <a:lnTo>
                    <a:pt x="85112" y="1190511"/>
                  </a:lnTo>
                  <a:lnTo>
                    <a:pt x="114414" y="1196339"/>
                  </a:lnTo>
                  <a:lnTo>
                    <a:pt x="2754745" y="1196339"/>
                  </a:lnTo>
                  <a:lnTo>
                    <a:pt x="2748057" y="1198739"/>
                  </a:lnTo>
                  <a:lnTo>
                    <a:pt x="2736509" y="1201639"/>
                  </a:lnTo>
                  <a:lnTo>
                    <a:pt x="2724729" y="1203379"/>
                  </a:lnTo>
                  <a:lnTo>
                    <a:pt x="2712719" y="1203959"/>
                  </a:lnTo>
                  <a:close/>
                </a:path>
                <a:path w="2834640" h="1203960">
                  <a:moveTo>
                    <a:pt x="2754745" y="1196339"/>
                  </a:moveTo>
                  <a:lnTo>
                    <a:pt x="2720224" y="1196339"/>
                  </a:lnTo>
                  <a:lnTo>
                    <a:pt x="2727657" y="1195607"/>
                  </a:lnTo>
                  <a:lnTo>
                    <a:pt x="2742378" y="1192679"/>
                  </a:lnTo>
                  <a:lnTo>
                    <a:pt x="2782461" y="1172907"/>
                  </a:lnTo>
                  <a:lnTo>
                    <a:pt x="2811925" y="1139301"/>
                  </a:lnTo>
                  <a:lnTo>
                    <a:pt x="2826287" y="1096977"/>
                  </a:lnTo>
                  <a:lnTo>
                    <a:pt x="2827019" y="1089544"/>
                  </a:lnTo>
                  <a:lnTo>
                    <a:pt x="2827019" y="114414"/>
                  </a:lnTo>
                  <a:lnTo>
                    <a:pt x="2815446" y="71245"/>
                  </a:lnTo>
                  <a:lnTo>
                    <a:pt x="2788135" y="35709"/>
                  </a:lnTo>
                  <a:lnTo>
                    <a:pt x="2749526" y="13448"/>
                  </a:lnTo>
                  <a:lnTo>
                    <a:pt x="2720224" y="7619"/>
                  </a:lnTo>
                  <a:lnTo>
                    <a:pt x="2754746" y="7619"/>
                  </a:lnTo>
                  <a:lnTo>
                    <a:pt x="2790026" y="27626"/>
                  </a:lnTo>
                  <a:lnTo>
                    <a:pt x="2820225" y="64388"/>
                  </a:lnTo>
                  <a:lnTo>
                    <a:pt x="2834059" y="109909"/>
                  </a:lnTo>
                  <a:lnTo>
                    <a:pt x="2834639" y="1082039"/>
                  </a:lnTo>
                  <a:lnTo>
                    <a:pt x="2834059" y="1094049"/>
                  </a:lnTo>
                  <a:lnTo>
                    <a:pt x="2832319" y="1105829"/>
                  </a:lnTo>
                  <a:lnTo>
                    <a:pt x="2829418" y="1117377"/>
                  </a:lnTo>
                  <a:lnTo>
                    <a:pt x="2825358" y="1128695"/>
                  </a:lnTo>
                  <a:lnTo>
                    <a:pt x="2820352" y="1139301"/>
                  </a:lnTo>
                  <a:lnTo>
                    <a:pt x="2820225" y="1139569"/>
                  </a:lnTo>
                  <a:lnTo>
                    <a:pt x="2790026" y="1176332"/>
                  </a:lnTo>
                  <a:lnTo>
                    <a:pt x="2759375" y="1194678"/>
                  </a:lnTo>
                  <a:lnTo>
                    <a:pt x="2754745" y="1196339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>
              <a:hlinkClick r:id="rId12"/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565135" y="4797551"/>
              <a:ext cx="1709927" cy="58216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90306" y="2167825"/>
            <a:ext cx="697230" cy="1428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0" b="1">
                <a:solidFill>
                  <a:srgbClr val="1754B9"/>
                </a:solidFill>
                <a:latin typeface="Georgia"/>
                <a:cs typeface="Georgia"/>
              </a:rPr>
              <a:t>T</a:t>
            </a:r>
            <a:r>
              <a:rPr dirty="0" sz="750" spc="-7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229" b="1">
                <a:solidFill>
                  <a:srgbClr val="1754B9"/>
                </a:solidFill>
                <a:latin typeface="Georgia"/>
                <a:cs typeface="Georgia"/>
              </a:rPr>
              <a:t>O</a:t>
            </a:r>
            <a:r>
              <a:rPr dirty="0" sz="750" spc="-5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95" b="1">
                <a:solidFill>
                  <a:srgbClr val="1754B9"/>
                </a:solidFill>
                <a:latin typeface="Georgia"/>
                <a:cs typeface="Georgia"/>
              </a:rPr>
              <a:t>K</a:t>
            </a:r>
            <a:r>
              <a:rPr dirty="0" sz="750" spc="-8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50" b="1">
                <a:solidFill>
                  <a:srgbClr val="1754B9"/>
                </a:solidFill>
                <a:latin typeface="Georgia"/>
                <a:cs typeface="Georgia"/>
              </a:rPr>
              <a:t>E</a:t>
            </a:r>
            <a:r>
              <a:rPr dirty="0" sz="750" spc="-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0" b="1">
                <a:solidFill>
                  <a:srgbClr val="1754B9"/>
                </a:solidFill>
                <a:latin typeface="Georgia"/>
                <a:cs typeface="Georgia"/>
              </a:rPr>
              <a:t>N</a:t>
            </a:r>
            <a:r>
              <a:rPr dirty="0" sz="750" spc="3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40" b="1">
                <a:solidFill>
                  <a:srgbClr val="1754B9"/>
                </a:solidFill>
                <a:latin typeface="Georgia"/>
                <a:cs typeface="Georgia"/>
              </a:rPr>
              <a:t>C</a:t>
            </a:r>
            <a:r>
              <a:rPr dirty="0" sz="750" spc="-5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b="1">
                <a:solidFill>
                  <a:srgbClr val="1754B9"/>
                </a:solidFill>
                <a:latin typeface="Georgia"/>
                <a:cs typeface="Georgia"/>
              </a:rPr>
              <a:t>I</a:t>
            </a:r>
            <a:r>
              <a:rPr dirty="0" sz="750" spc="-45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100" b="1">
                <a:solidFill>
                  <a:srgbClr val="1754B9"/>
                </a:solidFill>
                <a:latin typeface="Georgia"/>
                <a:cs typeface="Georgia"/>
              </a:rPr>
              <a:t>T</a:t>
            </a:r>
            <a:r>
              <a:rPr dirty="0" sz="750" spc="-70" b="1">
                <a:solidFill>
                  <a:srgbClr val="1754B9"/>
                </a:solidFill>
                <a:latin typeface="Georgia"/>
                <a:cs typeface="Georgia"/>
              </a:rPr>
              <a:t> </a:t>
            </a:r>
            <a:r>
              <a:rPr dirty="0" sz="750" spc="-50" b="1">
                <a:solidFill>
                  <a:srgbClr val="1754B9"/>
                </a:solidFill>
                <a:latin typeface="Georgia"/>
                <a:cs typeface="Georgia"/>
              </a:rPr>
              <a:t>Y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133883" y="2214527"/>
            <a:ext cx="4443730" cy="5899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14"/>
              <a:t>Ejemplos</a:t>
            </a:r>
            <a:r>
              <a:rPr dirty="0" spc="-254"/>
              <a:t> </a:t>
            </a:r>
            <a:r>
              <a:rPr dirty="0"/>
              <a:t>de</a:t>
            </a:r>
            <a:r>
              <a:rPr dirty="0" spc="-260"/>
              <a:t> </a:t>
            </a:r>
            <a:r>
              <a:rPr dirty="0" spc="-50"/>
              <a:t>clientes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573779" y="2857481"/>
            <a:ext cx="3543300" cy="236220"/>
            <a:chOff x="3573779" y="2857481"/>
            <a:chExt cx="3543300" cy="236220"/>
          </a:xfrm>
        </p:grpSpPr>
        <p:sp>
          <p:nvSpPr>
            <p:cNvPr id="5" name="object 5"/>
            <p:cNvSpPr/>
            <p:nvPr/>
          </p:nvSpPr>
          <p:spPr>
            <a:xfrm>
              <a:off x="3573779" y="2857481"/>
              <a:ext cx="3543300" cy="236220"/>
            </a:xfrm>
            <a:custGeom>
              <a:avLst/>
              <a:gdLst/>
              <a:ahLst/>
              <a:cxnLst/>
              <a:rect l="l" t="t" r="r" b="b"/>
              <a:pathLst>
                <a:path w="3543300" h="236219">
                  <a:moveTo>
                    <a:pt x="3425189" y="236219"/>
                  </a:moveTo>
                  <a:lnTo>
                    <a:pt x="118109" y="236219"/>
                  </a:lnTo>
                  <a:lnTo>
                    <a:pt x="106475" y="235657"/>
                  </a:lnTo>
                  <a:lnTo>
                    <a:pt x="62376" y="222257"/>
                  </a:lnTo>
                  <a:lnTo>
                    <a:pt x="26763" y="193001"/>
                  </a:lnTo>
                  <a:lnTo>
                    <a:pt x="5056" y="152344"/>
                  </a:lnTo>
                  <a:lnTo>
                    <a:pt x="0" y="118109"/>
                  </a:lnTo>
                  <a:lnTo>
                    <a:pt x="561" y="106474"/>
                  </a:lnTo>
                  <a:lnTo>
                    <a:pt x="13961" y="62376"/>
                  </a:lnTo>
                  <a:lnTo>
                    <a:pt x="43217" y="26763"/>
                  </a:lnTo>
                  <a:lnTo>
                    <a:pt x="83875" y="5057"/>
                  </a:lnTo>
                  <a:lnTo>
                    <a:pt x="118109" y="0"/>
                  </a:lnTo>
                  <a:lnTo>
                    <a:pt x="3425189" y="0"/>
                  </a:lnTo>
                  <a:lnTo>
                    <a:pt x="3470387" y="8990"/>
                  </a:lnTo>
                  <a:lnTo>
                    <a:pt x="3508705" y="34593"/>
                  </a:lnTo>
                  <a:lnTo>
                    <a:pt x="3534307" y="72910"/>
                  </a:lnTo>
                  <a:lnTo>
                    <a:pt x="3543299" y="118109"/>
                  </a:lnTo>
                  <a:lnTo>
                    <a:pt x="3542737" y="129744"/>
                  </a:lnTo>
                  <a:lnTo>
                    <a:pt x="3529336" y="173842"/>
                  </a:lnTo>
                  <a:lnTo>
                    <a:pt x="3500080" y="209456"/>
                  </a:lnTo>
                  <a:lnTo>
                    <a:pt x="3459423" y="231162"/>
                  </a:lnTo>
                  <a:lnTo>
                    <a:pt x="3425189" y="23621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573779" y="2857488"/>
              <a:ext cx="3543300" cy="236220"/>
            </a:xfrm>
            <a:custGeom>
              <a:avLst/>
              <a:gdLst/>
              <a:ahLst/>
              <a:cxnLst/>
              <a:rect l="l" t="t" r="r" b="b"/>
              <a:pathLst>
                <a:path w="3543300" h="236219">
                  <a:moveTo>
                    <a:pt x="3425189" y="236219"/>
                  </a:moveTo>
                  <a:lnTo>
                    <a:pt x="118109" y="236219"/>
                  </a:lnTo>
                  <a:lnTo>
                    <a:pt x="106475" y="235657"/>
                  </a:lnTo>
                  <a:lnTo>
                    <a:pt x="62376" y="222257"/>
                  </a:lnTo>
                  <a:lnTo>
                    <a:pt x="26763" y="193001"/>
                  </a:lnTo>
                  <a:lnTo>
                    <a:pt x="5056" y="152344"/>
                  </a:lnTo>
                  <a:lnTo>
                    <a:pt x="0" y="118109"/>
                  </a:lnTo>
                  <a:lnTo>
                    <a:pt x="561" y="106474"/>
                  </a:lnTo>
                  <a:lnTo>
                    <a:pt x="13961" y="62376"/>
                  </a:lnTo>
                  <a:lnTo>
                    <a:pt x="43217" y="26763"/>
                  </a:lnTo>
                  <a:lnTo>
                    <a:pt x="83875" y="5057"/>
                  </a:lnTo>
                  <a:lnTo>
                    <a:pt x="118109" y="0"/>
                  </a:lnTo>
                  <a:lnTo>
                    <a:pt x="3425189" y="0"/>
                  </a:lnTo>
                  <a:lnTo>
                    <a:pt x="3436824" y="561"/>
                  </a:lnTo>
                  <a:lnTo>
                    <a:pt x="3448235" y="2247"/>
                  </a:lnTo>
                  <a:lnTo>
                    <a:pt x="3459423" y="5057"/>
                  </a:lnTo>
                  <a:lnTo>
                    <a:pt x="3466567" y="7619"/>
                  </a:lnTo>
                  <a:lnTo>
                    <a:pt x="110855" y="7619"/>
                  </a:lnTo>
                  <a:lnTo>
                    <a:pt x="103669" y="8327"/>
                  </a:lnTo>
                  <a:lnTo>
                    <a:pt x="62757" y="22210"/>
                  </a:lnTo>
                  <a:lnTo>
                    <a:pt x="30271" y="50692"/>
                  </a:lnTo>
                  <a:lnTo>
                    <a:pt x="11158" y="89438"/>
                  </a:lnTo>
                  <a:lnTo>
                    <a:pt x="7619" y="110855"/>
                  </a:lnTo>
                  <a:lnTo>
                    <a:pt x="7619" y="125364"/>
                  </a:lnTo>
                  <a:lnTo>
                    <a:pt x="18806" y="167095"/>
                  </a:lnTo>
                  <a:lnTo>
                    <a:pt x="45111" y="201368"/>
                  </a:lnTo>
                  <a:lnTo>
                    <a:pt x="82529" y="222965"/>
                  </a:lnTo>
                  <a:lnTo>
                    <a:pt x="110855" y="228599"/>
                  </a:lnTo>
                  <a:lnTo>
                    <a:pt x="3466566" y="228599"/>
                  </a:lnTo>
                  <a:lnTo>
                    <a:pt x="3459423" y="231162"/>
                  </a:lnTo>
                  <a:lnTo>
                    <a:pt x="3448235" y="233972"/>
                  </a:lnTo>
                  <a:lnTo>
                    <a:pt x="3436824" y="235657"/>
                  </a:lnTo>
                  <a:lnTo>
                    <a:pt x="3425189" y="236219"/>
                  </a:lnTo>
                  <a:close/>
                </a:path>
                <a:path w="3543300" h="236219">
                  <a:moveTo>
                    <a:pt x="3466566" y="228599"/>
                  </a:moveTo>
                  <a:lnTo>
                    <a:pt x="3432444" y="228599"/>
                  </a:lnTo>
                  <a:lnTo>
                    <a:pt x="3439629" y="227892"/>
                  </a:lnTo>
                  <a:lnTo>
                    <a:pt x="3453860" y="225061"/>
                  </a:lnTo>
                  <a:lnTo>
                    <a:pt x="3492606" y="205948"/>
                  </a:lnTo>
                  <a:lnTo>
                    <a:pt x="3521088" y="173462"/>
                  </a:lnTo>
                  <a:lnTo>
                    <a:pt x="3534971" y="132549"/>
                  </a:lnTo>
                  <a:lnTo>
                    <a:pt x="3535679" y="125364"/>
                  </a:lnTo>
                  <a:lnTo>
                    <a:pt x="3535679" y="110855"/>
                  </a:lnTo>
                  <a:lnTo>
                    <a:pt x="3524492" y="69124"/>
                  </a:lnTo>
                  <a:lnTo>
                    <a:pt x="3498187" y="34851"/>
                  </a:lnTo>
                  <a:lnTo>
                    <a:pt x="3460769" y="13254"/>
                  </a:lnTo>
                  <a:lnTo>
                    <a:pt x="3432444" y="7619"/>
                  </a:lnTo>
                  <a:lnTo>
                    <a:pt x="3466567" y="7619"/>
                  </a:lnTo>
                  <a:lnTo>
                    <a:pt x="3500080" y="26763"/>
                  </a:lnTo>
                  <a:lnTo>
                    <a:pt x="3529336" y="62376"/>
                  </a:lnTo>
                  <a:lnTo>
                    <a:pt x="3542737" y="106474"/>
                  </a:lnTo>
                  <a:lnTo>
                    <a:pt x="3543299" y="118109"/>
                  </a:lnTo>
                  <a:lnTo>
                    <a:pt x="3542737" y="129744"/>
                  </a:lnTo>
                  <a:lnTo>
                    <a:pt x="3529336" y="173842"/>
                  </a:lnTo>
                  <a:lnTo>
                    <a:pt x="3500080" y="209456"/>
                  </a:lnTo>
                  <a:lnTo>
                    <a:pt x="3470387" y="227229"/>
                  </a:lnTo>
                  <a:lnTo>
                    <a:pt x="3466566" y="228599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3675379" y="2900214"/>
            <a:ext cx="3322954" cy="142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50" spc="85">
                <a:solidFill>
                  <a:srgbClr val="9CA2AF"/>
                </a:solidFill>
                <a:latin typeface="Georgia"/>
                <a:cs typeface="Georgia"/>
              </a:rPr>
              <a:t>Registro</a:t>
            </a:r>
            <a:r>
              <a:rPr dirty="0" sz="750" spc="325">
                <a:solidFill>
                  <a:srgbClr val="9CA2AF"/>
                </a:solidFill>
                <a:latin typeface="Georgia"/>
                <a:cs typeface="Georgia"/>
              </a:rPr>
              <a:t> </a:t>
            </a:r>
            <a:r>
              <a:rPr dirty="0" sz="750">
                <a:solidFill>
                  <a:srgbClr val="9CA2AF"/>
                </a:solidFill>
                <a:latin typeface="Georgia"/>
                <a:cs typeface="Georgia"/>
              </a:rPr>
              <a:t>y</a:t>
            </a:r>
            <a:r>
              <a:rPr dirty="0" sz="750" spc="300">
                <a:solidFill>
                  <a:srgbClr val="9CA2AF"/>
                </a:solidFill>
                <a:latin typeface="Georgia"/>
                <a:cs typeface="Georgia"/>
              </a:rPr>
              <a:t> </a:t>
            </a:r>
            <a:r>
              <a:rPr dirty="0" sz="750" spc="114">
                <a:solidFill>
                  <a:srgbClr val="9CA2AF"/>
                </a:solidFill>
                <a:latin typeface="Georgia"/>
                <a:cs typeface="Georgia"/>
              </a:rPr>
              <a:t>la</a:t>
            </a:r>
            <a:r>
              <a:rPr dirty="0" sz="750" spc="325">
                <a:solidFill>
                  <a:srgbClr val="9CA2AF"/>
                </a:solidFill>
                <a:latin typeface="Georgia"/>
                <a:cs typeface="Georgia"/>
              </a:rPr>
              <a:t> </a:t>
            </a:r>
            <a:r>
              <a:rPr dirty="0" sz="750" spc="100">
                <a:solidFill>
                  <a:srgbClr val="9CA2AF"/>
                </a:solidFill>
                <a:latin typeface="Georgia"/>
                <a:cs typeface="Georgia"/>
              </a:rPr>
              <a:t>inscripción</a:t>
            </a:r>
            <a:r>
              <a:rPr dirty="0" sz="750" spc="330">
                <a:solidFill>
                  <a:srgbClr val="9CA2AF"/>
                </a:solidFill>
                <a:latin typeface="Georgia"/>
                <a:cs typeface="Georgia"/>
              </a:rPr>
              <a:t> </a:t>
            </a:r>
            <a:r>
              <a:rPr dirty="0" sz="750">
                <a:solidFill>
                  <a:srgbClr val="9CA2AF"/>
                </a:solidFill>
                <a:latin typeface="Georgia"/>
                <a:cs typeface="Georgia"/>
              </a:rPr>
              <a:t>de</a:t>
            </a:r>
            <a:r>
              <a:rPr dirty="0" sz="750" spc="325">
                <a:solidFill>
                  <a:srgbClr val="9CA2AF"/>
                </a:solidFill>
                <a:latin typeface="Georgia"/>
                <a:cs typeface="Georgia"/>
              </a:rPr>
              <a:t> </a:t>
            </a:r>
            <a:r>
              <a:rPr dirty="0" sz="750" spc="105">
                <a:solidFill>
                  <a:srgbClr val="9CA2AF"/>
                </a:solidFill>
                <a:latin typeface="Georgia"/>
                <a:cs typeface="Georgia"/>
              </a:rPr>
              <a:t>activos</a:t>
            </a:r>
            <a:r>
              <a:rPr dirty="0" sz="750" spc="320">
                <a:solidFill>
                  <a:srgbClr val="9CA2AF"/>
                </a:solidFill>
                <a:latin typeface="Georgia"/>
                <a:cs typeface="Georgia"/>
              </a:rPr>
              <a:t> </a:t>
            </a:r>
            <a:r>
              <a:rPr dirty="0" sz="750" spc="75">
                <a:solidFill>
                  <a:srgbClr val="9CA2AF"/>
                </a:solidFill>
                <a:latin typeface="Georgia"/>
                <a:cs typeface="Georgia"/>
              </a:rPr>
              <a:t>tokenizados</a:t>
            </a:r>
            <a:r>
              <a:rPr dirty="0" sz="750" spc="320">
                <a:solidFill>
                  <a:srgbClr val="9CA2AF"/>
                </a:solidFill>
                <a:latin typeface="Georgia"/>
                <a:cs typeface="Georgia"/>
              </a:rPr>
              <a:t> </a:t>
            </a:r>
            <a:r>
              <a:rPr dirty="0" sz="750" spc="70">
                <a:solidFill>
                  <a:srgbClr val="9CA2AF"/>
                </a:solidFill>
                <a:latin typeface="Georgia"/>
                <a:cs typeface="Georgia"/>
              </a:rPr>
              <a:t>(</a:t>
            </a:r>
            <a:r>
              <a:rPr dirty="0" sz="750" spc="-90">
                <a:solidFill>
                  <a:srgbClr val="9CA2AF"/>
                </a:solidFill>
                <a:latin typeface="Georgia"/>
                <a:cs typeface="Georgia"/>
              </a:rPr>
              <a:t> </a:t>
            </a:r>
            <a:r>
              <a:rPr dirty="0" sz="750">
                <a:solidFill>
                  <a:srgbClr val="9CA2AF"/>
                </a:solidFill>
                <a:latin typeface="Georgia"/>
                <a:cs typeface="Georgia"/>
              </a:rPr>
              <a:t>E.</a:t>
            </a:r>
            <a:r>
              <a:rPr dirty="0" sz="750" spc="-10">
                <a:solidFill>
                  <a:srgbClr val="9CA2AF"/>
                </a:solidFill>
                <a:latin typeface="Georgia"/>
                <a:cs typeface="Georgia"/>
              </a:rPr>
              <a:t> </a:t>
            </a:r>
            <a:r>
              <a:rPr dirty="0" sz="750">
                <a:solidFill>
                  <a:srgbClr val="9CA2AF"/>
                </a:solidFill>
                <a:latin typeface="Georgia"/>
                <a:cs typeface="Georgia"/>
              </a:rPr>
              <a:t>R.</a:t>
            </a:r>
            <a:r>
              <a:rPr dirty="0" sz="750" spc="-10">
                <a:solidFill>
                  <a:srgbClr val="9CA2AF"/>
                </a:solidFill>
                <a:latin typeface="Georgia"/>
                <a:cs typeface="Georgia"/>
              </a:rPr>
              <a:t> </a:t>
            </a:r>
            <a:r>
              <a:rPr dirty="0" sz="750" spc="105">
                <a:solidFill>
                  <a:srgbClr val="9CA2AF"/>
                </a:solidFill>
                <a:latin typeface="Georgia"/>
                <a:cs typeface="Georgia"/>
              </a:rPr>
              <a:t>I.</a:t>
            </a:r>
            <a:r>
              <a:rPr dirty="0" sz="750" spc="-5">
                <a:solidFill>
                  <a:srgbClr val="9CA2AF"/>
                </a:solidFill>
                <a:latin typeface="Georgia"/>
                <a:cs typeface="Georgia"/>
              </a:rPr>
              <a:t> </a:t>
            </a:r>
            <a:r>
              <a:rPr dirty="0" sz="750">
                <a:solidFill>
                  <a:srgbClr val="9CA2AF"/>
                </a:solidFill>
                <a:latin typeface="Georgia"/>
                <a:cs typeface="Georgia"/>
              </a:rPr>
              <a:t>R.</a:t>
            </a:r>
            <a:r>
              <a:rPr dirty="0" sz="750" spc="-10">
                <a:solidFill>
                  <a:srgbClr val="9CA2AF"/>
                </a:solidFill>
                <a:latin typeface="Georgia"/>
                <a:cs typeface="Georgia"/>
              </a:rPr>
              <a:t> </a:t>
            </a:r>
            <a:r>
              <a:rPr dirty="0" sz="750" spc="-50">
                <a:solidFill>
                  <a:srgbClr val="9CA2AF"/>
                </a:solidFill>
                <a:latin typeface="Georgia"/>
                <a:cs typeface="Georgia"/>
              </a:rPr>
              <a:t>)</a:t>
            </a:r>
            <a:endParaRPr sz="75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10472" y="3232825"/>
            <a:ext cx="56629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30555" marR="5080" indent="-618490">
              <a:lnSpc>
                <a:spcPct val="121700"/>
              </a:lnSpc>
              <a:spcBef>
                <a:spcPts val="95"/>
              </a:spcBef>
            </a:pP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Token</a:t>
            </a:r>
            <a:r>
              <a:rPr dirty="0" sz="1150" spc="12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City</a:t>
            </a:r>
            <a:r>
              <a:rPr dirty="0" sz="1150" spc="-1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provee</a:t>
            </a:r>
            <a:r>
              <a:rPr dirty="0" sz="1150" spc="5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la</a:t>
            </a:r>
            <a:r>
              <a:rPr dirty="0" sz="1150" spc="13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45">
                <a:solidFill>
                  <a:srgbClr val="9CA2AF"/>
                </a:solidFill>
                <a:latin typeface="Microsoft Sans Serif"/>
                <a:cs typeface="Microsoft Sans Serif"/>
              </a:rPr>
              <a:t>infraestructura</a:t>
            </a:r>
            <a:r>
              <a:rPr dirty="0" sz="1150" spc="13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45">
                <a:solidFill>
                  <a:srgbClr val="9CA2AF"/>
                </a:solidFill>
                <a:latin typeface="Microsoft Sans Serif"/>
                <a:cs typeface="Microsoft Sans Serif"/>
              </a:rPr>
              <a:t>tecnológica</a:t>
            </a:r>
            <a:r>
              <a:rPr dirty="0" sz="1150" spc="13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para</a:t>
            </a:r>
            <a:r>
              <a:rPr dirty="0" sz="1150" spc="13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prestar</a:t>
            </a:r>
            <a:r>
              <a:rPr dirty="0" sz="1150" spc="8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el</a:t>
            </a:r>
            <a:r>
              <a:rPr dirty="0" sz="1150" spc="19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servicio</a:t>
            </a:r>
            <a:r>
              <a:rPr dirty="0" sz="1150" spc="5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5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1150" spc="5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0">
                <a:solidFill>
                  <a:srgbClr val="9CA2AF"/>
                </a:solidFill>
                <a:latin typeface="Microsoft Sans Serif"/>
                <a:cs typeface="Microsoft Sans Serif"/>
              </a:rPr>
              <a:t>ERIR</a:t>
            </a:r>
            <a:r>
              <a:rPr dirty="0" sz="1150" spc="5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50">
                <a:solidFill>
                  <a:srgbClr val="9CA2AF"/>
                </a:solidFill>
                <a:latin typeface="Microsoft Sans Serif"/>
                <a:cs typeface="Microsoft Sans Serif"/>
              </a:rPr>
              <a:t>a </a:t>
            </a:r>
            <a:r>
              <a:rPr dirty="0" sz="1150" spc="50">
                <a:solidFill>
                  <a:srgbClr val="9CA2AF"/>
                </a:solidFill>
                <a:latin typeface="Microsoft Sans Serif"/>
                <a:cs typeface="Microsoft Sans Serif"/>
              </a:rPr>
              <a:t>instituciones</a:t>
            </a:r>
            <a:r>
              <a:rPr dirty="0" sz="1150" spc="7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financieras,</a:t>
            </a:r>
            <a:r>
              <a:rPr dirty="0" sz="1150" spc="15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45">
                <a:solidFill>
                  <a:srgbClr val="9CA2AF"/>
                </a:solidFill>
                <a:latin typeface="Microsoft Sans Serif"/>
                <a:cs typeface="Microsoft Sans Serif"/>
              </a:rPr>
              <a:t>incluida</a:t>
            </a:r>
            <a:r>
              <a:rPr dirty="0" sz="1150" spc="16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su</a:t>
            </a:r>
            <a:r>
              <a:rPr dirty="0" sz="1150" spc="17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propia</a:t>
            </a:r>
            <a:r>
              <a:rPr dirty="0" sz="1150" spc="16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Agencia</a:t>
            </a:r>
            <a:r>
              <a:rPr dirty="0" sz="1150" spc="16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5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1150" spc="8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9CA2AF"/>
                </a:solidFill>
                <a:latin typeface="Microsoft Sans Serif"/>
                <a:cs typeface="Microsoft Sans Serif"/>
              </a:rPr>
              <a:t>Valores.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173479" y="4015721"/>
            <a:ext cx="2659380" cy="1203960"/>
            <a:chOff x="1173479" y="4015721"/>
            <a:chExt cx="2659380" cy="1203960"/>
          </a:xfrm>
        </p:grpSpPr>
        <p:sp>
          <p:nvSpPr>
            <p:cNvPr id="10" name="object 10"/>
            <p:cNvSpPr/>
            <p:nvPr/>
          </p:nvSpPr>
          <p:spPr>
            <a:xfrm>
              <a:off x="1173479" y="4015721"/>
              <a:ext cx="2659380" cy="1203960"/>
            </a:xfrm>
            <a:custGeom>
              <a:avLst/>
              <a:gdLst/>
              <a:ahLst/>
              <a:cxnLst/>
              <a:rect l="l" t="t" r="r" b="b"/>
              <a:pathLst>
                <a:path w="2659379" h="1203960">
                  <a:moveTo>
                    <a:pt x="2537459" y="1203959"/>
                  </a:moveTo>
                  <a:lnTo>
                    <a:pt x="121919" y="1203959"/>
                  </a:lnTo>
                  <a:lnTo>
                    <a:pt x="109909" y="1203379"/>
                  </a:lnTo>
                  <a:lnTo>
                    <a:pt x="64388" y="1189546"/>
                  </a:lnTo>
                  <a:lnTo>
                    <a:pt x="27626" y="1159347"/>
                  </a:lnTo>
                  <a:lnTo>
                    <a:pt x="5220" y="1117378"/>
                  </a:lnTo>
                  <a:lnTo>
                    <a:pt x="0" y="1082039"/>
                  </a:lnTo>
                  <a:lnTo>
                    <a:pt x="0" y="121919"/>
                  </a:lnTo>
                  <a:lnTo>
                    <a:pt x="9280" y="75262"/>
                  </a:lnTo>
                  <a:lnTo>
                    <a:pt x="35709" y="35709"/>
                  </a:lnTo>
                  <a:lnTo>
                    <a:pt x="75263" y="9280"/>
                  </a:lnTo>
                  <a:lnTo>
                    <a:pt x="121919" y="0"/>
                  </a:lnTo>
                  <a:lnTo>
                    <a:pt x="2537459" y="0"/>
                  </a:lnTo>
                  <a:lnTo>
                    <a:pt x="2584116" y="9280"/>
                  </a:lnTo>
                  <a:lnTo>
                    <a:pt x="2623670" y="35709"/>
                  </a:lnTo>
                  <a:lnTo>
                    <a:pt x="2650098" y="75262"/>
                  </a:lnTo>
                  <a:lnTo>
                    <a:pt x="2659379" y="121919"/>
                  </a:lnTo>
                  <a:lnTo>
                    <a:pt x="2659379" y="1082039"/>
                  </a:lnTo>
                  <a:lnTo>
                    <a:pt x="2650098" y="1128696"/>
                  </a:lnTo>
                  <a:lnTo>
                    <a:pt x="2623670" y="1168249"/>
                  </a:lnTo>
                  <a:lnTo>
                    <a:pt x="2584114" y="1194679"/>
                  </a:lnTo>
                  <a:lnTo>
                    <a:pt x="2537459" y="1203959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173479" y="4015728"/>
              <a:ext cx="2659380" cy="1203960"/>
            </a:xfrm>
            <a:custGeom>
              <a:avLst/>
              <a:gdLst/>
              <a:ahLst/>
              <a:cxnLst/>
              <a:rect l="l" t="t" r="r" b="b"/>
              <a:pathLst>
                <a:path w="2659379" h="1203960">
                  <a:moveTo>
                    <a:pt x="2537459" y="1203959"/>
                  </a:moveTo>
                  <a:lnTo>
                    <a:pt x="121919" y="1203959"/>
                  </a:lnTo>
                  <a:lnTo>
                    <a:pt x="109909" y="1203379"/>
                  </a:lnTo>
                  <a:lnTo>
                    <a:pt x="64388" y="1189546"/>
                  </a:lnTo>
                  <a:lnTo>
                    <a:pt x="27626" y="1159347"/>
                  </a:lnTo>
                  <a:lnTo>
                    <a:pt x="5220" y="1117378"/>
                  </a:lnTo>
                  <a:lnTo>
                    <a:pt x="0" y="1082039"/>
                  </a:lnTo>
                  <a:lnTo>
                    <a:pt x="0" y="121919"/>
                  </a:lnTo>
                  <a:lnTo>
                    <a:pt x="9280" y="75262"/>
                  </a:lnTo>
                  <a:lnTo>
                    <a:pt x="35709" y="35709"/>
                  </a:lnTo>
                  <a:lnTo>
                    <a:pt x="75263" y="9280"/>
                  </a:lnTo>
                  <a:lnTo>
                    <a:pt x="121919" y="0"/>
                  </a:lnTo>
                  <a:lnTo>
                    <a:pt x="2537459" y="0"/>
                  </a:lnTo>
                  <a:lnTo>
                    <a:pt x="2549470" y="580"/>
                  </a:lnTo>
                  <a:lnTo>
                    <a:pt x="2561249" y="2320"/>
                  </a:lnTo>
                  <a:lnTo>
                    <a:pt x="2572798" y="5220"/>
                  </a:lnTo>
                  <a:lnTo>
                    <a:pt x="2579487" y="7619"/>
                  </a:lnTo>
                  <a:lnTo>
                    <a:pt x="114414" y="7619"/>
                  </a:lnTo>
                  <a:lnTo>
                    <a:pt x="106981" y="8352"/>
                  </a:lnTo>
                  <a:lnTo>
                    <a:pt x="64658" y="22713"/>
                  </a:lnTo>
                  <a:lnTo>
                    <a:pt x="31052" y="52178"/>
                  </a:lnTo>
                  <a:lnTo>
                    <a:pt x="11280" y="92260"/>
                  </a:lnTo>
                  <a:lnTo>
                    <a:pt x="7619" y="114414"/>
                  </a:lnTo>
                  <a:lnTo>
                    <a:pt x="7619" y="1089544"/>
                  </a:lnTo>
                  <a:lnTo>
                    <a:pt x="19192" y="1132714"/>
                  </a:lnTo>
                  <a:lnTo>
                    <a:pt x="46404" y="1168169"/>
                  </a:lnTo>
                  <a:lnTo>
                    <a:pt x="85113" y="1190511"/>
                  </a:lnTo>
                  <a:lnTo>
                    <a:pt x="114414" y="1196339"/>
                  </a:lnTo>
                  <a:lnTo>
                    <a:pt x="2579485" y="1196339"/>
                  </a:lnTo>
                  <a:lnTo>
                    <a:pt x="2572796" y="1198739"/>
                  </a:lnTo>
                  <a:lnTo>
                    <a:pt x="2561248" y="1201639"/>
                  </a:lnTo>
                  <a:lnTo>
                    <a:pt x="2549469" y="1203379"/>
                  </a:lnTo>
                  <a:lnTo>
                    <a:pt x="2537459" y="1203959"/>
                  </a:lnTo>
                  <a:close/>
                </a:path>
                <a:path w="2659379" h="1203960">
                  <a:moveTo>
                    <a:pt x="2579485" y="1196339"/>
                  </a:moveTo>
                  <a:lnTo>
                    <a:pt x="2544964" y="1196339"/>
                  </a:lnTo>
                  <a:lnTo>
                    <a:pt x="2552397" y="1195607"/>
                  </a:lnTo>
                  <a:lnTo>
                    <a:pt x="2567119" y="1192679"/>
                  </a:lnTo>
                  <a:lnTo>
                    <a:pt x="2607201" y="1172907"/>
                  </a:lnTo>
                  <a:lnTo>
                    <a:pt x="2636665" y="1139301"/>
                  </a:lnTo>
                  <a:lnTo>
                    <a:pt x="2651027" y="1096977"/>
                  </a:lnTo>
                  <a:lnTo>
                    <a:pt x="2651759" y="1089544"/>
                  </a:lnTo>
                  <a:lnTo>
                    <a:pt x="2651759" y="114414"/>
                  </a:lnTo>
                  <a:lnTo>
                    <a:pt x="2640186" y="71245"/>
                  </a:lnTo>
                  <a:lnTo>
                    <a:pt x="2612875" y="35709"/>
                  </a:lnTo>
                  <a:lnTo>
                    <a:pt x="2574266" y="13448"/>
                  </a:lnTo>
                  <a:lnTo>
                    <a:pt x="2544964" y="7619"/>
                  </a:lnTo>
                  <a:lnTo>
                    <a:pt x="2579487" y="7619"/>
                  </a:lnTo>
                  <a:lnTo>
                    <a:pt x="2614767" y="27626"/>
                  </a:lnTo>
                  <a:lnTo>
                    <a:pt x="2644966" y="64388"/>
                  </a:lnTo>
                  <a:lnTo>
                    <a:pt x="2658799" y="109909"/>
                  </a:lnTo>
                  <a:lnTo>
                    <a:pt x="2659379" y="1082039"/>
                  </a:lnTo>
                  <a:lnTo>
                    <a:pt x="2658799" y="1094050"/>
                  </a:lnTo>
                  <a:lnTo>
                    <a:pt x="2657059" y="1105829"/>
                  </a:lnTo>
                  <a:lnTo>
                    <a:pt x="2654158" y="1117378"/>
                  </a:lnTo>
                  <a:lnTo>
                    <a:pt x="2650098" y="1128696"/>
                  </a:lnTo>
                  <a:lnTo>
                    <a:pt x="2645093" y="1139301"/>
                  </a:lnTo>
                  <a:lnTo>
                    <a:pt x="2644966" y="1139570"/>
                  </a:lnTo>
                  <a:lnTo>
                    <a:pt x="2614767" y="1176332"/>
                  </a:lnTo>
                  <a:lnTo>
                    <a:pt x="2584114" y="1194679"/>
                  </a:lnTo>
                  <a:lnTo>
                    <a:pt x="2579485" y="1196339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4959" y="4325111"/>
              <a:ext cx="1837943" cy="582167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4015739" y="4015721"/>
            <a:ext cx="2659380" cy="1203960"/>
            <a:chOff x="4015739" y="4015721"/>
            <a:chExt cx="2659380" cy="1203960"/>
          </a:xfrm>
        </p:grpSpPr>
        <p:sp>
          <p:nvSpPr>
            <p:cNvPr id="14" name="object 14"/>
            <p:cNvSpPr/>
            <p:nvPr/>
          </p:nvSpPr>
          <p:spPr>
            <a:xfrm>
              <a:off x="4015739" y="4015721"/>
              <a:ext cx="2659380" cy="1203960"/>
            </a:xfrm>
            <a:custGeom>
              <a:avLst/>
              <a:gdLst/>
              <a:ahLst/>
              <a:cxnLst/>
              <a:rect l="l" t="t" r="r" b="b"/>
              <a:pathLst>
                <a:path w="2659379" h="1203960">
                  <a:moveTo>
                    <a:pt x="2537459" y="1203959"/>
                  </a:moveTo>
                  <a:lnTo>
                    <a:pt x="121919" y="1203959"/>
                  </a:lnTo>
                  <a:lnTo>
                    <a:pt x="109909" y="1203379"/>
                  </a:lnTo>
                  <a:lnTo>
                    <a:pt x="64388" y="1189546"/>
                  </a:lnTo>
                  <a:lnTo>
                    <a:pt x="27626" y="1159347"/>
                  </a:lnTo>
                  <a:lnTo>
                    <a:pt x="5220" y="1117378"/>
                  </a:lnTo>
                  <a:lnTo>
                    <a:pt x="0" y="1082039"/>
                  </a:lnTo>
                  <a:lnTo>
                    <a:pt x="0" y="121919"/>
                  </a:lnTo>
                  <a:lnTo>
                    <a:pt x="9280" y="75262"/>
                  </a:lnTo>
                  <a:lnTo>
                    <a:pt x="35709" y="35709"/>
                  </a:lnTo>
                  <a:lnTo>
                    <a:pt x="75263" y="9280"/>
                  </a:lnTo>
                  <a:lnTo>
                    <a:pt x="121919" y="0"/>
                  </a:lnTo>
                  <a:lnTo>
                    <a:pt x="2537459" y="0"/>
                  </a:lnTo>
                  <a:lnTo>
                    <a:pt x="2584115" y="9280"/>
                  </a:lnTo>
                  <a:lnTo>
                    <a:pt x="2623670" y="35709"/>
                  </a:lnTo>
                  <a:lnTo>
                    <a:pt x="2650099" y="75262"/>
                  </a:lnTo>
                  <a:lnTo>
                    <a:pt x="2659379" y="121919"/>
                  </a:lnTo>
                  <a:lnTo>
                    <a:pt x="2659379" y="1082039"/>
                  </a:lnTo>
                  <a:lnTo>
                    <a:pt x="2650099" y="1128696"/>
                  </a:lnTo>
                  <a:lnTo>
                    <a:pt x="2623670" y="1168249"/>
                  </a:lnTo>
                  <a:lnTo>
                    <a:pt x="2584113" y="1194679"/>
                  </a:lnTo>
                  <a:lnTo>
                    <a:pt x="2537459" y="1203959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015739" y="4015728"/>
              <a:ext cx="2659380" cy="1203960"/>
            </a:xfrm>
            <a:custGeom>
              <a:avLst/>
              <a:gdLst/>
              <a:ahLst/>
              <a:cxnLst/>
              <a:rect l="l" t="t" r="r" b="b"/>
              <a:pathLst>
                <a:path w="2659379" h="1203960">
                  <a:moveTo>
                    <a:pt x="2537459" y="1203959"/>
                  </a:moveTo>
                  <a:lnTo>
                    <a:pt x="121919" y="1203959"/>
                  </a:lnTo>
                  <a:lnTo>
                    <a:pt x="109909" y="1203379"/>
                  </a:lnTo>
                  <a:lnTo>
                    <a:pt x="64388" y="1189546"/>
                  </a:lnTo>
                  <a:lnTo>
                    <a:pt x="27626" y="1159347"/>
                  </a:lnTo>
                  <a:lnTo>
                    <a:pt x="5220" y="1117378"/>
                  </a:lnTo>
                  <a:lnTo>
                    <a:pt x="0" y="1082039"/>
                  </a:lnTo>
                  <a:lnTo>
                    <a:pt x="0" y="121919"/>
                  </a:lnTo>
                  <a:lnTo>
                    <a:pt x="9280" y="75262"/>
                  </a:lnTo>
                  <a:lnTo>
                    <a:pt x="35709" y="35709"/>
                  </a:lnTo>
                  <a:lnTo>
                    <a:pt x="75263" y="9280"/>
                  </a:lnTo>
                  <a:lnTo>
                    <a:pt x="121919" y="0"/>
                  </a:lnTo>
                  <a:lnTo>
                    <a:pt x="2537459" y="0"/>
                  </a:lnTo>
                  <a:lnTo>
                    <a:pt x="2549469" y="580"/>
                  </a:lnTo>
                  <a:lnTo>
                    <a:pt x="2561249" y="2320"/>
                  </a:lnTo>
                  <a:lnTo>
                    <a:pt x="2572797" y="5220"/>
                  </a:lnTo>
                  <a:lnTo>
                    <a:pt x="2579487" y="7619"/>
                  </a:lnTo>
                  <a:lnTo>
                    <a:pt x="114414" y="7619"/>
                  </a:lnTo>
                  <a:lnTo>
                    <a:pt x="106981" y="8352"/>
                  </a:lnTo>
                  <a:lnTo>
                    <a:pt x="64658" y="22713"/>
                  </a:lnTo>
                  <a:lnTo>
                    <a:pt x="31052" y="52178"/>
                  </a:lnTo>
                  <a:lnTo>
                    <a:pt x="11280" y="92260"/>
                  </a:lnTo>
                  <a:lnTo>
                    <a:pt x="7619" y="114414"/>
                  </a:lnTo>
                  <a:lnTo>
                    <a:pt x="7619" y="1089544"/>
                  </a:lnTo>
                  <a:lnTo>
                    <a:pt x="19192" y="1132714"/>
                  </a:lnTo>
                  <a:lnTo>
                    <a:pt x="46404" y="1168169"/>
                  </a:lnTo>
                  <a:lnTo>
                    <a:pt x="85112" y="1190511"/>
                  </a:lnTo>
                  <a:lnTo>
                    <a:pt x="114414" y="1196339"/>
                  </a:lnTo>
                  <a:lnTo>
                    <a:pt x="2579484" y="1196339"/>
                  </a:lnTo>
                  <a:lnTo>
                    <a:pt x="2572796" y="1198739"/>
                  </a:lnTo>
                  <a:lnTo>
                    <a:pt x="2561247" y="1201639"/>
                  </a:lnTo>
                  <a:lnTo>
                    <a:pt x="2549468" y="1203379"/>
                  </a:lnTo>
                  <a:lnTo>
                    <a:pt x="2537459" y="1203959"/>
                  </a:lnTo>
                  <a:close/>
                </a:path>
                <a:path w="2659379" h="1203960">
                  <a:moveTo>
                    <a:pt x="2579484" y="1196339"/>
                  </a:moveTo>
                  <a:lnTo>
                    <a:pt x="2544964" y="1196339"/>
                  </a:lnTo>
                  <a:lnTo>
                    <a:pt x="2552397" y="1195607"/>
                  </a:lnTo>
                  <a:lnTo>
                    <a:pt x="2567119" y="1192679"/>
                  </a:lnTo>
                  <a:lnTo>
                    <a:pt x="2607201" y="1172907"/>
                  </a:lnTo>
                  <a:lnTo>
                    <a:pt x="2636665" y="1139301"/>
                  </a:lnTo>
                  <a:lnTo>
                    <a:pt x="2651027" y="1096977"/>
                  </a:lnTo>
                  <a:lnTo>
                    <a:pt x="2651759" y="1089544"/>
                  </a:lnTo>
                  <a:lnTo>
                    <a:pt x="2651759" y="114414"/>
                  </a:lnTo>
                  <a:lnTo>
                    <a:pt x="2640186" y="71245"/>
                  </a:lnTo>
                  <a:lnTo>
                    <a:pt x="2612875" y="35709"/>
                  </a:lnTo>
                  <a:lnTo>
                    <a:pt x="2574266" y="13448"/>
                  </a:lnTo>
                  <a:lnTo>
                    <a:pt x="2544964" y="7619"/>
                  </a:lnTo>
                  <a:lnTo>
                    <a:pt x="2579487" y="7619"/>
                  </a:lnTo>
                  <a:lnTo>
                    <a:pt x="2614767" y="27626"/>
                  </a:lnTo>
                  <a:lnTo>
                    <a:pt x="2644966" y="64388"/>
                  </a:lnTo>
                  <a:lnTo>
                    <a:pt x="2658799" y="109909"/>
                  </a:lnTo>
                  <a:lnTo>
                    <a:pt x="2659379" y="1082039"/>
                  </a:lnTo>
                  <a:lnTo>
                    <a:pt x="2658799" y="1094050"/>
                  </a:lnTo>
                  <a:lnTo>
                    <a:pt x="2657059" y="1105829"/>
                  </a:lnTo>
                  <a:lnTo>
                    <a:pt x="2654159" y="1117378"/>
                  </a:lnTo>
                  <a:lnTo>
                    <a:pt x="2650099" y="1128696"/>
                  </a:lnTo>
                  <a:lnTo>
                    <a:pt x="2645093" y="1139301"/>
                  </a:lnTo>
                  <a:lnTo>
                    <a:pt x="2644966" y="1139570"/>
                  </a:lnTo>
                  <a:lnTo>
                    <a:pt x="2614767" y="1176332"/>
                  </a:lnTo>
                  <a:lnTo>
                    <a:pt x="2584113" y="1194679"/>
                  </a:lnTo>
                  <a:lnTo>
                    <a:pt x="2579484" y="1196339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76215" y="4325111"/>
              <a:ext cx="1136903" cy="582167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6858000" y="4015721"/>
            <a:ext cx="2659380" cy="1203960"/>
            <a:chOff x="6858000" y="4015721"/>
            <a:chExt cx="2659380" cy="1203960"/>
          </a:xfrm>
        </p:grpSpPr>
        <p:sp>
          <p:nvSpPr>
            <p:cNvPr id="18" name="object 18"/>
            <p:cNvSpPr/>
            <p:nvPr/>
          </p:nvSpPr>
          <p:spPr>
            <a:xfrm>
              <a:off x="6858000" y="4015721"/>
              <a:ext cx="2659380" cy="1203960"/>
            </a:xfrm>
            <a:custGeom>
              <a:avLst/>
              <a:gdLst/>
              <a:ahLst/>
              <a:cxnLst/>
              <a:rect l="l" t="t" r="r" b="b"/>
              <a:pathLst>
                <a:path w="2659379" h="1203960">
                  <a:moveTo>
                    <a:pt x="2537459" y="1203959"/>
                  </a:moveTo>
                  <a:lnTo>
                    <a:pt x="121919" y="1203959"/>
                  </a:lnTo>
                  <a:lnTo>
                    <a:pt x="109909" y="1203379"/>
                  </a:lnTo>
                  <a:lnTo>
                    <a:pt x="64388" y="1189546"/>
                  </a:lnTo>
                  <a:lnTo>
                    <a:pt x="27626" y="1159347"/>
                  </a:lnTo>
                  <a:lnTo>
                    <a:pt x="5219" y="1117378"/>
                  </a:lnTo>
                  <a:lnTo>
                    <a:pt x="0" y="1082039"/>
                  </a:lnTo>
                  <a:lnTo>
                    <a:pt x="0" y="121919"/>
                  </a:lnTo>
                  <a:lnTo>
                    <a:pt x="9279" y="75262"/>
                  </a:lnTo>
                  <a:lnTo>
                    <a:pt x="35709" y="35709"/>
                  </a:lnTo>
                  <a:lnTo>
                    <a:pt x="75262" y="9280"/>
                  </a:lnTo>
                  <a:lnTo>
                    <a:pt x="121919" y="0"/>
                  </a:lnTo>
                  <a:lnTo>
                    <a:pt x="2537459" y="0"/>
                  </a:lnTo>
                  <a:lnTo>
                    <a:pt x="2584115" y="9280"/>
                  </a:lnTo>
                  <a:lnTo>
                    <a:pt x="2623670" y="35709"/>
                  </a:lnTo>
                  <a:lnTo>
                    <a:pt x="2650098" y="75262"/>
                  </a:lnTo>
                  <a:lnTo>
                    <a:pt x="2659379" y="121919"/>
                  </a:lnTo>
                  <a:lnTo>
                    <a:pt x="2659379" y="1082039"/>
                  </a:lnTo>
                  <a:lnTo>
                    <a:pt x="2650097" y="1128696"/>
                  </a:lnTo>
                  <a:lnTo>
                    <a:pt x="2623670" y="1168249"/>
                  </a:lnTo>
                  <a:lnTo>
                    <a:pt x="2584114" y="1194679"/>
                  </a:lnTo>
                  <a:lnTo>
                    <a:pt x="2537459" y="1203959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858000" y="4015728"/>
              <a:ext cx="2659380" cy="1203960"/>
            </a:xfrm>
            <a:custGeom>
              <a:avLst/>
              <a:gdLst/>
              <a:ahLst/>
              <a:cxnLst/>
              <a:rect l="l" t="t" r="r" b="b"/>
              <a:pathLst>
                <a:path w="2659379" h="1203960">
                  <a:moveTo>
                    <a:pt x="2537459" y="1203959"/>
                  </a:moveTo>
                  <a:lnTo>
                    <a:pt x="121919" y="1203959"/>
                  </a:lnTo>
                  <a:lnTo>
                    <a:pt x="109909" y="1203379"/>
                  </a:lnTo>
                  <a:lnTo>
                    <a:pt x="64388" y="1189546"/>
                  </a:lnTo>
                  <a:lnTo>
                    <a:pt x="27626" y="1159347"/>
                  </a:lnTo>
                  <a:lnTo>
                    <a:pt x="5219" y="1117378"/>
                  </a:lnTo>
                  <a:lnTo>
                    <a:pt x="0" y="1082039"/>
                  </a:lnTo>
                  <a:lnTo>
                    <a:pt x="0" y="121919"/>
                  </a:lnTo>
                  <a:lnTo>
                    <a:pt x="9279" y="75262"/>
                  </a:lnTo>
                  <a:lnTo>
                    <a:pt x="35709" y="35709"/>
                  </a:lnTo>
                  <a:lnTo>
                    <a:pt x="75262" y="9280"/>
                  </a:lnTo>
                  <a:lnTo>
                    <a:pt x="121919" y="0"/>
                  </a:lnTo>
                  <a:lnTo>
                    <a:pt x="2537459" y="0"/>
                  </a:lnTo>
                  <a:lnTo>
                    <a:pt x="2549469" y="580"/>
                  </a:lnTo>
                  <a:lnTo>
                    <a:pt x="2561249" y="2320"/>
                  </a:lnTo>
                  <a:lnTo>
                    <a:pt x="2572797" y="5220"/>
                  </a:lnTo>
                  <a:lnTo>
                    <a:pt x="2579487" y="7619"/>
                  </a:lnTo>
                  <a:lnTo>
                    <a:pt x="114414" y="7619"/>
                  </a:lnTo>
                  <a:lnTo>
                    <a:pt x="106981" y="8352"/>
                  </a:lnTo>
                  <a:lnTo>
                    <a:pt x="64658" y="22713"/>
                  </a:lnTo>
                  <a:lnTo>
                    <a:pt x="31052" y="52178"/>
                  </a:lnTo>
                  <a:lnTo>
                    <a:pt x="11280" y="92260"/>
                  </a:lnTo>
                  <a:lnTo>
                    <a:pt x="7619" y="114414"/>
                  </a:lnTo>
                  <a:lnTo>
                    <a:pt x="7619" y="1089544"/>
                  </a:lnTo>
                  <a:lnTo>
                    <a:pt x="19192" y="1132714"/>
                  </a:lnTo>
                  <a:lnTo>
                    <a:pt x="46404" y="1168169"/>
                  </a:lnTo>
                  <a:lnTo>
                    <a:pt x="85112" y="1190511"/>
                  </a:lnTo>
                  <a:lnTo>
                    <a:pt x="114414" y="1196339"/>
                  </a:lnTo>
                  <a:lnTo>
                    <a:pt x="2579485" y="1196339"/>
                  </a:lnTo>
                  <a:lnTo>
                    <a:pt x="2572796" y="1198739"/>
                  </a:lnTo>
                  <a:lnTo>
                    <a:pt x="2561247" y="1201639"/>
                  </a:lnTo>
                  <a:lnTo>
                    <a:pt x="2549468" y="1203379"/>
                  </a:lnTo>
                  <a:lnTo>
                    <a:pt x="2537459" y="1203959"/>
                  </a:lnTo>
                  <a:close/>
                </a:path>
                <a:path w="2659379" h="1203960">
                  <a:moveTo>
                    <a:pt x="2579485" y="1196339"/>
                  </a:moveTo>
                  <a:lnTo>
                    <a:pt x="2544964" y="1196339"/>
                  </a:lnTo>
                  <a:lnTo>
                    <a:pt x="2552397" y="1195607"/>
                  </a:lnTo>
                  <a:lnTo>
                    <a:pt x="2567119" y="1192679"/>
                  </a:lnTo>
                  <a:lnTo>
                    <a:pt x="2607201" y="1172907"/>
                  </a:lnTo>
                  <a:lnTo>
                    <a:pt x="2636665" y="1139301"/>
                  </a:lnTo>
                  <a:lnTo>
                    <a:pt x="2651027" y="1096977"/>
                  </a:lnTo>
                  <a:lnTo>
                    <a:pt x="2651759" y="1089544"/>
                  </a:lnTo>
                  <a:lnTo>
                    <a:pt x="2651759" y="114414"/>
                  </a:lnTo>
                  <a:lnTo>
                    <a:pt x="2640186" y="71245"/>
                  </a:lnTo>
                  <a:lnTo>
                    <a:pt x="2612875" y="35709"/>
                  </a:lnTo>
                  <a:lnTo>
                    <a:pt x="2574266" y="13448"/>
                  </a:lnTo>
                  <a:lnTo>
                    <a:pt x="2544964" y="7619"/>
                  </a:lnTo>
                  <a:lnTo>
                    <a:pt x="2579487" y="7619"/>
                  </a:lnTo>
                  <a:lnTo>
                    <a:pt x="2614767" y="27626"/>
                  </a:lnTo>
                  <a:lnTo>
                    <a:pt x="2644966" y="64388"/>
                  </a:lnTo>
                  <a:lnTo>
                    <a:pt x="2658799" y="109909"/>
                  </a:lnTo>
                  <a:lnTo>
                    <a:pt x="2659379" y="1082039"/>
                  </a:lnTo>
                  <a:lnTo>
                    <a:pt x="2658799" y="1094050"/>
                  </a:lnTo>
                  <a:lnTo>
                    <a:pt x="2645092" y="1139301"/>
                  </a:lnTo>
                  <a:lnTo>
                    <a:pt x="2614767" y="1176332"/>
                  </a:lnTo>
                  <a:lnTo>
                    <a:pt x="2584114" y="1194679"/>
                  </a:lnTo>
                  <a:lnTo>
                    <a:pt x="2579485" y="1196339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84136" y="4325111"/>
              <a:ext cx="2005583" cy="58216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61929" y="1752612"/>
            <a:ext cx="1450975" cy="287655"/>
          </a:xfrm>
          <a:custGeom>
            <a:avLst/>
            <a:gdLst/>
            <a:ahLst/>
            <a:cxnLst/>
            <a:rect l="l" t="t" r="r" b="b"/>
            <a:pathLst>
              <a:path w="1450975" h="287655">
                <a:moveTo>
                  <a:pt x="255117" y="6324"/>
                </a:moveTo>
                <a:lnTo>
                  <a:pt x="0" y="6324"/>
                </a:lnTo>
                <a:lnTo>
                  <a:pt x="0" y="78536"/>
                </a:lnTo>
                <a:lnTo>
                  <a:pt x="80962" y="78536"/>
                </a:lnTo>
                <a:lnTo>
                  <a:pt x="80962" y="281241"/>
                </a:lnTo>
                <a:lnTo>
                  <a:pt x="174167" y="281241"/>
                </a:lnTo>
                <a:lnTo>
                  <a:pt x="174167" y="78536"/>
                </a:lnTo>
                <a:lnTo>
                  <a:pt x="255117" y="78536"/>
                </a:lnTo>
                <a:lnTo>
                  <a:pt x="255117" y="6324"/>
                </a:lnTo>
                <a:close/>
              </a:path>
              <a:path w="1450975" h="287655">
                <a:moveTo>
                  <a:pt x="576402" y="143827"/>
                </a:moveTo>
                <a:lnTo>
                  <a:pt x="569734" y="99758"/>
                </a:lnTo>
                <a:lnTo>
                  <a:pt x="558888" y="75057"/>
                </a:lnTo>
                <a:lnTo>
                  <a:pt x="558241" y="73723"/>
                </a:lnTo>
                <a:lnTo>
                  <a:pt x="532168" y="40868"/>
                </a:lnTo>
                <a:lnTo>
                  <a:pt x="496557" y="16471"/>
                </a:lnTo>
                <a:lnTo>
                  <a:pt x="482409" y="10490"/>
                </a:lnTo>
                <a:lnTo>
                  <a:pt x="482409" y="143827"/>
                </a:lnTo>
                <a:lnTo>
                  <a:pt x="482117" y="151676"/>
                </a:lnTo>
                <a:lnTo>
                  <a:pt x="468337" y="189776"/>
                </a:lnTo>
                <a:lnTo>
                  <a:pt x="444500" y="207873"/>
                </a:lnTo>
                <a:lnTo>
                  <a:pt x="437134" y="211023"/>
                </a:lnTo>
                <a:lnTo>
                  <a:pt x="429094" y="212598"/>
                </a:lnTo>
                <a:lnTo>
                  <a:pt x="411721" y="212598"/>
                </a:lnTo>
                <a:lnTo>
                  <a:pt x="376174" y="194513"/>
                </a:lnTo>
                <a:lnTo>
                  <a:pt x="359575" y="159054"/>
                </a:lnTo>
                <a:lnTo>
                  <a:pt x="358406" y="143827"/>
                </a:lnTo>
                <a:lnTo>
                  <a:pt x="358698" y="135991"/>
                </a:lnTo>
                <a:lnTo>
                  <a:pt x="359587" y="128600"/>
                </a:lnTo>
                <a:lnTo>
                  <a:pt x="359625" y="128447"/>
                </a:lnTo>
                <a:lnTo>
                  <a:pt x="361073" y="121640"/>
                </a:lnTo>
                <a:lnTo>
                  <a:pt x="381965" y="87490"/>
                </a:lnTo>
                <a:lnTo>
                  <a:pt x="411721" y="75057"/>
                </a:lnTo>
                <a:lnTo>
                  <a:pt x="429094" y="75057"/>
                </a:lnTo>
                <a:lnTo>
                  <a:pt x="437134" y="76619"/>
                </a:lnTo>
                <a:lnTo>
                  <a:pt x="444500" y="79768"/>
                </a:lnTo>
                <a:lnTo>
                  <a:pt x="452132" y="82905"/>
                </a:lnTo>
                <a:lnTo>
                  <a:pt x="477672" y="115138"/>
                </a:lnTo>
                <a:lnTo>
                  <a:pt x="482409" y="143827"/>
                </a:lnTo>
                <a:lnTo>
                  <a:pt x="482409" y="10490"/>
                </a:lnTo>
                <a:lnTo>
                  <a:pt x="468249" y="5956"/>
                </a:lnTo>
                <a:lnTo>
                  <a:pt x="452996" y="2641"/>
                </a:lnTo>
                <a:lnTo>
                  <a:pt x="437045" y="660"/>
                </a:lnTo>
                <a:lnTo>
                  <a:pt x="420408" y="0"/>
                </a:lnTo>
                <a:lnTo>
                  <a:pt x="403923" y="660"/>
                </a:lnTo>
                <a:lnTo>
                  <a:pt x="358013" y="10604"/>
                </a:lnTo>
                <a:lnTo>
                  <a:pt x="319582" y="31597"/>
                </a:lnTo>
                <a:lnTo>
                  <a:pt x="289991" y="61887"/>
                </a:lnTo>
                <a:lnTo>
                  <a:pt x="270852" y="99758"/>
                </a:lnTo>
                <a:lnTo>
                  <a:pt x="264414" y="143827"/>
                </a:lnTo>
                <a:lnTo>
                  <a:pt x="265137" y="159054"/>
                </a:lnTo>
                <a:lnTo>
                  <a:pt x="275869" y="201193"/>
                </a:lnTo>
                <a:lnTo>
                  <a:pt x="298754" y="236931"/>
                </a:lnTo>
                <a:lnTo>
                  <a:pt x="331457" y="264274"/>
                </a:lnTo>
                <a:lnTo>
                  <a:pt x="372745" y="281686"/>
                </a:lnTo>
                <a:lnTo>
                  <a:pt x="420801" y="287655"/>
                </a:lnTo>
                <a:lnTo>
                  <a:pt x="437261" y="286981"/>
                </a:lnTo>
                <a:lnTo>
                  <a:pt x="482803" y="277037"/>
                </a:lnTo>
                <a:lnTo>
                  <a:pt x="521233" y="256260"/>
                </a:lnTo>
                <a:lnTo>
                  <a:pt x="550735" y="225856"/>
                </a:lnTo>
                <a:lnTo>
                  <a:pt x="558901" y="212598"/>
                </a:lnTo>
                <a:lnTo>
                  <a:pt x="564553" y="201193"/>
                </a:lnTo>
                <a:lnTo>
                  <a:pt x="569734" y="187731"/>
                </a:lnTo>
                <a:lnTo>
                  <a:pt x="573443" y="173685"/>
                </a:lnTo>
                <a:lnTo>
                  <a:pt x="573557" y="172897"/>
                </a:lnTo>
                <a:lnTo>
                  <a:pt x="575665" y="159054"/>
                </a:lnTo>
                <a:lnTo>
                  <a:pt x="576402" y="143827"/>
                </a:lnTo>
                <a:close/>
              </a:path>
              <a:path w="1450975" h="287655">
                <a:moveTo>
                  <a:pt x="899706" y="281368"/>
                </a:moveTo>
                <a:lnTo>
                  <a:pt x="783564" y="127508"/>
                </a:lnTo>
                <a:lnTo>
                  <a:pt x="798791" y="110807"/>
                </a:lnTo>
                <a:lnTo>
                  <a:pt x="894181" y="6286"/>
                </a:lnTo>
                <a:lnTo>
                  <a:pt x="792683" y="6286"/>
                </a:lnTo>
                <a:lnTo>
                  <a:pt x="701852" y="105905"/>
                </a:lnTo>
                <a:lnTo>
                  <a:pt x="701852" y="6286"/>
                </a:lnTo>
                <a:lnTo>
                  <a:pt x="610235" y="6286"/>
                </a:lnTo>
                <a:lnTo>
                  <a:pt x="610235" y="281368"/>
                </a:lnTo>
                <a:lnTo>
                  <a:pt x="701852" y="281368"/>
                </a:lnTo>
                <a:lnTo>
                  <a:pt x="701852" y="222415"/>
                </a:lnTo>
                <a:lnTo>
                  <a:pt x="701852" y="213245"/>
                </a:lnTo>
                <a:lnTo>
                  <a:pt x="722591" y="190309"/>
                </a:lnTo>
                <a:lnTo>
                  <a:pt x="791895" y="281368"/>
                </a:lnTo>
                <a:lnTo>
                  <a:pt x="899706" y="281368"/>
                </a:lnTo>
                <a:close/>
              </a:path>
              <a:path w="1450975" h="287655">
                <a:moveTo>
                  <a:pt x="1142047" y="211556"/>
                </a:moveTo>
                <a:lnTo>
                  <a:pt x="1003820" y="211556"/>
                </a:lnTo>
                <a:lnTo>
                  <a:pt x="1003820" y="175260"/>
                </a:lnTo>
                <a:lnTo>
                  <a:pt x="1120724" y="175260"/>
                </a:lnTo>
                <a:lnTo>
                  <a:pt x="1120724" y="108458"/>
                </a:lnTo>
                <a:lnTo>
                  <a:pt x="1003820" y="108458"/>
                </a:lnTo>
                <a:lnTo>
                  <a:pt x="1003820" y="76009"/>
                </a:lnTo>
                <a:lnTo>
                  <a:pt x="1136916" y="76009"/>
                </a:lnTo>
                <a:lnTo>
                  <a:pt x="1136916" y="6324"/>
                </a:lnTo>
                <a:lnTo>
                  <a:pt x="912202" y="6324"/>
                </a:lnTo>
                <a:lnTo>
                  <a:pt x="912202" y="76009"/>
                </a:lnTo>
                <a:lnTo>
                  <a:pt x="912202" y="108940"/>
                </a:lnTo>
                <a:lnTo>
                  <a:pt x="912202" y="174815"/>
                </a:lnTo>
                <a:lnTo>
                  <a:pt x="912202" y="211556"/>
                </a:lnTo>
                <a:lnTo>
                  <a:pt x="912202" y="281241"/>
                </a:lnTo>
                <a:lnTo>
                  <a:pt x="1142047" y="281241"/>
                </a:lnTo>
                <a:lnTo>
                  <a:pt x="1142047" y="211556"/>
                </a:lnTo>
                <a:close/>
              </a:path>
              <a:path w="1450975" h="287655">
                <a:moveTo>
                  <a:pt x="1450416" y="6286"/>
                </a:moveTo>
                <a:lnTo>
                  <a:pt x="1359585" y="6286"/>
                </a:lnTo>
                <a:lnTo>
                  <a:pt x="1359585" y="131368"/>
                </a:lnTo>
                <a:lnTo>
                  <a:pt x="1344968" y="113957"/>
                </a:lnTo>
                <a:lnTo>
                  <a:pt x="1254544" y="6286"/>
                </a:lnTo>
                <a:lnTo>
                  <a:pt x="1177925" y="6286"/>
                </a:lnTo>
                <a:lnTo>
                  <a:pt x="1177925" y="281368"/>
                </a:lnTo>
                <a:lnTo>
                  <a:pt x="1268755" y="281368"/>
                </a:lnTo>
                <a:lnTo>
                  <a:pt x="1268755" y="156273"/>
                </a:lnTo>
                <a:lnTo>
                  <a:pt x="1373809" y="281368"/>
                </a:lnTo>
                <a:lnTo>
                  <a:pt x="1450416" y="281368"/>
                </a:lnTo>
                <a:lnTo>
                  <a:pt x="1450416" y="173685"/>
                </a:lnTo>
                <a:lnTo>
                  <a:pt x="1450416" y="62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664606" y="1752612"/>
            <a:ext cx="962660" cy="287655"/>
          </a:xfrm>
          <a:custGeom>
            <a:avLst/>
            <a:gdLst/>
            <a:ahLst/>
            <a:cxnLst/>
            <a:rect l="l" t="t" r="r" b="b"/>
            <a:pathLst>
              <a:path w="962659" h="287655">
                <a:moveTo>
                  <a:pt x="278015" y="55016"/>
                </a:moveTo>
                <a:lnTo>
                  <a:pt x="240995" y="21996"/>
                </a:lnTo>
                <a:lnTo>
                  <a:pt x="192316" y="3530"/>
                </a:lnTo>
                <a:lnTo>
                  <a:pt x="154012" y="0"/>
                </a:lnTo>
                <a:lnTo>
                  <a:pt x="137718" y="660"/>
                </a:lnTo>
                <a:lnTo>
                  <a:pt x="92405" y="10604"/>
                </a:lnTo>
                <a:lnTo>
                  <a:pt x="54343" y="31013"/>
                </a:lnTo>
                <a:lnTo>
                  <a:pt x="25171" y="61099"/>
                </a:lnTo>
                <a:lnTo>
                  <a:pt x="6438" y="99174"/>
                </a:lnTo>
                <a:lnTo>
                  <a:pt x="0" y="143827"/>
                </a:lnTo>
                <a:lnTo>
                  <a:pt x="711" y="159397"/>
                </a:lnTo>
                <a:lnTo>
                  <a:pt x="11442" y="201980"/>
                </a:lnTo>
                <a:lnTo>
                  <a:pt x="33731" y="237502"/>
                </a:lnTo>
                <a:lnTo>
                  <a:pt x="66141" y="264668"/>
                </a:lnTo>
                <a:lnTo>
                  <a:pt x="106921" y="281901"/>
                </a:lnTo>
                <a:lnTo>
                  <a:pt x="154012" y="287655"/>
                </a:lnTo>
                <a:lnTo>
                  <a:pt x="173761" y="286766"/>
                </a:lnTo>
                <a:lnTo>
                  <a:pt x="225894" y="273507"/>
                </a:lnTo>
                <a:lnTo>
                  <a:pt x="267055" y="245059"/>
                </a:lnTo>
                <a:lnTo>
                  <a:pt x="278015" y="232638"/>
                </a:lnTo>
                <a:lnTo>
                  <a:pt x="219176" y="180365"/>
                </a:lnTo>
                <a:lnTo>
                  <a:pt x="212877" y="187617"/>
                </a:lnTo>
                <a:lnTo>
                  <a:pt x="206235" y="194030"/>
                </a:lnTo>
                <a:lnTo>
                  <a:pt x="167779" y="212077"/>
                </a:lnTo>
                <a:lnTo>
                  <a:pt x="158750" y="212598"/>
                </a:lnTo>
                <a:lnTo>
                  <a:pt x="151612" y="212293"/>
                </a:lnTo>
                <a:lnTo>
                  <a:pt x="106222" y="188099"/>
                </a:lnTo>
                <a:lnTo>
                  <a:pt x="94284" y="151511"/>
                </a:lnTo>
                <a:lnTo>
                  <a:pt x="93980" y="143827"/>
                </a:lnTo>
                <a:lnTo>
                  <a:pt x="94284" y="136156"/>
                </a:lnTo>
                <a:lnTo>
                  <a:pt x="107835" y="98285"/>
                </a:lnTo>
                <a:lnTo>
                  <a:pt x="144830" y="76225"/>
                </a:lnTo>
                <a:lnTo>
                  <a:pt x="158750" y="75057"/>
                </a:lnTo>
                <a:lnTo>
                  <a:pt x="167779" y="75590"/>
                </a:lnTo>
                <a:lnTo>
                  <a:pt x="206235" y="93713"/>
                </a:lnTo>
                <a:lnTo>
                  <a:pt x="219176" y="107276"/>
                </a:lnTo>
                <a:lnTo>
                  <a:pt x="278015" y="55016"/>
                </a:lnTo>
                <a:close/>
              </a:path>
              <a:path w="962659" h="287655">
                <a:moveTo>
                  <a:pt x="398132" y="6286"/>
                </a:moveTo>
                <a:lnTo>
                  <a:pt x="304927" y="6286"/>
                </a:lnTo>
                <a:lnTo>
                  <a:pt x="304927" y="281368"/>
                </a:lnTo>
                <a:lnTo>
                  <a:pt x="398132" y="281368"/>
                </a:lnTo>
                <a:lnTo>
                  <a:pt x="398132" y="6286"/>
                </a:lnTo>
                <a:close/>
              </a:path>
              <a:path w="962659" h="287655">
                <a:moveTo>
                  <a:pt x="962215" y="6286"/>
                </a:moveTo>
                <a:lnTo>
                  <a:pt x="872172" y="6286"/>
                </a:lnTo>
                <a:lnTo>
                  <a:pt x="815238" y="101574"/>
                </a:lnTo>
                <a:lnTo>
                  <a:pt x="758837" y="6286"/>
                </a:lnTo>
                <a:lnTo>
                  <a:pt x="660501" y="6286"/>
                </a:lnTo>
                <a:lnTo>
                  <a:pt x="422059" y="6324"/>
                </a:lnTo>
                <a:lnTo>
                  <a:pt x="422059" y="78536"/>
                </a:lnTo>
                <a:lnTo>
                  <a:pt x="503021" y="78536"/>
                </a:lnTo>
                <a:lnTo>
                  <a:pt x="503021" y="281241"/>
                </a:lnTo>
                <a:lnTo>
                  <a:pt x="596214" y="281241"/>
                </a:lnTo>
                <a:lnTo>
                  <a:pt x="596214" y="78536"/>
                </a:lnTo>
                <a:lnTo>
                  <a:pt x="677176" y="78536"/>
                </a:lnTo>
                <a:lnTo>
                  <a:pt x="677176" y="34150"/>
                </a:lnTo>
                <a:lnTo>
                  <a:pt x="764755" y="180492"/>
                </a:lnTo>
                <a:lnTo>
                  <a:pt x="764755" y="281368"/>
                </a:lnTo>
                <a:lnTo>
                  <a:pt x="857961" y="281368"/>
                </a:lnTo>
                <a:lnTo>
                  <a:pt x="857961" y="216128"/>
                </a:lnTo>
                <a:lnTo>
                  <a:pt x="857961" y="181597"/>
                </a:lnTo>
                <a:lnTo>
                  <a:pt x="870369" y="160718"/>
                </a:lnTo>
                <a:lnTo>
                  <a:pt x="876922" y="149720"/>
                </a:lnTo>
                <a:lnTo>
                  <a:pt x="962215" y="62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591208" y="2157540"/>
            <a:ext cx="150241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Agile,</a:t>
            </a:r>
            <a:r>
              <a:rPr dirty="0" sz="1150" spc="4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Secure</a:t>
            </a:r>
            <a:r>
              <a:rPr dirty="0" sz="1150" spc="-1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9CA2AF"/>
                </a:solidFill>
                <a:latin typeface="Microsoft Sans Serif"/>
                <a:cs typeface="Microsoft Sans Serif"/>
              </a:rPr>
              <a:t>&amp;</a:t>
            </a:r>
            <a:r>
              <a:rPr dirty="0" sz="1150" spc="-6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9CA2AF"/>
                </a:solidFill>
                <a:latin typeface="Microsoft Sans Serif"/>
                <a:cs typeface="Microsoft Sans Serif"/>
              </a:rPr>
              <a:t>Liquid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56523" y="5117923"/>
            <a:ext cx="2172970" cy="536575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algn="ctr" marL="13335">
              <a:lnSpc>
                <a:spcPct val="100000"/>
              </a:lnSpc>
              <a:spcBef>
                <a:spcPts val="380"/>
              </a:spcBef>
            </a:pPr>
            <a:r>
              <a:rPr dirty="0" sz="900" spc="-100">
                <a:solidFill>
                  <a:srgbClr val="FFFFFF"/>
                </a:solidFill>
                <a:latin typeface="Arial Black"/>
                <a:cs typeface="Arial Black"/>
              </a:rPr>
              <a:t>TOKEN</a:t>
            </a:r>
            <a:r>
              <a:rPr dirty="0" sz="900" spc="-5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20">
                <a:solidFill>
                  <a:srgbClr val="FFFFFF"/>
                </a:solidFill>
                <a:latin typeface="Arial Black"/>
                <a:cs typeface="Arial Black"/>
              </a:rPr>
              <a:t>CITY</a:t>
            </a:r>
            <a:endParaRPr sz="900">
              <a:latin typeface="Arial Black"/>
              <a:cs typeface="Arial Black"/>
            </a:endParaRPr>
          </a:p>
          <a:p>
            <a:pPr algn="ctr" marL="12700" marR="5080">
              <a:lnSpc>
                <a:spcPct val="100000"/>
              </a:lnSpc>
              <a:spcBef>
                <a:spcPts val="260"/>
              </a:spcBef>
            </a:pPr>
            <a:r>
              <a:rPr dirty="0" sz="1000" spc="-60">
                <a:solidFill>
                  <a:srgbClr val="9CA2AF"/>
                </a:solidFill>
                <a:latin typeface="Microsoft Sans Serif"/>
                <a:cs typeface="Microsoft Sans Serif"/>
              </a:rPr>
              <a:t>Calle</a:t>
            </a:r>
            <a:r>
              <a:rPr dirty="0" sz="1000" spc="-5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35">
                <a:solidFill>
                  <a:srgbClr val="9CA2AF"/>
                </a:solidFill>
                <a:latin typeface="Microsoft Sans Serif"/>
                <a:cs typeface="Microsoft Sans Serif"/>
              </a:rPr>
              <a:t>de</a:t>
            </a:r>
            <a:r>
              <a:rPr dirty="0" sz="1000" spc="-4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5">
                <a:solidFill>
                  <a:srgbClr val="9CA2AF"/>
                </a:solidFill>
                <a:latin typeface="Microsoft Sans Serif"/>
                <a:cs typeface="Microsoft Sans Serif"/>
              </a:rPr>
              <a:t>Henri</a:t>
            </a:r>
            <a:r>
              <a:rPr dirty="0" sz="1000" spc="2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5">
                <a:solidFill>
                  <a:srgbClr val="9CA2AF"/>
                </a:solidFill>
                <a:latin typeface="Microsoft Sans Serif"/>
                <a:cs typeface="Microsoft Sans Serif"/>
              </a:rPr>
              <a:t>Dunant,</a:t>
            </a:r>
            <a:r>
              <a:rPr dirty="0" sz="100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60">
                <a:solidFill>
                  <a:srgbClr val="9CA2AF"/>
                </a:solidFill>
                <a:latin typeface="Microsoft Sans Serif"/>
                <a:cs typeface="Microsoft Sans Serif"/>
              </a:rPr>
              <a:t>17</a:t>
            </a:r>
            <a:r>
              <a:rPr dirty="0" sz="1000" spc="-5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30">
                <a:solidFill>
                  <a:srgbClr val="9CA2AF"/>
                </a:solidFill>
                <a:latin typeface="Microsoft Sans Serif"/>
                <a:cs typeface="Microsoft Sans Serif"/>
              </a:rPr>
              <a:t>·</a:t>
            </a:r>
            <a:r>
              <a:rPr dirty="0" sz="1000" spc="1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60">
                <a:solidFill>
                  <a:srgbClr val="9CA2AF"/>
                </a:solidFill>
                <a:latin typeface="Microsoft Sans Serif"/>
                <a:cs typeface="Microsoft Sans Serif"/>
              </a:rPr>
              <a:t>28036</a:t>
            </a:r>
            <a:r>
              <a:rPr dirty="0" sz="1000" spc="-6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0">
                <a:solidFill>
                  <a:srgbClr val="9CA2AF"/>
                </a:solidFill>
                <a:latin typeface="Microsoft Sans Serif"/>
                <a:cs typeface="Microsoft Sans Serif"/>
              </a:rPr>
              <a:t>Madrid </a:t>
            </a:r>
            <a:r>
              <a:rPr dirty="0" sz="1000" spc="-30">
                <a:solidFill>
                  <a:srgbClr val="4D8CFF"/>
                </a:solidFill>
                <a:latin typeface="Microsoft Sans Serif"/>
                <a:cs typeface="Microsoft Sans Serif"/>
                <a:hlinkClick r:id="rId2"/>
              </a:rPr>
              <a:t>www.token-</a:t>
            </a:r>
            <a:r>
              <a:rPr dirty="0" sz="1000" spc="-10">
                <a:solidFill>
                  <a:srgbClr val="4D8CFF"/>
                </a:solidFill>
                <a:latin typeface="Microsoft Sans Serif"/>
                <a:cs typeface="Microsoft Sans Serif"/>
                <a:hlinkClick r:id="rId2"/>
              </a:rPr>
              <a:t>city.com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421379" y="2804163"/>
            <a:ext cx="2133600" cy="1935480"/>
            <a:chOff x="3421379" y="2804163"/>
            <a:chExt cx="2133600" cy="1935480"/>
          </a:xfrm>
        </p:grpSpPr>
        <p:sp>
          <p:nvSpPr>
            <p:cNvPr id="7" name="object 7"/>
            <p:cNvSpPr/>
            <p:nvPr/>
          </p:nvSpPr>
          <p:spPr>
            <a:xfrm>
              <a:off x="3421379" y="2804163"/>
              <a:ext cx="2133600" cy="1935480"/>
            </a:xfrm>
            <a:custGeom>
              <a:avLst/>
              <a:gdLst/>
              <a:ahLst/>
              <a:cxnLst/>
              <a:rect l="l" t="t" r="r" b="b"/>
              <a:pathLst>
                <a:path w="2133600" h="1935479">
                  <a:moveTo>
                    <a:pt x="1889759" y="1935479"/>
                  </a:moveTo>
                  <a:lnTo>
                    <a:pt x="243839" y="1935479"/>
                  </a:lnTo>
                  <a:lnTo>
                    <a:pt x="231860" y="1935187"/>
                  </a:lnTo>
                  <a:lnTo>
                    <a:pt x="184577" y="1928170"/>
                  </a:lnTo>
                  <a:lnTo>
                    <a:pt x="139571" y="1912063"/>
                  </a:lnTo>
                  <a:lnTo>
                    <a:pt x="98572" y="1887486"/>
                  </a:lnTo>
                  <a:lnTo>
                    <a:pt x="63155" y="1855383"/>
                  </a:lnTo>
                  <a:lnTo>
                    <a:pt x="34682" y="1816987"/>
                  </a:lnTo>
                  <a:lnTo>
                    <a:pt x="14247" y="1773773"/>
                  </a:lnTo>
                  <a:lnTo>
                    <a:pt x="2635" y="1727404"/>
                  </a:lnTo>
                  <a:lnTo>
                    <a:pt x="0" y="1691639"/>
                  </a:lnTo>
                  <a:lnTo>
                    <a:pt x="0" y="243839"/>
                  </a:lnTo>
                  <a:lnTo>
                    <a:pt x="4685" y="196269"/>
                  </a:lnTo>
                  <a:lnTo>
                    <a:pt x="18561" y="150526"/>
                  </a:lnTo>
                  <a:lnTo>
                    <a:pt x="41094" y="108369"/>
                  </a:lnTo>
                  <a:lnTo>
                    <a:pt x="71419" y="71419"/>
                  </a:lnTo>
                  <a:lnTo>
                    <a:pt x="108369" y="41094"/>
                  </a:lnTo>
                  <a:lnTo>
                    <a:pt x="150526" y="18561"/>
                  </a:lnTo>
                  <a:lnTo>
                    <a:pt x="196269" y="4685"/>
                  </a:lnTo>
                  <a:lnTo>
                    <a:pt x="243839" y="0"/>
                  </a:lnTo>
                  <a:lnTo>
                    <a:pt x="1889759" y="0"/>
                  </a:lnTo>
                  <a:lnTo>
                    <a:pt x="1937330" y="4685"/>
                  </a:lnTo>
                  <a:lnTo>
                    <a:pt x="1983073" y="18561"/>
                  </a:lnTo>
                  <a:lnTo>
                    <a:pt x="2025229" y="41094"/>
                  </a:lnTo>
                  <a:lnTo>
                    <a:pt x="2062180" y="71419"/>
                  </a:lnTo>
                  <a:lnTo>
                    <a:pt x="2092505" y="108369"/>
                  </a:lnTo>
                  <a:lnTo>
                    <a:pt x="2115038" y="150526"/>
                  </a:lnTo>
                  <a:lnTo>
                    <a:pt x="2128914" y="196269"/>
                  </a:lnTo>
                  <a:lnTo>
                    <a:pt x="2133599" y="243839"/>
                  </a:lnTo>
                  <a:lnTo>
                    <a:pt x="2133599" y="1691639"/>
                  </a:lnTo>
                  <a:lnTo>
                    <a:pt x="2128914" y="1739210"/>
                  </a:lnTo>
                  <a:lnTo>
                    <a:pt x="2115038" y="1784953"/>
                  </a:lnTo>
                  <a:lnTo>
                    <a:pt x="2092505" y="1827110"/>
                  </a:lnTo>
                  <a:lnTo>
                    <a:pt x="2062180" y="1864060"/>
                  </a:lnTo>
                  <a:lnTo>
                    <a:pt x="2025229" y="1894385"/>
                  </a:lnTo>
                  <a:lnTo>
                    <a:pt x="1983073" y="1916918"/>
                  </a:lnTo>
                  <a:lnTo>
                    <a:pt x="1937330" y="1930794"/>
                  </a:lnTo>
                  <a:lnTo>
                    <a:pt x="1889759" y="193547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421379" y="2804164"/>
              <a:ext cx="2133600" cy="1930400"/>
            </a:xfrm>
            <a:custGeom>
              <a:avLst/>
              <a:gdLst/>
              <a:ahLst/>
              <a:cxnLst/>
              <a:rect l="l" t="t" r="r" b="b"/>
              <a:pathLst>
                <a:path w="2133600" h="1930400">
                  <a:moveTo>
                    <a:pt x="190167" y="12700"/>
                  </a:moveTo>
                  <a:lnTo>
                    <a:pt x="161705" y="12700"/>
                  </a:lnTo>
                  <a:lnTo>
                    <a:pt x="173056" y="0"/>
                  </a:lnTo>
                  <a:lnTo>
                    <a:pt x="205343" y="0"/>
                  </a:lnTo>
                  <a:lnTo>
                    <a:pt x="190167" y="12700"/>
                  </a:lnTo>
                  <a:close/>
                </a:path>
                <a:path w="2133600" h="1930400">
                  <a:moveTo>
                    <a:pt x="1971893" y="12700"/>
                  </a:moveTo>
                  <a:lnTo>
                    <a:pt x="1943431" y="12700"/>
                  </a:lnTo>
                  <a:lnTo>
                    <a:pt x="1928256" y="0"/>
                  </a:lnTo>
                  <a:lnTo>
                    <a:pt x="1960543" y="0"/>
                  </a:lnTo>
                  <a:lnTo>
                    <a:pt x="1971893" y="12700"/>
                  </a:lnTo>
                  <a:close/>
                </a:path>
                <a:path w="2133600" h="1930400">
                  <a:moveTo>
                    <a:pt x="146294" y="25400"/>
                  </a:moveTo>
                  <a:lnTo>
                    <a:pt x="128893" y="25400"/>
                  </a:lnTo>
                  <a:lnTo>
                    <a:pt x="139571" y="12700"/>
                  </a:lnTo>
                  <a:lnTo>
                    <a:pt x="160590" y="12700"/>
                  </a:lnTo>
                  <a:lnTo>
                    <a:pt x="146294" y="25400"/>
                  </a:lnTo>
                  <a:close/>
                </a:path>
                <a:path w="2133600" h="1930400">
                  <a:moveTo>
                    <a:pt x="2004706" y="25400"/>
                  </a:moveTo>
                  <a:lnTo>
                    <a:pt x="1987304" y="25400"/>
                  </a:lnTo>
                  <a:lnTo>
                    <a:pt x="1973009" y="12700"/>
                  </a:lnTo>
                  <a:lnTo>
                    <a:pt x="1994028" y="12700"/>
                  </a:lnTo>
                  <a:lnTo>
                    <a:pt x="2004706" y="25400"/>
                  </a:lnTo>
                  <a:close/>
                </a:path>
                <a:path w="2133600" h="1930400">
                  <a:moveTo>
                    <a:pt x="125663" y="38100"/>
                  </a:moveTo>
                  <a:lnTo>
                    <a:pt x="108369" y="38100"/>
                  </a:lnTo>
                  <a:lnTo>
                    <a:pt x="118492" y="25400"/>
                  </a:lnTo>
                  <a:lnTo>
                    <a:pt x="139309" y="25400"/>
                  </a:lnTo>
                  <a:lnTo>
                    <a:pt x="125663" y="38100"/>
                  </a:lnTo>
                  <a:close/>
                </a:path>
                <a:path w="2133600" h="1930400">
                  <a:moveTo>
                    <a:pt x="2025230" y="38100"/>
                  </a:moveTo>
                  <a:lnTo>
                    <a:pt x="2007935" y="38100"/>
                  </a:lnTo>
                  <a:lnTo>
                    <a:pt x="1994290" y="25400"/>
                  </a:lnTo>
                  <a:lnTo>
                    <a:pt x="2015106" y="25400"/>
                  </a:lnTo>
                  <a:lnTo>
                    <a:pt x="2025230" y="38100"/>
                  </a:lnTo>
                  <a:close/>
                </a:path>
                <a:path w="2133600" h="1930400">
                  <a:moveTo>
                    <a:pt x="106170" y="50800"/>
                  </a:moveTo>
                  <a:lnTo>
                    <a:pt x="89147" y="50800"/>
                  </a:lnTo>
                  <a:lnTo>
                    <a:pt x="98572" y="38100"/>
                  </a:lnTo>
                  <a:lnTo>
                    <a:pt x="119035" y="38100"/>
                  </a:lnTo>
                  <a:lnTo>
                    <a:pt x="106170" y="50800"/>
                  </a:lnTo>
                  <a:close/>
                </a:path>
                <a:path w="2133600" h="1930400">
                  <a:moveTo>
                    <a:pt x="2044451" y="50800"/>
                  </a:moveTo>
                  <a:lnTo>
                    <a:pt x="2027429" y="50800"/>
                  </a:lnTo>
                  <a:lnTo>
                    <a:pt x="2014563" y="38100"/>
                  </a:lnTo>
                  <a:lnTo>
                    <a:pt x="2035027" y="38100"/>
                  </a:lnTo>
                  <a:lnTo>
                    <a:pt x="2044451" y="50800"/>
                  </a:lnTo>
                  <a:close/>
                </a:path>
                <a:path w="2133600" h="1930400">
                  <a:moveTo>
                    <a:pt x="119035" y="1892300"/>
                  </a:moveTo>
                  <a:lnTo>
                    <a:pt x="108369" y="1892300"/>
                  </a:lnTo>
                  <a:lnTo>
                    <a:pt x="98572" y="1879600"/>
                  </a:lnTo>
                  <a:lnTo>
                    <a:pt x="89147" y="1879600"/>
                  </a:lnTo>
                  <a:lnTo>
                    <a:pt x="80096" y="1866900"/>
                  </a:lnTo>
                  <a:lnTo>
                    <a:pt x="71419" y="1854200"/>
                  </a:lnTo>
                  <a:lnTo>
                    <a:pt x="63155" y="1854200"/>
                  </a:lnTo>
                  <a:lnTo>
                    <a:pt x="55346" y="1841500"/>
                  </a:lnTo>
                  <a:lnTo>
                    <a:pt x="47993" y="1828800"/>
                  </a:lnTo>
                  <a:lnTo>
                    <a:pt x="41094" y="1816100"/>
                  </a:lnTo>
                  <a:lnTo>
                    <a:pt x="34682" y="1816100"/>
                  </a:lnTo>
                  <a:lnTo>
                    <a:pt x="18561" y="1778000"/>
                  </a:lnTo>
                  <a:lnTo>
                    <a:pt x="7309" y="1739900"/>
                  </a:lnTo>
                  <a:lnTo>
                    <a:pt x="4685" y="1727200"/>
                  </a:lnTo>
                  <a:lnTo>
                    <a:pt x="2635" y="1727200"/>
                  </a:lnTo>
                  <a:lnTo>
                    <a:pt x="1171" y="1714500"/>
                  </a:lnTo>
                  <a:lnTo>
                    <a:pt x="292" y="1701800"/>
                  </a:lnTo>
                  <a:lnTo>
                    <a:pt x="0" y="1689100"/>
                  </a:lnTo>
                  <a:lnTo>
                    <a:pt x="0" y="241300"/>
                  </a:lnTo>
                  <a:lnTo>
                    <a:pt x="2635" y="203200"/>
                  </a:lnTo>
                  <a:lnTo>
                    <a:pt x="10496" y="165100"/>
                  </a:lnTo>
                  <a:lnTo>
                    <a:pt x="23416" y="127000"/>
                  </a:lnTo>
                  <a:lnTo>
                    <a:pt x="28789" y="127000"/>
                  </a:lnTo>
                  <a:lnTo>
                    <a:pt x="34682" y="114300"/>
                  </a:lnTo>
                  <a:lnTo>
                    <a:pt x="41094" y="101600"/>
                  </a:lnTo>
                  <a:lnTo>
                    <a:pt x="47993" y="88900"/>
                  </a:lnTo>
                  <a:lnTo>
                    <a:pt x="55346" y="88900"/>
                  </a:lnTo>
                  <a:lnTo>
                    <a:pt x="63155" y="76200"/>
                  </a:lnTo>
                  <a:lnTo>
                    <a:pt x="71419" y="63500"/>
                  </a:lnTo>
                  <a:lnTo>
                    <a:pt x="80096" y="50800"/>
                  </a:lnTo>
                  <a:lnTo>
                    <a:pt x="99964" y="50800"/>
                  </a:lnTo>
                  <a:lnTo>
                    <a:pt x="88003" y="63500"/>
                  </a:lnTo>
                  <a:lnTo>
                    <a:pt x="82277" y="63500"/>
                  </a:lnTo>
                  <a:lnTo>
                    <a:pt x="71336" y="76200"/>
                  </a:lnTo>
                  <a:lnTo>
                    <a:pt x="66147" y="76200"/>
                  </a:lnTo>
                  <a:lnTo>
                    <a:pt x="56331" y="88900"/>
                  </a:lnTo>
                  <a:lnTo>
                    <a:pt x="51728" y="101600"/>
                  </a:lnTo>
                  <a:lnTo>
                    <a:pt x="43132" y="114300"/>
                  </a:lnTo>
                  <a:lnTo>
                    <a:pt x="39159" y="114300"/>
                  </a:lnTo>
                  <a:lnTo>
                    <a:pt x="31865" y="127000"/>
                  </a:lnTo>
                  <a:lnTo>
                    <a:pt x="28561" y="139700"/>
                  </a:lnTo>
                  <a:lnTo>
                    <a:pt x="22640" y="152400"/>
                  </a:lnTo>
                  <a:lnTo>
                    <a:pt x="20037" y="165100"/>
                  </a:lnTo>
                  <a:lnTo>
                    <a:pt x="15545" y="177800"/>
                  </a:lnTo>
                  <a:lnTo>
                    <a:pt x="13668" y="177800"/>
                  </a:lnTo>
                  <a:lnTo>
                    <a:pt x="10649" y="203200"/>
                  </a:lnTo>
                  <a:lnTo>
                    <a:pt x="9515" y="203200"/>
                  </a:lnTo>
                  <a:lnTo>
                    <a:pt x="7999" y="215900"/>
                  </a:lnTo>
                  <a:lnTo>
                    <a:pt x="7619" y="228600"/>
                  </a:lnTo>
                  <a:lnTo>
                    <a:pt x="7619" y="1689100"/>
                  </a:lnTo>
                  <a:lnTo>
                    <a:pt x="7999" y="1701800"/>
                  </a:lnTo>
                  <a:lnTo>
                    <a:pt x="9515" y="1714500"/>
                  </a:lnTo>
                  <a:lnTo>
                    <a:pt x="10649" y="1727200"/>
                  </a:lnTo>
                  <a:lnTo>
                    <a:pt x="13668" y="1739900"/>
                  </a:lnTo>
                  <a:lnTo>
                    <a:pt x="15545" y="1752600"/>
                  </a:lnTo>
                  <a:lnTo>
                    <a:pt x="20037" y="1765300"/>
                  </a:lnTo>
                  <a:lnTo>
                    <a:pt x="22640" y="1765300"/>
                  </a:lnTo>
                  <a:lnTo>
                    <a:pt x="28561" y="1778000"/>
                  </a:lnTo>
                  <a:lnTo>
                    <a:pt x="31865" y="1790700"/>
                  </a:lnTo>
                  <a:lnTo>
                    <a:pt x="39159" y="1803400"/>
                  </a:lnTo>
                  <a:lnTo>
                    <a:pt x="43132" y="1816100"/>
                  </a:lnTo>
                  <a:lnTo>
                    <a:pt x="51728" y="1828800"/>
                  </a:lnTo>
                  <a:lnTo>
                    <a:pt x="56331" y="1828800"/>
                  </a:lnTo>
                  <a:lnTo>
                    <a:pt x="66147" y="1841500"/>
                  </a:lnTo>
                  <a:lnTo>
                    <a:pt x="71336" y="1841500"/>
                  </a:lnTo>
                  <a:lnTo>
                    <a:pt x="82277" y="1854200"/>
                  </a:lnTo>
                  <a:lnTo>
                    <a:pt x="88003" y="1866900"/>
                  </a:lnTo>
                  <a:lnTo>
                    <a:pt x="99964" y="1866900"/>
                  </a:lnTo>
                  <a:lnTo>
                    <a:pt x="106170" y="1879600"/>
                  </a:lnTo>
                  <a:lnTo>
                    <a:pt x="119035" y="1892300"/>
                  </a:lnTo>
                  <a:close/>
                </a:path>
                <a:path w="2133600" h="1930400">
                  <a:moveTo>
                    <a:pt x="2025230" y="1892300"/>
                  </a:moveTo>
                  <a:lnTo>
                    <a:pt x="2014563" y="1892300"/>
                  </a:lnTo>
                  <a:lnTo>
                    <a:pt x="2027429" y="1879600"/>
                  </a:lnTo>
                  <a:lnTo>
                    <a:pt x="2033635" y="1866900"/>
                  </a:lnTo>
                  <a:lnTo>
                    <a:pt x="2045596" y="1866900"/>
                  </a:lnTo>
                  <a:lnTo>
                    <a:pt x="2051322" y="1854200"/>
                  </a:lnTo>
                  <a:lnTo>
                    <a:pt x="2062263" y="1841500"/>
                  </a:lnTo>
                  <a:lnTo>
                    <a:pt x="2067452" y="1841500"/>
                  </a:lnTo>
                  <a:lnTo>
                    <a:pt x="2077268" y="1828800"/>
                  </a:lnTo>
                  <a:lnTo>
                    <a:pt x="2081871" y="1828800"/>
                  </a:lnTo>
                  <a:lnTo>
                    <a:pt x="2090467" y="1816100"/>
                  </a:lnTo>
                  <a:lnTo>
                    <a:pt x="2094440" y="1803400"/>
                  </a:lnTo>
                  <a:lnTo>
                    <a:pt x="2101734" y="1790700"/>
                  </a:lnTo>
                  <a:lnTo>
                    <a:pt x="2105037" y="1778000"/>
                  </a:lnTo>
                  <a:lnTo>
                    <a:pt x="2110959" y="1765300"/>
                  </a:lnTo>
                  <a:lnTo>
                    <a:pt x="2113562" y="1765300"/>
                  </a:lnTo>
                  <a:lnTo>
                    <a:pt x="2118053" y="1752600"/>
                  </a:lnTo>
                  <a:lnTo>
                    <a:pt x="2119931" y="1739900"/>
                  </a:lnTo>
                  <a:lnTo>
                    <a:pt x="2122950" y="1727200"/>
                  </a:lnTo>
                  <a:lnTo>
                    <a:pt x="2124084" y="1714500"/>
                  </a:lnTo>
                  <a:lnTo>
                    <a:pt x="2125600" y="1701800"/>
                  </a:lnTo>
                  <a:lnTo>
                    <a:pt x="2125980" y="1689100"/>
                  </a:lnTo>
                  <a:lnTo>
                    <a:pt x="2125980" y="228600"/>
                  </a:lnTo>
                  <a:lnTo>
                    <a:pt x="2125600" y="215900"/>
                  </a:lnTo>
                  <a:lnTo>
                    <a:pt x="2124084" y="203200"/>
                  </a:lnTo>
                  <a:lnTo>
                    <a:pt x="2122950" y="203200"/>
                  </a:lnTo>
                  <a:lnTo>
                    <a:pt x="2119931" y="177800"/>
                  </a:lnTo>
                  <a:lnTo>
                    <a:pt x="2118053" y="177800"/>
                  </a:lnTo>
                  <a:lnTo>
                    <a:pt x="2113562" y="165100"/>
                  </a:lnTo>
                  <a:lnTo>
                    <a:pt x="2110959" y="152400"/>
                  </a:lnTo>
                  <a:lnTo>
                    <a:pt x="2105037" y="139700"/>
                  </a:lnTo>
                  <a:lnTo>
                    <a:pt x="2101734" y="127000"/>
                  </a:lnTo>
                  <a:lnTo>
                    <a:pt x="2094440" y="114300"/>
                  </a:lnTo>
                  <a:lnTo>
                    <a:pt x="2090467" y="114300"/>
                  </a:lnTo>
                  <a:lnTo>
                    <a:pt x="2081871" y="101600"/>
                  </a:lnTo>
                  <a:lnTo>
                    <a:pt x="2077268" y="88900"/>
                  </a:lnTo>
                  <a:lnTo>
                    <a:pt x="2067452" y="76200"/>
                  </a:lnTo>
                  <a:lnTo>
                    <a:pt x="2062263" y="76200"/>
                  </a:lnTo>
                  <a:lnTo>
                    <a:pt x="2051322" y="63500"/>
                  </a:lnTo>
                  <a:lnTo>
                    <a:pt x="2045596" y="63500"/>
                  </a:lnTo>
                  <a:lnTo>
                    <a:pt x="2033635" y="50800"/>
                  </a:lnTo>
                  <a:lnTo>
                    <a:pt x="2053502" y="50800"/>
                  </a:lnTo>
                  <a:lnTo>
                    <a:pt x="2062180" y="63500"/>
                  </a:lnTo>
                  <a:lnTo>
                    <a:pt x="2070444" y="76200"/>
                  </a:lnTo>
                  <a:lnTo>
                    <a:pt x="2078252" y="88900"/>
                  </a:lnTo>
                  <a:lnTo>
                    <a:pt x="2085606" y="88900"/>
                  </a:lnTo>
                  <a:lnTo>
                    <a:pt x="2092505" y="101600"/>
                  </a:lnTo>
                  <a:lnTo>
                    <a:pt x="2098916" y="114300"/>
                  </a:lnTo>
                  <a:lnTo>
                    <a:pt x="2104809" y="127000"/>
                  </a:lnTo>
                  <a:lnTo>
                    <a:pt x="2110183" y="127000"/>
                  </a:lnTo>
                  <a:lnTo>
                    <a:pt x="2123102" y="165100"/>
                  </a:lnTo>
                  <a:lnTo>
                    <a:pt x="2130964" y="203200"/>
                  </a:lnTo>
                  <a:lnTo>
                    <a:pt x="2133599" y="241300"/>
                  </a:lnTo>
                  <a:lnTo>
                    <a:pt x="2133599" y="1689100"/>
                  </a:lnTo>
                  <a:lnTo>
                    <a:pt x="2133307" y="1701800"/>
                  </a:lnTo>
                  <a:lnTo>
                    <a:pt x="2132428" y="1714500"/>
                  </a:lnTo>
                  <a:lnTo>
                    <a:pt x="2130964" y="1727200"/>
                  </a:lnTo>
                  <a:lnTo>
                    <a:pt x="2128914" y="1727200"/>
                  </a:lnTo>
                  <a:lnTo>
                    <a:pt x="2126290" y="1739900"/>
                  </a:lnTo>
                  <a:lnTo>
                    <a:pt x="2115038" y="1778000"/>
                  </a:lnTo>
                  <a:lnTo>
                    <a:pt x="2098916" y="1816100"/>
                  </a:lnTo>
                  <a:lnTo>
                    <a:pt x="2092505" y="1816100"/>
                  </a:lnTo>
                  <a:lnTo>
                    <a:pt x="2085606" y="1828800"/>
                  </a:lnTo>
                  <a:lnTo>
                    <a:pt x="2078252" y="1841500"/>
                  </a:lnTo>
                  <a:lnTo>
                    <a:pt x="2070444" y="1854200"/>
                  </a:lnTo>
                  <a:lnTo>
                    <a:pt x="2062180" y="1854200"/>
                  </a:lnTo>
                  <a:lnTo>
                    <a:pt x="2053502" y="1866900"/>
                  </a:lnTo>
                  <a:lnTo>
                    <a:pt x="2044451" y="1879600"/>
                  </a:lnTo>
                  <a:lnTo>
                    <a:pt x="2035027" y="1879600"/>
                  </a:lnTo>
                  <a:lnTo>
                    <a:pt x="2025230" y="1892300"/>
                  </a:lnTo>
                  <a:close/>
                </a:path>
                <a:path w="2133600" h="1930400">
                  <a:moveTo>
                    <a:pt x="146294" y="1905000"/>
                  </a:moveTo>
                  <a:lnTo>
                    <a:pt x="128893" y="1905000"/>
                  </a:lnTo>
                  <a:lnTo>
                    <a:pt x="118492" y="1892300"/>
                  </a:lnTo>
                  <a:lnTo>
                    <a:pt x="139309" y="1892300"/>
                  </a:lnTo>
                  <a:lnTo>
                    <a:pt x="146294" y="1905000"/>
                  </a:lnTo>
                  <a:close/>
                </a:path>
                <a:path w="2133600" h="1930400">
                  <a:moveTo>
                    <a:pt x="2004706" y="1905000"/>
                  </a:moveTo>
                  <a:lnTo>
                    <a:pt x="1987304" y="1905000"/>
                  </a:lnTo>
                  <a:lnTo>
                    <a:pt x="1994290" y="1892300"/>
                  </a:lnTo>
                  <a:lnTo>
                    <a:pt x="2015106" y="1892300"/>
                  </a:lnTo>
                  <a:lnTo>
                    <a:pt x="2004706" y="1905000"/>
                  </a:lnTo>
                  <a:close/>
                </a:path>
                <a:path w="2133600" h="1930400">
                  <a:moveTo>
                    <a:pt x="182672" y="1917700"/>
                  </a:moveTo>
                  <a:lnTo>
                    <a:pt x="161705" y="1917700"/>
                  </a:lnTo>
                  <a:lnTo>
                    <a:pt x="150526" y="1905000"/>
                  </a:lnTo>
                  <a:lnTo>
                    <a:pt x="167865" y="1905000"/>
                  </a:lnTo>
                  <a:lnTo>
                    <a:pt x="182672" y="1917700"/>
                  </a:lnTo>
                  <a:close/>
                </a:path>
                <a:path w="2133600" h="1930400">
                  <a:moveTo>
                    <a:pt x="1971893" y="1917700"/>
                  </a:moveTo>
                  <a:lnTo>
                    <a:pt x="1950927" y="1917700"/>
                  </a:lnTo>
                  <a:lnTo>
                    <a:pt x="1965734" y="1905000"/>
                  </a:lnTo>
                  <a:lnTo>
                    <a:pt x="1983073" y="1905000"/>
                  </a:lnTo>
                  <a:lnTo>
                    <a:pt x="1971893" y="1917700"/>
                  </a:lnTo>
                  <a:close/>
                </a:path>
                <a:path w="2133600" h="1930400">
                  <a:moveTo>
                    <a:pt x="1937330" y="1930400"/>
                  </a:moveTo>
                  <a:lnTo>
                    <a:pt x="196269" y="1930400"/>
                  </a:lnTo>
                  <a:lnTo>
                    <a:pt x="184577" y="1917700"/>
                  </a:lnTo>
                  <a:lnTo>
                    <a:pt x="1949022" y="1917700"/>
                  </a:lnTo>
                  <a:lnTo>
                    <a:pt x="1937330" y="193040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98619" y="3055623"/>
              <a:ext cx="579119" cy="57911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3707884" y="3720947"/>
            <a:ext cx="1555750" cy="767080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80"/>
              </a:spcBef>
            </a:pPr>
            <a:r>
              <a:rPr dirty="0" sz="1200" spc="-170" b="1">
                <a:solidFill>
                  <a:srgbClr val="FFFFFF"/>
                </a:solidFill>
                <a:latin typeface="Verdana"/>
                <a:cs typeface="Verdana"/>
              </a:rPr>
              <a:t>Yael</a:t>
            </a:r>
            <a:r>
              <a:rPr dirty="0" sz="1200" spc="-30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150" b="1">
                <a:solidFill>
                  <a:srgbClr val="FFFFFF"/>
                </a:solidFill>
                <a:latin typeface="Verdana"/>
                <a:cs typeface="Verdana"/>
              </a:rPr>
              <a:t>H.</a:t>
            </a:r>
            <a:r>
              <a:rPr dirty="0" sz="1200" spc="-80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Verdana"/>
                <a:cs typeface="Verdana"/>
              </a:rPr>
              <a:t>Oaknin</a:t>
            </a:r>
            <a:endParaRPr sz="12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40"/>
              </a:spcBef>
            </a:pPr>
            <a:r>
              <a:rPr dirty="0" sz="1000" spc="-35">
                <a:solidFill>
                  <a:srgbClr val="9CA2AF"/>
                </a:solidFill>
                <a:latin typeface="Microsoft Sans Serif"/>
                <a:cs typeface="Microsoft Sans Serif"/>
              </a:rPr>
              <a:t>Chief</a:t>
            </a:r>
            <a:r>
              <a:rPr dirty="0" sz="1000" spc="-11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45">
                <a:solidFill>
                  <a:srgbClr val="9CA2AF"/>
                </a:solidFill>
                <a:latin typeface="Microsoft Sans Serif"/>
                <a:cs typeface="Microsoft Sans Serif"/>
              </a:rPr>
              <a:t>Executive</a:t>
            </a:r>
            <a:r>
              <a:rPr dirty="0" sz="1000" spc="-5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30">
                <a:solidFill>
                  <a:srgbClr val="9CA2AF"/>
                </a:solidFill>
                <a:latin typeface="Microsoft Sans Serif"/>
                <a:cs typeface="Microsoft Sans Serif"/>
              </a:rPr>
              <a:t>Officer</a:t>
            </a:r>
            <a:r>
              <a:rPr dirty="0" sz="1000" spc="-4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9CA2AF"/>
                </a:solidFill>
                <a:latin typeface="Microsoft Sans Serif"/>
                <a:cs typeface="Microsoft Sans Serif"/>
              </a:rPr>
              <a:t>|</a:t>
            </a:r>
            <a:r>
              <a:rPr dirty="0" sz="1000" spc="2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5">
                <a:solidFill>
                  <a:srgbClr val="9CA2AF"/>
                </a:solidFill>
                <a:latin typeface="Microsoft Sans Serif"/>
                <a:cs typeface="Microsoft Sans Serif"/>
              </a:rPr>
              <a:t>CEO</a:t>
            </a:r>
            <a:endParaRPr sz="10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dirty="0" sz="1000" spc="-50">
                <a:solidFill>
                  <a:srgbClr val="4D8CFF"/>
                </a:solidFill>
                <a:latin typeface="Microsoft Sans Serif"/>
                <a:cs typeface="Microsoft Sans Serif"/>
                <a:hlinkClick r:id="rId4"/>
              </a:rPr>
              <a:t>yael@token-</a:t>
            </a:r>
            <a:r>
              <a:rPr dirty="0" sz="1000" spc="-10">
                <a:solidFill>
                  <a:srgbClr val="4D8CFF"/>
                </a:solidFill>
                <a:latin typeface="Microsoft Sans Serif"/>
                <a:cs typeface="Microsoft Sans Serif"/>
                <a:hlinkClick r:id="rId4"/>
              </a:rPr>
              <a:t>city.com</a:t>
            </a:r>
            <a:endParaRPr sz="10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</a:pPr>
            <a:r>
              <a:rPr dirty="0" sz="1000" spc="-70">
                <a:solidFill>
                  <a:srgbClr val="9CA2AF"/>
                </a:solidFill>
                <a:latin typeface="Microsoft Sans Serif"/>
                <a:cs typeface="Microsoft Sans Serif"/>
              </a:rPr>
              <a:t>+34</a:t>
            </a:r>
            <a:r>
              <a:rPr dirty="0" sz="1000" spc="-7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55">
                <a:solidFill>
                  <a:srgbClr val="9CA2AF"/>
                </a:solidFill>
                <a:latin typeface="Microsoft Sans Serif"/>
                <a:cs typeface="Microsoft Sans Serif"/>
              </a:rPr>
              <a:t>687</a:t>
            </a:r>
            <a:r>
              <a:rPr dirty="0" sz="1000" spc="-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50">
                <a:solidFill>
                  <a:srgbClr val="9CA2AF"/>
                </a:solidFill>
                <a:latin typeface="Microsoft Sans Serif"/>
                <a:cs typeface="Microsoft Sans Serif"/>
              </a:rPr>
              <a:t>89</a:t>
            </a:r>
            <a:r>
              <a:rPr dirty="0" sz="1000" spc="-3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50">
                <a:solidFill>
                  <a:srgbClr val="9CA2AF"/>
                </a:solidFill>
                <a:latin typeface="Microsoft Sans Serif"/>
                <a:cs typeface="Microsoft Sans Serif"/>
              </a:rPr>
              <a:t>20</a:t>
            </a:r>
            <a:r>
              <a:rPr dirty="0" sz="1000" spc="-3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5">
                <a:solidFill>
                  <a:srgbClr val="9CA2AF"/>
                </a:solidFill>
                <a:latin typeface="Microsoft Sans Serif"/>
                <a:cs typeface="Microsoft Sans Serif"/>
              </a:rPr>
              <a:t>19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737859" y="2834636"/>
            <a:ext cx="1539240" cy="1874520"/>
            <a:chOff x="5737859" y="2834636"/>
            <a:chExt cx="1539240" cy="1874520"/>
          </a:xfrm>
        </p:grpSpPr>
        <p:sp>
          <p:nvSpPr>
            <p:cNvPr id="12" name="object 12"/>
            <p:cNvSpPr/>
            <p:nvPr/>
          </p:nvSpPr>
          <p:spPr>
            <a:xfrm>
              <a:off x="5737860" y="2834636"/>
              <a:ext cx="1539240" cy="1874520"/>
            </a:xfrm>
            <a:custGeom>
              <a:avLst/>
              <a:gdLst/>
              <a:ahLst/>
              <a:cxnLst/>
              <a:rect l="l" t="t" r="r" b="b"/>
              <a:pathLst>
                <a:path w="1539240" h="1874520">
                  <a:moveTo>
                    <a:pt x="1295399" y="1874519"/>
                  </a:moveTo>
                  <a:lnTo>
                    <a:pt x="243839" y="1874519"/>
                  </a:lnTo>
                  <a:lnTo>
                    <a:pt x="231860" y="1874226"/>
                  </a:lnTo>
                  <a:lnTo>
                    <a:pt x="184577" y="1867210"/>
                  </a:lnTo>
                  <a:lnTo>
                    <a:pt x="139571" y="1851103"/>
                  </a:lnTo>
                  <a:lnTo>
                    <a:pt x="98572" y="1826526"/>
                  </a:lnTo>
                  <a:lnTo>
                    <a:pt x="63155" y="1794423"/>
                  </a:lnTo>
                  <a:lnTo>
                    <a:pt x="34682" y="1756026"/>
                  </a:lnTo>
                  <a:lnTo>
                    <a:pt x="14247" y="1712813"/>
                  </a:lnTo>
                  <a:lnTo>
                    <a:pt x="2635" y="1666444"/>
                  </a:lnTo>
                  <a:lnTo>
                    <a:pt x="0" y="1630679"/>
                  </a:lnTo>
                  <a:lnTo>
                    <a:pt x="0" y="243839"/>
                  </a:lnTo>
                  <a:lnTo>
                    <a:pt x="4685" y="196269"/>
                  </a:lnTo>
                  <a:lnTo>
                    <a:pt x="18561" y="150526"/>
                  </a:lnTo>
                  <a:lnTo>
                    <a:pt x="41094" y="108369"/>
                  </a:lnTo>
                  <a:lnTo>
                    <a:pt x="71419" y="71419"/>
                  </a:lnTo>
                  <a:lnTo>
                    <a:pt x="108369" y="41094"/>
                  </a:lnTo>
                  <a:lnTo>
                    <a:pt x="150526" y="18561"/>
                  </a:lnTo>
                  <a:lnTo>
                    <a:pt x="196269" y="4685"/>
                  </a:lnTo>
                  <a:lnTo>
                    <a:pt x="243839" y="0"/>
                  </a:lnTo>
                  <a:lnTo>
                    <a:pt x="1295399" y="0"/>
                  </a:lnTo>
                  <a:lnTo>
                    <a:pt x="1342970" y="4685"/>
                  </a:lnTo>
                  <a:lnTo>
                    <a:pt x="1388713" y="18561"/>
                  </a:lnTo>
                  <a:lnTo>
                    <a:pt x="1430870" y="41094"/>
                  </a:lnTo>
                  <a:lnTo>
                    <a:pt x="1467820" y="71419"/>
                  </a:lnTo>
                  <a:lnTo>
                    <a:pt x="1498145" y="108369"/>
                  </a:lnTo>
                  <a:lnTo>
                    <a:pt x="1520678" y="150526"/>
                  </a:lnTo>
                  <a:lnTo>
                    <a:pt x="1534554" y="196269"/>
                  </a:lnTo>
                  <a:lnTo>
                    <a:pt x="1539239" y="243839"/>
                  </a:lnTo>
                  <a:lnTo>
                    <a:pt x="1539239" y="1630679"/>
                  </a:lnTo>
                  <a:lnTo>
                    <a:pt x="1534554" y="1678250"/>
                  </a:lnTo>
                  <a:lnTo>
                    <a:pt x="1520678" y="1723993"/>
                  </a:lnTo>
                  <a:lnTo>
                    <a:pt x="1498145" y="1766150"/>
                  </a:lnTo>
                  <a:lnTo>
                    <a:pt x="1467820" y="1803100"/>
                  </a:lnTo>
                  <a:lnTo>
                    <a:pt x="1430870" y="1833425"/>
                  </a:lnTo>
                  <a:lnTo>
                    <a:pt x="1388713" y="1855958"/>
                  </a:lnTo>
                  <a:lnTo>
                    <a:pt x="1342970" y="1869834"/>
                  </a:lnTo>
                  <a:lnTo>
                    <a:pt x="1295399" y="187451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737859" y="2834636"/>
              <a:ext cx="1539240" cy="1866900"/>
            </a:xfrm>
            <a:custGeom>
              <a:avLst/>
              <a:gdLst/>
              <a:ahLst/>
              <a:cxnLst/>
              <a:rect l="l" t="t" r="r" b="b"/>
              <a:pathLst>
                <a:path w="1539240" h="1866900">
                  <a:moveTo>
                    <a:pt x="190167" y="12700"/>
                  </a:moveTo>
                  <a:lnTo>
                    <a:pt x="161705" y="12700"/>
                  </a:lnTo>
                  <a:lnTo>
                    <a:pt x="173056" y="0"/>
                  </a:lnTo>
                  <a:lnTo>
                    <a:pt x="205343" y="0"/>
                  </a:lnTo>
                  <a:lnTo>
                    <a:pt x="190167" y="12700"/>
                  </a:lnTo>
                  <a:close/>
                </a:path>
                <a:path w="1539240" h="1866900">
                  <a:moveTo>
                    <a:pt x="1377533" y="12700"/>
                  </a:moveTo>
                  <a:lnTo>
                    <a:pt x="1349072" y="12700"/>
                  </a:lnTo>
                  <a:lnTo>
                    <a:pt x="1333896" y="0"/>
                  </a:lnTo>
                  <a:lnTo>
                    <a:pt x="1366183" y="0"/>
                  </a:lnTo>
                  <a:lnTo>
                    <a:pt x="1377533" y="12700"/>
                  </a:lnTo>
                  <a:close/>
                </a:path>
                <a:path w="1539240" h="1866900">
                  <a:moveTo>
                    <a:pt x="146294" y="25400"/>
                  </a:moveTo>
                  <a:lnTo>
                    <a:pt x="128893" y="25400"/>
                  </a:lnTo>
                  <a:lnTo>
                    <a:pt x="139571" y="12700"/>
                  </a:lnTo>
                  <a:lnTo>
                    <a:pt x="160590" y="12700"/>
                  </a:lnTo>
                  <a:lnTo>
                    <a:pt x="146294" y="25400"/>
                  </a:lnTo>
                  <a:close/>
                </a:path>
                <a:path w="1539240" h="1866900">
                  <a:moveTo>
                    <a:pt x="1410346" y="25400"/>
                  </a:moveTo>
                  <a:lnTo>
                    <a:pt x="1392944" y="25400"/>
                  </a:lnTo>
                  <a:lnTo>
                    <a:pt x="1378649" y="12700"/>
                  </a:lnTo>
                  <a:lnTo>
                    <a:pt x="1399668" y="12700"/>
                  </a:lnTo>
                  <a:lnTo>
                    <a:pt x="1410346" y="25400"/>
                  </a:lnTo>
                  <a:close/>
                </a:path>
                <a:path w="1539240" h="1866900">
                  <a:moveTo>
                    <a:pt x="125663" y="38100"/>
                  </a:moveTo>
                  <a:lnTo>
                    <a:pt x="108369" y="38100"/>
                  </a:lnTo>
                  <a:lnTo>
                    <a:pt x="118492" y="25400"/>
                  </a:lnTo>
                  <a:lnTo>
                    <a:pt x="139309" y="25400"/>
                  </a:lnTo>
                  <a:lnTo>
                    <a:pt x="125663" y="38100"/>
                  </a:lnTo>
                  <a:close/>
                </a:path>
                <a:path w="1539240" h="1866900">
                  <a:moveTo>
                    <a:pt x="1430870" y="38100"/>
                  </a:moveTo>
                  <a:lnTo>
                    <a:pt x="1413576" y="38100"/>
                  </a:lnTo>
                  <a:lnTo>
                    <a:pt x="1399930" y="25400"/>
                  </a:lnTo>
                  <a:lnTo>
                    <a:pt x="1420747" y="25400"/>
                  </a:lnTo>
                  <a:lnTo>
                    <a:pt x="1430870" y="38100"/>
                  </a:lnTo>
                  <a:close/>
                </a:path>
                <a:path w="1539240" h="1866900">
                  <a:moveTo>
                    <a:pt x="106170" y="50800"/>
                  </a:moveTo>
                  <a:lnTo>
                    <a:pt x="89147" y="50800"/>
                  </a:lnTo>
                  <a:lnTo>
                    <a:pt x="98572" y="38100"/>
                  </a:lnTo>
                  <a:lnTo>
                    <a:pt x="119035" y="38100"/>
                  </a:lnTo>
                  <a:lnTo>
                    <a:pt x="106170" y="50800"/>
                  </a:lnTo>
                  <a:close/>
                </a:path>
                <a:path w="1539240" h="1866900">
                  <a:moveTo>
                    <a:pt x="1450092" y="50800"/>
                  </a:moveTo>
                  <a:lnTo>
                    <a:pt x="1433069" y="50800"/>
                  </a:lnTo>
                  <a:lnTo>
                    <a:pt x="1420204" y="38100"/>
                  </a:lnTo>
                  <a:lnTo>
                    <a:pt x="1440667" y="38100"/>
                  </a:lnTo>
                  <a:lnTo>
                    <a:pt x="1450092" y="50800"/>
                  </a:lnTo>
                  <a:close/>
                </a:path>
                <a:path w="1539240" h="1866900">
                  <a:moveTo>
                    <a:pt x="51728" y="1765300"/>
                  </a:moveTo>
                  <a:lnTo>
                    <a:pt x="41094" y="1765300"/>
                  </a:lnTo>
                  <a:lnTo>
                    <a:pt x="34682" y="1752600"/>
                  </a:lnTo>
                  <a:lnTo>
                    <a:pt x="18561" y="1714500"/>
                  </a:lnTo>
                  <a:lnTo>
                    <a:pt x="10496" y="1689100"/>
                  </a:lnTo>
                  <a:lnTo>
                    <a:pt x="7309" y="1689100"/>
                  </a:lnTo>
                  <a:lnTo>
                    <a:pt x="1171" y="1651000"/>
                  </a:lnTo>
                  <a:lnTo>
                    <a:pt x="0" y="1625600"/>
                  </a:lnTo>
                  <a:lnTo>
                    <a:pt x="0" y="241300"/>
                  </a:lnTo>
                  <a:lnTo>
                    <a:pt x="2635" y="203200"/>
                  </a:lnTo>
                  <a:lnTo>
                    <a:pt x="10496" y="165100"/>
                  </a:lnTo>
                  <a:lnTo>
                    <a:pt x="23416" y="127000"/>
                  </a:lnTo>
                  <a:lnTo>
                    <a:pt x="28789" y="127000"/>
                  </a:lnTo>
                  <a:lnTo>
                    <a:pt x="34682" y="114300"/>
                  </a:lnTo>
                  <a:lnTo>
                    <a:pt x="41094" y="101600"/>
                  </a:lnTo>
                  <a:lnTo>
                    <a:pt x="47993" y="88900"/>
                  </a:lnTo>
                  <a:lnTo>
                    <a:pt x="55346" y="88900"/>
                  </a:lnTo>
                  <a:lnTo>
                    <a:pt x="63155" y="76200"/>
                  </a:lnTo>
                  <a:lnTo>
                    <a:pt x="71419" y="63500"/>
                  </a:lnTo>
                  <a:lnTo>
                    <a:pt x="80096" y="50800"/>
                  </a:lnTo>
                  <a:lnTo>
                    <a:pt x="99964" y="50800"/>
                  </a:lnTo>
                  <a:lnTo>
                    <a:pt x="88003" y="63500"/>
                  </a:lnTo>
                  <a:lnTo>
                    <a:pt x="82277" y="63500"/>
                  </a:lnTo>
                  <a:lnTo>
                    <a:pt x="71336" y="76200"/>
                  </a:lnTo>
                  <a:lnTo>
                    <a:pt x="66147" y="76200"/>
                  </a:lnTo>
                  <a:lnTo>
                    <a:pt x="56331" y="88900"/>
                  </a:lnTo>
                  <a:lnTo>
                    <a:pt x="51728" y="101600"/>
                  </a:lnTo>
                  <a:lnTo>
                    <a:pt x="43132" y="114300"/>
                  </a:lnTo>
                  <a:lnTo>
                    <a:pt x="39159" y="114300"/>
                  </a:lnTo>
                  <a:lnTo>
                    <a:pt x="31865" y="127000"/>
                  </a:lnTo>
                  <a:lnTo>
                    <a:pt x="28561" y="139700"/>
                  </a:lnTo>
                  <a:lnTo>
                    <a:pt x="22640" y="152400"/>
                  </a:lnTo>
                  <a:lnTo>
                    <a:pt x="20037" y="165100"/>
                  </a:lnTo>
                  <a:lnTo>
                    <a:pt x="15545" y="177800"/>
                  </a:lnTo>
                  <a:lnTo>
                    <a:pt x="13668" y="177800"/>
                  </a:lnTo>
                  <a:lnTo>
                    <a:pt x="10649" y="203200"/>
                  </a:lnTo>
                  <a:lnTo>
                    <a:pt x="9515" y="203200"/>
                  </a:lnTo>
                  <a:lnTo>
                    <a:pt x="7999" y="215900"/>
                  </a:lnTo>
                  <a:lnTo>
                    <a:pt x="7619" y="228600"/>
                  </a:lnTo>
                  <a:lnTo>
                    <a:pt x="7619" y="1638300"/>
                  </a:lnTo>
                  <a:lnTo>
                    <a:pt x="7999" y="1638300"/>
                  </a:lnTo>
                  <a:lnTo>
                    <a:pt x="9515" y="1651000"/>
                  </a:lnTo>
                  <a:lnTo>
                    <a:pt x="10649" y="1663700"/>
                  </a:lnTo>
                  <a:lnTo>
                    <a:pt x="13668" y="1676400"/>
                  </a:lnTo>
                  <a:lnTo>
                    <a:pt x="15545" y="1689100"/>
                  </a:lnTo>
                  <a:lnTo>
                    <a:pt x="20037" y="1701800"/>
                  </a:lnTo>
                  <a:lnTo>
                    <a:pt x="22640" y="1701800"/>
                  </a:lnTo>
                  <a:lnTo>
                    <a:pt x="28561" y="1727200"/>
                  </a:lnTo>
                  <a:lnTo>
                    <a:pt x="31865" y="1727200"/>
                  </a:lnTo>
                  <a:lnTo>
                    <a:pt x="39159" y="1739900"/>
                  </a:lnTo>
                  <a:lnTo>
                    <a:pt x="43132" y="1752600"/>
                  </a:lnTo>
                  <a:lnTo>
                    <a:pt x="51728" y="1765300"/>
                  </a:lnTo>
                  <a:close/>
                </a:path>
                <a:path w="1539240" h="1866900">
                  <a:moveTo>
                    <a:pt x="1498145" y="1765300"/>
                  </a:moveTo>
                  <a:lnTo>
                    <a:pt x="1487511" y="1765300"/>
                  </a:lnTo>
                  <a:lnTo>
                    <a:pt x="1496107" y="1752600"/>
                  </a:lnTo>
                  <a:lnTo>
                    <a:pt x="1500080" y="1739900"/>
                  </a:lnTo>
                  <a:lnTo>
                    <a:pt x="1507374" y="1727200"/>
                  </a:lnTo>
                  <a:lnTo>
                    <a:pt x="1510677" y="1727200"/>
                  </a:lnTo>
                  <a:lnTo>
                    <a:pt x="1516599" y="1701800"/>
                  </a:lnTo>
                  <a:lnTo>
                    <a:pt x="1519202" y="1701800"/>
                  </a:lnTo>
                  <a:lnTo>
                    <a:pt x="1523694" y="1689100"/>
                  </a:lnTo>
                  <a:lnTo>
                    <a:pt x="1525571" y="1676400"/>
                  </a:lnTo>
                  <a:lnTo>
                    <a:pt x="1528590" y="1663700"/>
                  </a:lnTo>
                  <a:lnTo>
                    <a:pt x="1529724" y="1651000"/>
                  </a:lnTo>
                  <a:lnTo>
                    <a:pt x="1531240" y="1638300"/>
                  </a:lnTo>
                  <a:lnTo>
                    <a:pt x="1531619" y="1638300"/>
                  </a:lnTo>
                  <a:lnTo>
                    <a:pt x="1531619" y="228600"/>
                  </a:lnTo>
                  <a:lnTo>
                    <a:pt x="1531240" y="215900"/>
                  </a:lnTo>
                  <a:lnTo>
                    <a:pt x="1529724" y="203200"/>
                  </a:lnTo>
                  <a:lnTo>
                    <a:pt x="1528590" y="203200"/>
                  </a:lnTo>
                  <a:lnTo>
                    <a:pt x="1525571" y="177800"/>
                  </a:lnTo>
                  <a:lnTo>
                    <a:pt x="1523694" y="177800"/>
                  </a:lnTo>
                  <a:lnTo>
                    <a:pt x="1519202" y="165100"/>
                  </a:lnTo>
                  <a:lnTo>
                    <a:pt x="1516599" y="152400"/>
                  </a:lnTo>
                  <a:lnTo>
                    <a:pt x="1510677" y="139700"/>
                  </a:lnTo>
                  <a:lnTo>
                    <a:pt x="1507374" y="127000"/>
                  </a:lnTo>
                  <a:lnTo>
                    <a:pt x="1500080" y="114300"/>
                  </a:lnTo>
                  <a:lnTo>
                    <a:pt x="1496107" y="114300"/>
                  </a:lnTo>
                  <a:lnTo>
                    <a:pt x="1487511" y="101600"/>
                  </a:lnTo>
                  <a:lnTo>
                    <a:pt x="1482908" y="88900"/>
                  </a:lnTo>
                  <a:lnTo>
                    <a:pt x="1473092" y="76200"/>
                  </a:lnTo>
                  <a:lnTo>
                    <a:pt x="1467903" y="76200"/>
                  </a:lnTo>
                  <a:lnTo>
                    <a:pt x="1456962" y="63500"/>
                  </a:lnTo>
                  <a:lnTo>
                    <a:pt x="1451236" y="63500"/>
                  </a:lnTo>
                  <a:lnTo>
                    <a:pt x="1439275" y="50800"/>
                  </a:lnTo>
                  <a:lnTo>
                    <a:pt x="1459143" y="50800"/>
                  </a:lnTo>
                  <a:lnTo>
                    <a:pt x="1467820" y="63500"/>
                  </a:lnTo>
                  <a:lnTo>
                    <a:pt x="1476084" y="76200"/>
                  </a:lnTo>
                  <a:lnTo>
                    <a:pt x="1483892" y="88900"/>
                  </a:lnTo>
                  <a:lnTo>
                    <a:pt x="1491246" y="88900"/>
                  </a:lnTo>
                  <a:lnTo>
                    <a:pt x="1498145" y="101600"/>
                  </a:lnTo>
                  <a:lnTo>
                    <a:pt x="1504557" y="114300"/>
                  </a:lnTo>
                  <a:lnTo>
                    <a:pt x="1510450" y="127000"/>
                  </a:lnTo>
                  <a:lnTo>
                    <a:pt x="1515823" y="127000"/>
                  </a:lnTo>
                  <a:lnTo>
                    <a:pt x="1528742" y="165100"/>
                  </a:lnTo>
                  <a:lnTo>
                    <a:pt x="1536604" y="203200"/>
                  </a:lnTo>
                  <a:lnTo>
                    <a:pt x="1539239" y="241300"/>
                  </a:lnTo>
                  <a:lnTo>
                    <a:pt x="1539239" y="1625600"/>
                  </a:lnTo>
                  <a:lnTo>
                    <a:pt x="1536604" y="1663700"/>
                  </a:lnTo>
                  <a:lnTo>
                    <a:pt x="1531930" y="1689100"/>
                  </a:lnTo>
                  <a:lnTo>
                    <a:pt x="1528742" y="1689100"/>
                  </a:lnTo>
                  <a:lnTo>
                    <a:pt x="1524992" y="1701800"/>
                  </a:lnTo>
                  <a:lnTo>
                    <a:pt x="1520678" y="1714500"/>
                  </a:lnTo>
                  <a:lnTo>
                    <a:pt x="1515823" y="1727200"/>
                  </a:lnTo>
                  <a:lnTo>
                    <a:pt x="1510449" y="1739900"/>
                  </a:lnTo>
                  <a:lnTo>
                    <a:pt x="1504557" y="1752600"/>
                  </a:lnTo>
                  <a:lnTo>
                    <a:pt x="1498145" y="1765300"/>
                  </a:lnTo>
                  <a:close/>
                </a:path>
                <a:path w="1539240" h="1866900">
                  <a:moveTo>
                    <a:pt x="71392" y="1790661"/>
                  </a:moveTo>
                  <a:lnTo>
                    <a:pt x="63131" y="1790661"/>
                  </a:lnTo>
                  <a:lnTo>
                    <a:pt x="55346" y="1778000"/>
                  </a:lnTo>
                  <a:lnTo>
                    <a:pt x="47993" y="1765300"/>
                  </a:lnTo>
                  <a:lnTo>
                    <a:pt x="56331" y="1765300"/>
                  </a:lnTo>
                  <a:lnTo>
                    <a:pt x="66147" y="1778000"/>
                  </a:lnTo>
                  <a:lnTo>
                    <a:pt x="71214" y="1790400"/>
                  </a:lnTo>
                  <a:lnTo>
                    <a:pt x="71392" y="1790661"/>
                  </a:lnTo>
                  <a:close/>
                </a:path>
                <a:path w="1539240" h="1866900">
                  <a:moveTo>
                    <a:pt x="1476107" y="1790661"/>
                  </a:moveTo>
                  <a:lnTo>
                    <a:pt x="1467847" y="1790661"/>
                  </a:lnTo>
                  <a:lnTo>
                    <a:pt x="1468025" y="1790400"/>
                  </a:lnTo>
                  <a:lnTo>
                    <a:pt x="1473092" y="1778000"/>
                  </a:lnTo>
                  <a:lnTo>
                    <a:pt x="1482908" y="1765300"/>
                  </a:lnTo>
                  <a:lnTo>
                    <a:pt x="1491246" y="1765300"/>
                  </a:lnTo>
                  <a:lnTo>
                    <a:pt x="1483892" y="1778000"/>
                  </a:lnTo>
                  <a:lnTo>
                    <a:pt x="1476107" y="1790661"/>
                  </a:lnTo>
                  <a:close/>
                </a:path>
                <a:path w="1539240" h="1866900">
                  <a:moveTo>
                    <a:pt x="99964" y="1816100"/>
                  </a:moveTo>
                  <a:lnTo>
                    <a:pt x="89147" y="1816100"/>
                  </a:lnTo>
                  <a:lnTo>
                    <a:pt x="80096" y="1803400"/>
                  </a:lnTo>
                  <a:lnTo>
                    <a:pt x="71392" y="1790661"/>
                  </a:lnTo>
                  <a:lnTo>
                    <a:pt x="82260" y="1790661"/>
                  </a:lnTo>
                  <a:lnTo>
                    <a:pt x="88003" y="1803400"/>
                  </a:lnTo>
                  <a:lnTo>
                    <a:pt x="99964" y="1816100"/>
                  </a:lnTo>
                  <a:close/>
                </a:path>
                <a:path w="1539240" h="1866900">
                  <a:moveTo>
                    <a:pt x="1450092" y="1816100"/>
                  </a:moveTo>
                  <a:lnTo>
                    <a:pt x="1439275" y="1816100"/>
                  </a:lnTo>
                  <a:lnTo>
                    <a:pt x="1451236" y="1803400"/>
                  </a:lnTo>
                  <a:lnTo>
                    <a:pt x="1456979" y="1790661"/>
                  </a:lnTo>
                  <a:lnTo>
                    <a:pt x="1467847" y="1790661"/>
                  </a:lnTo>
                  <a:lnTo>
                    <a:pt x="1459143" y="1803400"/>
                  </a:lnTo>
                  <a:lnTo>
                    <a:pt x="1450092" y="1816100"/>
                  </a:lnTo>
                  <a:close/>
                </a:path>
                <a:path w="1539240" h="1866900">
                  <a:moveTo>
                    <a:pt x="119035" y="1828800"/>
                  </a:moveTo>
                  <a:lnTo>
                    <a:pt x="108369" y="1828800"/>
                  </a:lnTo>
                  <a:lnTo>
                    <a:pt x="98572" y="1816100"/>
                  </a:lnTo>
                  <a:lnTo>
                    <a:pt x="106170" y="1816100"/>
                  </a:lnTo>
                  <a:lnTo>
                    <a:pt x="119035" y="1828800"/>
                  </a:lnTo>
                  <a:close/>
                </a:path>
                <a:path w="1539240" h="1866900">
                  <a:moveTo>
                    <a:pt x="1430870" y="1828800"/>
                  </a:moveTo>
                  <a:lnTo>
                    <a:pt x="1420204" y="1828800"/>
                  </a:lnTo>
                  <a:lnTo>
                    <a:pt x="1433069" y="1816100"/>
                  </a:lnTo>
                  <a:lnTo>
                    <a:pt x="1440667" y="1816100"/>
                  </a:lnTo>
                  <a:lnTo>
                    <a:pt x="1430870" y="1828800"/>
                  </a:lnTo>
                  <a:close/>
                </a:path>
                <a:path w="1539240" h="1866900">
                  <a:moveTo>
                    <a:pt x="139309" y="1841500"/>
                  </a:moveTo>
                  <a:lnTo>
                    <a:pt x="128893" y="1841500"/>
                  </a:lnTo>
                  <a:lnTo>
                    <a:pt x="118492" y="1828800"/>
                  </a:lnTo>
                  <a:lnTo>
                    <a:pt x="125663" y="1828800"/>
                  </a:lnTo>
                  <a:lnTo>
                    <a:pt x="139309" y="1841500"/>
                  </a:lnTo>
                  <a:close/>
                </a:path>
                <a:path w="1539240" h="1866900">
                  <a:moveTo>
                    <a:pt x="1410346" y="1841500"/>
                  </a:moveTo>
                  <a:lnTo>
                    <a:pt x="1399930" y="1841500"/>
                  </a:lnTo>
                  <a:lnTo>
                    <a:pt x="1413576" y="1828800"/>
                  </a:lnTo>
                  <a:lnTo>
                    <a:pt x="1420747" y="1828800"/>
                  </a:lnTo>
                  <a:lnTo>
                    <a:pt x="1410346" y="1841500"/>
                  </a:lnTo>
                  <a:close/>
                </a:path>
                <a:path w="1539240" h="1866900">
                  <a:moveTo>
                    <a:pt x="167865" y="1854200"/>
                  </a:moveTo>
                  <a:lnTo>
                    <a:pt x="150526" y="1854200"/>
                  </a:lnTo>
                  <a:lnTo>
                    <a:pt x="139571" y="1841500"/>
                  </a:lnTo>
                  <a:lnTo>
                    <a:pt x="160590" y="1841500"/>
                  </a:lnTo>
                  <a:lnTo>
                    <a:pt x="167865" y="1854200"/>
                  </a:lnTo>
                  <a:close/>
                </a:path>
                <a:path w="1539240" h="1866900">
                  <a:moveTo>
                    <a:pt x="1388713" y="1854200"/>
                  </a:moveTo>
                  <a:lnTo>
                    <a:pt x="1371374" y="1854200"/>
                  </a:lnTo>
                  <a:lnTo>
                    <a:pt x="1378649" y="1841500"/>
                  </a:lnTo>
                  <a:lnTo>
                    <a:pt x="1399668" y="1841500"/>
                  </a:lnTo>
                  <a:lnTo>
                    <a:pt x="1388713" y="1854200"/>
                  </a:lnTo>
                  <a:close/>
                </a:path>
                <a:path w="1539240" h="1866900">
                  <a:moveTo>
                    <a:pt x="1354662" y="1866900"/>
                  </a:moveTo>
                  <a:lnTo>
                    <a:pt x="184577" y="1866900"/>
                  </a:lnTo>
                  <a:lnTo>
                    <a:pt x="173056" y="1854200"/>
                  </a:lnTo>
                  <a:lnTo>
                    <a:pt x="1366183" y="1854200"/>
                  </a:lnTo>
                  <a:lnTo>
                    <a:pt x="1354662" y="186690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928360" y="3025136"/>
              <a:ext cx="1158240" cy="1158240"/>
            </a:xfrm>
            <a:custGeom>
              <a:avLst/>
              <a:gdLst/>
              <a:ahLst/>
              <a:cxnLst/>
              <a:rect l="l" t="t" r="r" b="b"/>
              <a:pathLst>
                <a:path w="1158240" h="1158239">
                  <a:moveTo>
                    <a:pt x="1044325" y="1158239"/>
                  </a:moveTo>
                  <a:lnTo>
                    <a:pt x="113914" y="1158239"/>
                  </a:lnTo>
                  <a:lnTo>
                    <a:pt x="105986" y="1157459"/>
                  </a:lnTo>
                  <a:lnTo>
                    <a:pt x="67867" y="1145895"/>
                  </a:lnTo>
                  <a:lnTo>
                    <a:pt x="30048" y="1116869"/>
                  </a:lnTo>
                  <a:lnTo>
                    <a:pt x="6217" y="1075580"/>
                  </a:lnTo>
                  <a:lnTo>
                    <a:pt x="0" y="1044325"/>
                  </a:lnTo>
                  <a:lnTo>
                    <a:pt x="0" y="1036319"/>
                  </a:lnTo>
                  <a:lnTo>
                    <a:pt x="0" y="113914"/>
                  </a:lnTo>
                  <a:lnTo>
                    <a:pt x="12344" y="67867"/>
                  </a:lnTo>
                  <a:lnTo>
                    <a:pt x="41370" y="30048"/>
                  </a:lnTo>
                  <a:lnTo>
                    <a:pt x="82659" y="6217"/>
                  </a:lnTo>
                  <a:lnTo>
                    <a:pt x="113914" y="0"/>
                  </a:lnTo>
                  <a:lnTo>
                    <a:pt x="1044325" y="0"/>
                  </a:lnTo>
                  <a:lnTo>
                    <a:pt x="1090372" y="12344"/>
                  </a:lnTo>
                  <a:lnTo>
                    <a:pt x="1128190" y="41370"/>
                  </a:lnTo>
                  <a:lnTo>
                    <a:pt x="1152022" y="82659"/>
                  </a:lnTo>
                  <a:lnTo>
                    <a:pt x="1158239" y="113914"/>
                  </a:lnTo>
                  <a:lnTo>
                    <a:pt x="1158239" y="1044325"/>
                  </a:lnTo>
                  <a:lnTo>
                    <a:pt x="1145895" y="1090372"/>
                  </a:lnTo>
                  <a:lnTo>
                    <a:pt x="1116869" y="1128190"/>
                  </a:lnTo>
                  <a:lnTo>
                    <a:pt x="1075580" y="1152022"/>
                  </a:lnTo>
                  <a:lnTo>
                    <a:pt x="1052253" y="1157459"/>
                  </a:lnTo>
                  <a:lnTo>
                    <a:pt x="1044325" y="11582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033706" y="3130498"/>
              <a:ext cx="948055" cy="102235"/>
            </a:xfrm>
            <a:custGeom>
              <a:avLst/>
              <a:gdLst/>
              <a:ahLst/>
              <a:cxnLst/>
              <a:rect l="l" t="t" r="r" b="b"/>
              <a:pathLst>
                <a:path w="948054" h="102235">
                  <a:moveTo>
                    <a:pt x="72885" y="29159"/>
                  </a:moveTo>
                  <a:lnTo>
                    <a:pt x="58305" y="29159"/>
                  </a:lnTo>
                  <a:lnTo>
                    <a:pt x="43738" y="29159"/>
                  </a:lnTo>
                  <a:lnTo>
                    <a:pt x="29159" y="29159"/>
                  </a:lnTo>
                  <a:lnTo>
                    <a:pt x="29159" y="72885"/>
                  </a:lnTo>
                  <a:lnTo>
                    <a:pt x="43738" y="72885"/>
                  </a:lnTo>
                  <a:lnTo>
                    <a:pt x="58305" y="72885"/>
                  </a:lnTo>
                  <a:lnTo>
                    <a:pt x="72885" y="72885"/>
                  </a:lnTo>
                  <a:lnTo>
                    <a:pt x="72885" y="29159"/>
                  </a:lnTo>
                  <a:close/>
                </a:path>
                <a:path w="948054" h="102235">
                  <a:moveTo>
                    <a:pt x="102044" y="0"/>
                  </a:moveTo>
                  <a:lnTo>
                    <a:pt x="87464" y="0"/>
                  </a:lnTo>
                  <a:lnTo>
                    <a:pt x="87464" y="14579"/>
                  </a:lnTo>
                  <a:lnTo>
                    <a:pt x="87464" y="87464"/>
                  </a:lnTo>
                  <a:lnTo>
                    <a:pt x="14579" y="87464"/>
                  </a:lnTo>
                  <a:lnTo>
                    <a:pt x="14579" y="14579"/>
                  </a:lnTo>
                  <a:lnTo>
                    <a:pt x="87464" y="14579"/>
                  </a:lnTo>
                  <a:lnTo>
                    <a:pt x="87464" y="0"/>
                  </a:lnTo>
                  <a:lnTo>
                    <a:pt x="0" y="0"/>
                  </a:lnTo>
                  <a:lnTo>
                    <a:pt x="0" y="102044"/>
                  </a:lnTo>
                  <a:lnTo>
                    <a:pt x="102044" y="102044"/>
                  </a:lnTo>
                  <a:lnTo>
                    <a:pt x="102044" y="0"/>
                  </a:lnTo>
                  <a:close/>
                </a:path>
                <a:path w="948054" h="102235">
                  <a:moveTo>
                    <a:pt x="189509" y="13970"/>
                  </a:moveTo>
                  <a:lnTo>
                    <a:pt x="174929" y="13970"/>
                  </a:lnTo>
                  <a:lnTo>
                    <a:pt x="160350" y="13970"/>
                  </a:lnTo>
                  <a:lnTo>
                    <a:pt x="145770" y="13970"/>
                  </a:lnTo>
                  <a:lnTo>
                    <a:pt x="131203" y="13970"/>
                  </a:lnTo>
                  <a:lnTo>
                    <a:pt x="131203" y="0"/>
                  </a:lnTo>
                  <a:lnTo>
                    <a:pt x="116624" y="0"/>
                  </a:lnTo>
                  <a:lnTo>
                    <a:pt x="116624" y="27940"/>
                  </a:lnTo>
                  <a:lnTo>
                    <a:pt x="131203" y="27940"/>
                  </a:lnTo>
                  <a:lnTo>
                    <a:pt x="131203" y="43180"/>
                  </a:lnTo>
                  <a:lnTo>
                    <a:pt x="145770" y="43180"/>
                  </a:lnTo>
                  <a:lnTo>
                    <a:pt x="145770" y="57150"/>
                  </a:lnTo>
                  <a:lnTo>
                    <a:pt x="160350" y="57150"/>
                  </a:lnTo>
                  <a:lnTo>
                    <a:pt x="160350" y="43180"/>
                  </a:lnTo>
                  <a:lnTo>
                    <a:pt x="174929" y="43180"/>
                  </a:lnTo>
                  <a:lnTo>
                    <a:pt x="174929" y="27940"/>
                  </a:lnTo>
                  <a:lnTo>
                    <a:pt x="189509" y="27940"/>
                  </a:lnTo>
                  <a:lnTo>
                    <a:pt x="189509" y="13970"/>
                  </a:lnTo>
                  <a:close/>
                </a:path>
                <a:path w="948054" h="102235">
                  <a:moveTo>
                    <a:pt x="204089" y="27940"/>
                  </a:moveTo>
                  <a:lnTo>
                    <a:pt x="189509" y="27940"/>
                  </a:lnTo>
                  <a:lnTo>
                    <a:pt x="189509" y="57150"/>
                  </a:lnTo>
                  <a:lnTo>
                    <a:pt x="204089" y="57150"/>
                  </a:lnTo>
                  <a:lnTo>
                    <a:pt x="204089" y="27940"/>
                  </a:lnTo>
                  <a:close/>
                </a:path>
                <a:path w="948054" h="102235">
                  <a:moveTo>
                    <a:pt x="233235" y="13970"/>
                  </a:moveTo>
                  <a:lnTo>
                    <a:pt x="218668" y="13970"/>
                  </a:lnTo>
                  <a:lnTo>
                    <a:pt x="218668" y="0"/>
                  </a:lnTo>
                  <a:lnTo>
                    <a:pt x="204089" y="0"/>
                  </a:lnTo>
                  <a:lnTo>
                    <a:pt x="189509" y="0"/>
                  </a:lnTo>
                  <a:lnTo>
                    <a:pt x="189509" y="13970"/>
                  </a:lnTo>
                  <a:lnTo>
                    <a:pt x="204089" y="13970"/>
                  </a:lnTo>
                  <a:lnTo>
                    <a:pt x="204089" y="27940"/>
                  </a:lnTo>
                  <a:lnTo>
                    <a:pt x="218668" y="27940"/>
                  </a:lnTo>
                  <a:lnTo>
                    <a:pt x="218668" y="43180"/>
                  </a:lnTo>
                  <a:lnTo>
                    <a:pt x="233235" y="43180"/>
                  </a:lnTo>
                  <a:lnTo>
                    <a:pt x="233235" y="13970"/>
                  </a:lnTo>
                  <a:close/>
                </a:path>
                <a:path w="948054" h="102235">
                  <a:moveTo>
                    <a:pt x="262394" y="0"/>
                  </a:moveTo>
                  <a:lnTo>
                    <a:pt x="247815" y="0"/>
                  </a:lnTo>
                  <a:lnTo>
                    <a:pt x="247815" y="27940"/>
                  </a:lnTo>
                  <a:lnTo>
                    <a:pt x="262394" y="27940"/>
                  </a:lnTo>
                  <a:lnTo>
                    <a:pt x="262394" y="0"/>
                  </a:lnTo>
                  <a:close/>
                </a:path>
                <a:path w="948054" h="102235">
                  <a:moveTo>
                    <a:pt x="276974" y="27940"/>
                  </a:moveTo>
                  <a:lnTo>
                    <a:pt x="262394" y="27940"/>
                  </a:lnTo>
                  <a:lnTo>
                    <a:pt x="262394" y="43180"/>
                  </a:lnTo>
                  <a:lnTo>
                    <a:pt x="276974" y="43180"/>
                  </a:lnTo>
                  <a:lnTo>
                    <a:pt x="276974" y="27940"/>
                  </a:lnTo>
                  <a:close/>
                </a:path>
                <a:path w="948054" h="102235">
                  <a:moveTo>
                    <a:pt x="320700" y="13970"/>
                  </a:moveTo>
                  <a:lnTo>
                    <a:pt x="306133" y="13970"/>
                  </a:lnTo>
                  <a:lnTo>
                    <a:pt x="306133" y="0"/>
                  </a:lnTo>
                  <a:lnTo>
                    <a:pt x="291553" y="0"/>
                  </a:lnTo>
                  <a:lnTo>
                    <a:pt x="276974" y="0"/>
                  </a:lnTo>
                  <a:lnTo>
                    <a:pt x="276974" y="13970"/>
                  </a:lnTo>
                  <a:lnTo>
                    <a:pt x="291553" y="13970"/>
                  </a:lnTo>
                  <a:lnTo>
                    <a:pt x="291553" y="27940"/>
                  </a:lnTo>
                  <a:lnTo>
                    <a:pt x="306133" y="27940"/>
                  </a:lnTo>
                  <a:lnTo>
                    <a:pt x="320700" y="27940"/>
                  </a:lnTo>
                  <a:lnTo>
                    <a:pt x="320700" y="13970"/>
                  </a:lnTo>
                  <a:close/>
                </a:path>
                <a:path w="948054" h="102235">
                  <a:moveTo>
                    <a:pt x="335280" y="0"/>
                  </a:moveTo>
                  <a:lnTo>
                    <a:pt x="320700" y="0"/>
                  </a:lnTo>
                  <a:lnTo>
                    <a:pt x="320700" y="13970"/>
                  </a:lnTo>
                  <a:lnTo>
                    <a:pt x="335280" y="13970"/>
                  </a:lnTo>
                  <a:lnTo>
                    <a:pt x="335280" y="0"/>
                  </a:lnTo>
                  <a:close/>
                </a:path>
                <a:path w="948054" h="102235">
                  <a:moveTo>
                    <a:pt x="349859" y="27940"/>
                  </a:moveTo>
                  <a:lnTo>
                    <a:pt x="335280" y="27940"/>
                  </a:lnTo>
                  <a:lnTo>
                    <a:pt x="335280" y="43180"/>
                  </a:lnTo>
                  <a:lnTo>
                    <a:pt x="349859" y="43180"/>
                  </a:lnTo>
                  <a:lnTo>
                    <a:pt x="349859" y="27940"/>
                  </a:lnTo>
                  <a:close/>
                </a:path>
                <a:path w="948054" h="102235">
                  <a:moveTo>
                    <a:pt x="393585" y="0"/>
                  </a:moveTo>
                  <a:lnTo>
                    <a:pt x="379018" y="0"/>
                  </a:lnTo>
                  <a:lnTo>
                    <a:pt x="364439" y="0"/>
                  </a:lnTo>
                  <a:lnTo>
                    <a:pt x="364439" y="43180"/>
                  </a:lnTo>
                  <a:lnTo>
                    <a:pt x="379018" y="43180"/>
                  </a:lnTo>
                  <a:lnTo>
                    <a:pt x="379018" y="27940"/>
                  </a:lnTo>
                  <a:lnTo>
                    <a:pt x="393585" y="27940"/>
                  </a:lnTo>
                  <a:lnTo>
                    <a:pt x="393585" y="0"/>
                  </a:lnTo>
                  <a:close/>
                </a:path>
                <a:path w="948054" h="102235">
                  <a:moveTo>
                    <a:pt x="408165" y="27940"/>
                  </a:moveTo>
                  <a:lnTo>
                    <a:pt x="393585" y="27940"/>
                  </a:lnTo>
                  <a:lnTo>
                    <a:pt x="393585" y="72390"/>
                  </a:lnTo>
                  <a:lnTo>
                    <a:pt x="408165" y="72390"/>
                  </a:lnTo>
                  <a:lnTo>
                    <a:pt x="408165" y="27940"/>
                  </a:lnTo>
                  <a:close/>
                </a:path>
                <a:path w="948054" h="102235">
                  <a:moveTo>
                    <a:pt x="481050" y="0"/>
                  </a:moveTo>
                  <a:lnTo>
                    <a:pt x="466483" y="0"/>
                  </a:lnTo>
                  <a:lnTo>
                    <a:pt x="451904" y="0"/>
                  </a:lnTo>
                  <a:lnTo>
                    <a:pt x="437324" y="0"/>
                  </a:lnTo>
                  <a:lnTo>
                    <a:pt x="422744" y="0"/>
                  </a:lnTo>
                  <a:lnTo>
                    <a:pt x="422744" y="13970"/>
                  </a:lnTo>
                  <a:lnTo>
                    <a:pt x="408165" y="13970"/>
                  </a:lnTo>
                  <a:lnTo>
                    <a:pt x="408165" y="27940"/>
                  </a:lnTo>
                  <a:lnTo>
                    <a:pt x="422744" y="27940"/>
                  </a:lnTo>
                  <a:lnTo>
                    <a:pt x="437324" y="27940"/>
                  </a:lnTo>
                  <a:lnTo>
                    <a:pt x="437324" y="43180"/>
                  </a:lnTo>
                  <a:lnTo>
                    <a:pt x="451904" y="43180"/>
                  </a:lnTo>
                  <a:lnTo>
                    <a:pt x="451904" y="72390"/>
                  </a:lnTo>
                  <a:lnTo>
                    <a:pt x="466483" y="72390"/>
                  </a:lnTo>
                  <a:lnTo>
                    <a:pt x="466483" y="27940"/>
                  </a:lnTo>
                  <a:lnTo>
                    <a:pt x="451904" y="27940"/>
                  </a:lnTo>
                  <a:lnTo>
                    <a:pt x="451904" y="13970"/>
                  </a:lnTo>
                  <a:lnTo>
                    <a:pt x="466483" y="13970"/>
                  </a:lnTo>
                  <a:lnTo>
                    <a:pt x="481050" y="13970"/>
                  </a:lnTo>
                  <a:lnTo>
                    <a:pt x="481050" y="0"/>
                  </a:lnTo>
                  <a:close/>
                </a:path>
                <a:path w="948054" h="102235">
                  <a:moveTo>
                    <a:pt x="539369" y="13970"/>
                  </a:moveTo>
                  <a:lnTo>
                    <a:pt x="524789" y="13970"/>
                  </a:lnTo>
                  <a:lnTo>
                    <a:pt x="524789" y="72390"/>
                  </a:lnTo>
                  <a:lnTo>
                    <a:pt x="539369" y="72390"/>
                  </a:lnTo>
                  <a:lnTo>
                    <a:pt x="539369" y="13970"/>
                  </a:lnTo>
                  <a:close/>
                </a:path>
                <a:path w="948054" h="102235">
                  <a:moveTo>
                    <a:pt x="553948" y="0"/>
                  </a:moveTo>
                  <a:lnTo>
                    <a:pt x="539369" y="0"/>
                  </a:lnTo>
                  <a:lnTo>
                    <a:pt x="539369" y="13970"/>
                  </a:lnTo>
                  <a:lnTo>
                    <a:pt x="553948" y="13970"/>
                  </a:lnTo>
                  <a:lnTo>
                    <a:pt x="553948" y="0"/>
                  </a:lnTo>
                  <a:close/>
                </a:path>
                <a:path w="948054" h="102235">
                  <a:moveTo>
                    <a:pt x="568515" y="27940"/>
                  </a:moveTo>
                  <a:lnTo>
                    <a:pt x="553948" y="27940"/>
                  </a:lnTo>
                  <a:lnTo>
                    <a:pt x="553948" y="101600"/>
                  </a:lnTo>
                  <a:lnTo>
                    <a:pt x="568515" y="101600"/>
                  </a:lnTo>
                  <a:lnTo>
                    <a:pt x="568515" y="27940"/>
                  </a:lnTo>
                  <a:close/>
                </a:path>
                <a:path w="948054" h="102235">
                  <a:moveTo>
                    <a:pt x="699719" y="0"/>
                  </a:moveTo>
                  <a:lnTo>
                    <a:pt x="685139" y="0"/>
                  </a:lnTo>
                  <a:lnTo>
                    <a:pt x="685139" y="13970"/>
                  </a:lnTo>
                  <a:lnTo>
                    <a:pt x="670560" y="13970"/>
                  </a:lnTo>
                  <a:lnTo>
                    <a:pt x="670560" y="0"/>
                  </a:lnTo>
                  <a:lnTo>
                    <a:pt x="655980" y="0"/>
                  </a:lnTo>
                  <a:lnTo>
                    <a:pt x="641413" y="0"/>
                  </a:lnTo>
                  <a:lnTo>
                    <a:pt x="641413" y="13970"/>
                  </a:lnTo>
                  <a:lnTo>
                    <a:pt x="641413" y="27940"/>
                  </a:lnTo>
                  <a:lnTo>
                    <a:pt x="626833" y="27940"/>
                  </a:lnTo>
                  <a:lnTo>
                    <a:pt x="626833" y="13970"/>
                  </a:lnTo>
                  <a:lnTo>
                    <a:pt x="641413" y="13970"/>
                  </a:lnTo>
                  <a:lnTo>
                    <a:pt x="641413" y="0"/>
                  </a:lnTo>
                  <a:lnTo>
                    <a:pt x="626833" y="0"/>
                  </a:lnTo>
                  <a:lnTo>
                    <a:pt x="612254" y="0"/>
                  </a:lnTo>
                  <a:lnTo>
                    <a:pt x="597674" y="0"/>
                  </a:lnTo>
                  <a:lnTo>
                    <a:pt x="597674" y="13970"/>
                  </a:lnTo>
                  <a:lnTo>
                    <a:pt x="612254" y="13970"/>
                  </a:lnTo>
                  <a:lnTo>
                    <a:pt x="612254" y="27940"/>
                  </a:lnTo>
                  <a:lnTo>
                    <a:pt x="597674" y="27940"/>
                  </a:lnTo>
                  <a:lnTo>
                    <a:pt x="583095" y="27940"/>
                  </a:lnTo>
                  <a:lnTo>
                    <a:pt x="583095" y="43180"/>
                  </a:lnTo>
                  <a:lnTo>
                    <a:pt x="597674" y="43180"/>
                  </a:lnTo>
                  <a:lnTo>
                    <a:pt x="597674" y="57150"/>
                  </a:lnTo>
                  <a:lnTo>
                    <a:pt x="612254" y="57150"/>
                  </a:lnTo>
                  <a:lnTo>
                    <a:pt x="612254" y="43180"/>
                  </a:lnTo>
                  <a:lnTo>
                    <a:pt x="626833" y="43180"/>
                  </a:lnTo>
                  <a:lnTo>
                    <a:pt x="641413" y="43180"/>
                  </a:lnTo>
                  <a:lnTo>
                    <a:pt x="655980" y="43180"/>
                  </a:lnTo>
                  <a:lnTo>
                    <a:pt x="670560" y="43180"/>
                  </a:lnTo>
                  <a:lnTo>
                    <a:pt x="685139" y="43180"/>
                  </a:lnTo>
                  <a:lnTo>
                    <a:pt x="685139" y="27940"/>
                  </a:lnTo>
                  <a:lnTo>
                    <a:pt x="699719" y="27940"/>
                  </a:lnTo>
                  <a:lnTo>
                    <a:pt x="699719" y="0"/>
                  </a:lnTo>
                  <a:close/>
                </a:path>
                <a:path w="948054" h="102235">
                  <a:moveTo>
                    <a:pt x="728865" y="13970"/>
                  </a:moveTo>
                  <a:lnTo>
                    <a:pt x="714298" y="13970"/>
                  </a:lnTo>
                  <a:lnTo>
                    <a:pt x="714298" y="27940"/>
                  </a:lnTo>
                  <a:lnTo>
                    <a:pt x="699719" y="27940"/>
                  </a:lnTo>
                  <a:lnTo>
                    <a:pt x="699719" y="72390"/>
                  </a:lnTo>
                  <a:lnTo>
                    <a:pt x="714298" y="72390"/>
                  </a:lnTo>
                  <a:lnTo>
                    <a:pt x="714298" y="43180"/>
                  </a:lnTo>
                  <a:lnTo>
                    <a:pt x="728865" y="43180"/>
                  </a:lnTo>
                  <a:lnTo>
                    <a:pt x="728865" y="13970"/>
                  </a:lnTo>
                  <a:close/>
                </a:path>
                <a:path w="948054" h="102235">
                  <a:moveTo>
                    <a:pt x="758024" y="27940"/>
                  </a:moveTo>
                  <a:lnTo>
                    <a:pt x="743445" y="27940"/>
                  </a:lnTo>
                  <a:lnTo>
                    <a:pt x="743445" y="72390"/>
                  </a:lnTo>
                  <a:lnTo>
                    <a:pt x="758024" y="72390"/>
                  </a:lnTo>
                  <a:lnTo>
                    <a:pt x="758024" y="27940"/>
                  </a:lnTo>
                  <a:close/>
                </a:path>
                <a:path w="948054" h="102235">
                  <a:moveTo>
                    <a:pt x="787184" y="0"/>
                  </a:moveTo>
                  <a:lnTo>
                    <a:pt x="772604" y="0"/>
                  </a:lnTo>
                  <a:lnTo>
                    <a:pt x="758024" y="0"/>
                  </a:lnTo>
                  <a:lnTo>
                    <a:pt x="758024" y="27940"/>
                  </a:lnTo>
                  <a:lnTo>
                    <a:pt x="772604" y="27940"/>
                  </a:lnTo>
                  <a:lnTo>
                    <a:pt x="787184" y="27940"/>
                  </a:lnTo>
                  <a:lnTo>
                    <a:pt x="787184" y="0"/>
                  </a:lnTo>
                  <a:close/>
                </a:path>
                <a:path w="948054" h="102235">
                  <a:moveTo>
                    <a:pt x="801763" y="27940"/>
                  </a:moveTo>
                  <a:lnTo>
                    <a:pt x="787184" y="27940"/>
                  </a:lnTo>
                  <a:lnTo>
                    <a:pt x="787184" y="57150"/>
                  </a:lnTo>
                  <a:lnTo>
                    <a:pt x="801763" y="57150"/>
                  </a:lnTo>
                  <a:lnTo>
                    <a:pt x="801763" y="27940"/>
                  </a:lnTo>
                  <a:close/>
                </a:path>
                <a:path w="948054" h="102235">
                  <a:moveTo>
                    <a:pt x="816330" y="0"/>
                  </a:moveTo>
                  <a:lnTo>
                    <a:pt x="801763" y="0"/>
                  </a:lnTo>
                  <a:lnTo>
                    <a:pt x="801763" y="13970"/>
                  </a:lnTo>
                  <a:lnTo>
                    <a:pt x="816330" y="13970"/>
                  </a:lnTo>
                  <a:lnTo>
                    <a:pt x="816330" y="0"/>
                  </a:lnTo>
                  <a:close/>
                </a:path>
                <a:path w="948054" h="102235">
                  <a:moveTo>
                    <a:pt x="830910" y="13970"/>
                  </a:moveTo>
                  <a:lnTo>
                    <a:pt x="816330" y="13970"/>
                  </a:lnTo>
                  <a:lnTo>
                    <a:pt x="816330" y="43180"/>
                  </a:lnTo>
                  <a:lnTo>
                    <a:pt x="830910" y="43180"/>
                  </a:lnTo>
                  <a:lnTo>
                    <a:pt x="830910" y="13970"/>
                  </a:lnTo>
                  <a:close/>
                </a:path>
                <a:path w="948054" h="102235">
                  <a:moveTo>
                    <a:pt x="918375" y="27940"/>
                  </a:moveTo>
                  <a:lnTo>
                    <a:pt x="903795" y="27940"/>
                  </a:lnTo>
                  <a:lnTo>
                    <a:pt x="889228" y="27940"/>
                  </a:lnTo>
                  <a:lnTo>
                    <a:pt x="874649" y="27940"/>
                  </a:lnTo>
                  <a:lnTo>
                    <a:pt x="874649" y="72390"/>
                  </a:lnTo>
                  <a:lnTo>
                    <a:pt x="889228" y="72390"/>
                  </a:lnTo>
                  <a:lnTo>
                    <a:pt x="903795" y="72390"/>
                  </a:lnTo>
                  <a:lnTo>
                    <a:pt x="918375" y="72390"/>
                  </a:lnTo>
                  <a:lnTo>
                    <a:pt x="918375" y="27940"/>
                  </a:lnTo>
                  <a:close/>
                </a:path>
                <a:path w="948054" h="102235">
                  <a:moveTo>
                    <a:pt x="947534" y="0"/>
                  </a:moveTo>
                  <a:lnTo>
                    <a:pt x="947534" y="0"/>
                  </a:lnTo>
                  <a:lnTo>
                    <a:pt x="845489" y="0"/>
                  </a:lnTo>
                  <a:lnTo>
                    <a:pt x="845489" y="101600"/>
                  </a:lnTo>
                  <a:lnTo>
                    <a:pt x="860069" y="101600"/>
                  </a:lnTo>
                  <a:lnTo>
                    <a:pt x="860069" y="13970"/>
                  </a:lnTo>
                  <a:lnTo>
                    <a:pt x="874649" y="13970"/>
                  </a:lnTo>
                  <a:lnTo>
                    <a:pt x="889228" y="13970"/>
                  </a:lnTo>
                  <a:lnTo>
                    <a:pt x="903795" y="13970"/>
                  </a:lnTo>
                  <a:lnTo>
                    <a:pt x="918375" y="13970"/>
                  </a:lnTo>
                  <a:lnTo>
                    <a:pt x="932954" y="13970"/>
                  </a:lnTo>
                  <a:lnTo>
                    <a:pt x="932954" y="101600"/>
                  </a:lnTo>
                  <a:lnTo>
                    <a:pt x="947534" y="101600"/>
                  </a:lnTo>
                  <a:lnTo>
                    <a:pt x="9475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033706" y="3158438"/>
              <a:ext cx="933450" cy="146050"/>
            </a:xfrm>
            <a:custGeom>
              <a:avLst/>
              <a:gdLst/>
              <a:ahLst/>
              <a:cxnLst/>
              <a:rect l="l" t="t" r="r" b="b"/>
              <a:pathLst>
                <a:path w="933450" h="146050">
                  <a:moveTo>
                    <a:pt x="14579" y="87630"/>
                  </a:moveTo>
                  <a:lnTo>
                    <a:pt x="0" y="87630"/>
                  </a:lnTo>
                  <a:lnTo>
                    <a:pt x="0" y="102870"/>
                  </a:lnTo>
                  <a:lnTo>
                    <a:pt x="14579" y="102870"/>
                  </a:lnTo>
                  <a:lnTo>
                    <a:pt x="14579" y="87630"/>
                  </a:lnTo>
                  <a:close/>
                </a:path>
                <a:path w="933450" h="146050">
                  <a:moveTo>
                    <a:pt x="131203" y="15240"/>
                  </a:moveTo>
                  <a:lnTo>
                    <a:pt x="116624" y="15240"/>
                  </a:lnTo>
                  <a:lnTo>
                    <a:pt x="116624" y="29210"/>
                  </a:lnTo>
                  <a:lnTo>
                    <a:pt x="131203" y="29210"/>
                  </a:lnTo>
                  <a:lnTo>
                    <a:pt x="131203" y="15240"/>
                  </a:lnTo>
                  <a:close/>
                </a:path>
                <a:path w="933450" h="146050">
                  <a:moveTo>
                    <a:pt x="145770" y="29210"/>
                  </a:moveTo>
                  <a:lnTo>
                    <a:pt x="131203" y="29210"/>
                  </a:lnTo>
                  <a:lnTo>
                    <a:pt x="131203" y="44450"/>
                  </a:lnTo>
                  <a:lnTo>
                    <a:pt x="145770" y="44450"/>
                  </a:lnTo>
                  <a:lnTo>
                    <a:pt x="145770" y="29210"/>
                  </a:lnTo>
                  <a:close/>
                </a:path>
                <a:path w="933450" h="146050">
                  <a:moveTo>
                    <a:pt x="160350" y="58420"/>
                  </a:moveTo>
                  <a:lnTo>
                    <a:pt x="145770" y="58420"/>
                  </a:lnTo>
                  <a:lnTo>
                    <a:pt x="145770" y="73660"/>
                  </a:lnTo>
                  <a:lnTo>
                    <a:pt x="131203" y="73660"/>
                  </a:lnTo>
                  <a:lnTo>
                    <a:pt x="131203" y="58420"/>
                  </a:lnTo>
                  <a:lnTo>
                    <a:pt x="116624" y="58420"/>
                  </a:lnTo>
                  <a:lnTo>
                    <a:pt x="116624" y="87630"/>
                  </a:lnTo>
                  <a:lnTo>
                    <a:pt x="131203" y="87630"/>
                  </a:lnTo>
                  <a:lnTo>
                    <a:pt x="131203" y="102870"/>
                  </a:lnTo>
                  <a:lnTo>
                    <a:pt x="145770" y="102870"/>
                  </a:lnTo>
                  <a:lnTo>
                    <a:pt x="145770" y="87630"/>
                  </a:lnTo>
                  <a:lnTo>
                    <a:pt x="160350" y="87630"/>
                  </a:lnTo>
                  <a:lnTo>
                    <a:pt x="160350" y="58420"/>
                  </a:lnTo>
                  <a:close/>
                </a:path>
                <a:path w="933450" h="146050">
                  <a:moveTo>
                    <a:pt x="174929" y="29210"/>
                  </a:moveTo>
                  <a:lnTo>
                    <a:pt x="160350" y="29210"/>
                  </a:lnTo>
                  <a:lnTo>
                    <a:pt x="160350" y="44450"/>
                  </a:lnTo>
                  <a:lnTo>
                    <a:pt x="174929" y="44450"/>
                  </a:lnTo>
                  <a:lnTo>
                    <a:pt x="174929" y="29210"/>
                  </a:lnTo>
                  <a:close/>
                </a:path>
                <a:path w="933450" h="146050">
                  <a:moveTo>
                    <a:pt x="189509" y="44450"/>
                  </a:moveTo>
                  <a:lnTo>
                    <a:pt x="174929" y="44450"/>
                  </a:lnTo>
                  <a:lnTo>
                    <a:pt x="174929" y="116840"/>
                  </a:lnTo>
                  <a:lnTo>
                    <a:pt x="189509" y="116840"/>
                  </a:lnTo>
                  <a:lnTo>
                    <a:pt x="189509" y="44450"/>
                  </a:lnTo>
                  <a:close/>
                </a:path>
                <a:path w="933450" h="146050">
                  <a:moveTo>
                    <a:pt x="233235" y="73660"/>
                  </a:moveTo>
                  <a:lnTo>
                    <a:pt x="218668" y="73660"/>
                  </a:lnTo>
                  <a:lnTo>
                    <a:pt x="218668" y="58420"/>
                  </a:lnTo>
                  <a:lnTo>
                    <a:pt x="204089" y="58420"/>
                  </a:lnTo>
                  <a:lnTo>
                    <a:pt x="204089" y="87630"/>
                  </a:lnTo>
                  <a:lnTo>
                    <a:pt x="218668" y="87630"/>
                  </a:lnTo>
                  <a:lnTo>
                    <a:pt x="218668" y="102870"/>
                  </a:lnTo>
                  <a:lnTo>
                    <a:pt x="233235" y="102870"/>
                  </a:lnTo>
                  <a:lnTo>
                    <a:pt x="233235" y="73660"/>
                  </a:lnTo>
                  <a:close/>
                </a:path>
                <a:path w="933450" h="146050">
                  <a:moveTo>
                    <a:pt x="233235" y="29210"/>
                  </a:moveTo>
                  <a:lnTo>
                    <a:pt x="218668" y="29210"/>
                  </a:lnTo>
                  <a:lnTo>
                    <a:pt x="204089" y="29210"/>
                  </a:lnTo>
                  <a:lnTo>
                    <a:pt x="204089" y="44450"/>
                  </a:lnTo>
                  <a:lnTo>
                    <a:pt x="218668" y="44450"/>
                  </a:lnTo>
                  <a:lnTo>
                    <a:pt x="218668" y="58420"/>
                  </a:lnTo>
                  <a:lnTo>
                    <a:pt x="233235" y="58420"/>
                  </a:lnTo>
                  <a:lnTo>
                    <a:pt x="233235" y="29210"/>
                  </a:lnTo>
                  <a:close/>
                </a:path>
                <a:path w="933450" h="146050">
                  <a:moveTo>
                    <a:pt x="247815" y="58420"/>
                  </a:moveTo>
                  <a:lnTo>
                    <a:pt x="233235" y="58420"/>
                  </a:lnTo>
                  <a:lnTo>
                    <a:pt x="233235" y="73660"/>
                  </a:lnTo>
                  <a:lnTo>
                    <a:pt x="247815" y="73660"/>
                  </a:lnTo>
                  <a:lnTo>
                    <a:pt x="247815" y="58420"/>
                  </a:lnTo>
                  <a:close/>
                </a:path>
                <a:path w="933450" h="146050">
                  <a:moveTo>
                    <a:pt x="262394" y="15240"/>
                  </a:moveTo>
                  <a:lnTo>
                    <a:pt x="247815" y="15240"/>
                  </a:lnTo>
                  <a:lnTo>
                    <a:pt x="233235" y="15240"/>
                  </a:lnTo>
                  <a:lnTo>
                    <a:pt x="233235" y="29210"/>
                  </a:lnTo>
                  <a:lnTo>
                    <a:pt x="247815" y="29210"/>
                  </a:lnTo>
                  <a:lnTo>
                    <a:pt x="262394" y="29210"/>
                  </a:lnTo>
                  <a:lnTo>
                    <a:pt x="262394" y="15240"/>
                  </a:lnTo>
                  <a:close/>
                </a:path>
                <a:path w="933450" h="146050">
                  <a:moveTo>
                    <a:pt x="276974" y="58420"/>
                  </a:moveTo>
                  <a:lnTo>
                    <a:pt x="262394" y="58420"/>
                  </a:lnTo>
                  <a:lnTo>
                    <a:pt x="262394" y="73660"/>
                  </a:lnTo>
                  <a:lnTo>
                    <a:pt x="247815" y="73660"/>
                  </a:lnTo>
                  <a:lnTo>
                    <a:pt x="247815" y="87630"/>
                  </a:lnTo>
                  <a:lnTo>
                    <a:pt x="262394" y="87630"/>
                  </a:lnTo>
                  <a:lnTo>
                    <a:pt x="276974" y="87630"/>
                  </a:lnTo>
                  <a:lnTo>
                    <a:pt x="276974" y="58420"/>
                  </a:lnTo>
                  <a:close/>
                </a:path>
                <a:path w="933450" h="146050">
                  <a:moveTo>
                    <a:pt x="335280" y="15240"/>
                  </a:moveTo>
                  <a:lnTo>
                    <a:pt x="320700" y="15240"/>
                  </a:lnTo>
                  <a:lnTo>
                    <a:pt x="306133" y="15240"/>
                  </a:lnTo>
                  <a:lnTo>
                    <a:pt x="291553" y="15240"/>
                  </a:lnTo>
                  <a:lnTo>
                    <a:pt x="276974" y="15240"/>
                  </a:lnTo>
                  <a:lnTo>
                    <a:pt x="276974" y="29210"/>
                  </a:lnTo>
                  <a:lnTo>
                    <a:pt x="262394" y="29210"/>
                  </a:lnTo>
                  <a:lnTo>
                    <a:pt x="262394" y="44450"/>
                  </a:lnTo>
                  <a:lnTo>
                    <a:pt x="276974" y="44450"/>
                  </a:lnTo>
                  <a:lnTo>
                    <a:pt x="291553" y="44450"/>
                  </a:lnTo>
                  <a:lnTo>
                    <a:pt x="291553" y="73660"/>
                  </a:lnTo>
                  <a:lnTo>
                    <a:pt x="306133" y="73660"/>
                  </a:lnTo>
                  <a:lnTo>
                    <a:pt x="306133" y="58420"/>
                  </a:lnTo>
                  <a:lnTo>
                    <a:pt x="320700" y="58420"/>
                  </a:lnTo>
                  <a:lnTo>
                    <a:pt x="320700" y="73660"/>
                  </a:lnTo>
                  <a:lnTo>
                    <a:pt x="306133" y="73660"/>
                  </a:lnTo>
                  <a:lnTo>
                    <a:pt x="306133" y="87630"/>
                  </a:lnTo>
                  <a:lnTo>
                    <a:pt x="320700" y="87630"/>
                  </a:lnTo>
                  <a:lnTo>
                    <a:pt x="335280" y="87630"/>
                  </a:lnTo>
                  <a:lnTo>
                    <a:pt x="335280" y="44450"/>
                  </a:lnTo>
                  <a:lnTo>
                    <a:pt x="320700" y="44450"/>
                  </a:lnTo>
                  <a:lnTo>
                    <a:pt x="306133" y="44450"/>
                  </a:lnTo>
                  <a:lnTo>
                    <a:pt x="306133" y="29210"/>
                  </a:lnTo>
                  <a:lnTo>
                    <a:pt x="320700" y="29210"/>
                  </a:lnTo>
                  <a:lnTo>
                    <a:pt x="335280" y="29210"/>
                  </a:lnTo>
                  <a:lnTo>
                    <a:pt x="335280" y="15240"/>
                  </a:lnTo>
                  <a:close/>
                </a:path>
                <a:path w="933450" h="146050">
                  <a:moveTo>
                    <a:pt x="364439" y="15240"/>
                  </a:moveTo>
                  <a:lnTo>
                    <a:pt x="349859" y="15240"/>
                  </a:lnTo>
                  <a:lnTo>
                    <a:pt x="349859" y="29210"/>
                  </a:lnTo>
                  <a:lnTo>
                    <a:pt x="364439" y="29210"/>
                  </a:lnTo>
                  <a:lnTo>
                    <a:pt x="364439" y="15240"/>
                  </a:lnTo>
                  <a:close/>
                </a:path>
                <a:path w="933450" h="146050">
                  <a:moveTo>
                    <a:pt x="379018" y="73660"/>
                  </a:moveTo>
                  <a:lnTo>
                    <a:pt x="364439" y="73660"/>
                  </a:lnTo>
                  <a:lnTo>
                    <a:pt x="364439" y="58420"/>
                  </a:lnTo>
                  <a:lnTo>
                    <a:pt x="349859" y="58420"/>
                  </a:lnTo>
                  <a:lnTo>
                    <a:pt x="349859" y="116840"/>
                  </a:lnTo>
                  <a:lnTo>
                    <a:pt x="364439" y="116840"/>
                  </a:lnTo>
                  <a:lnTo>
                    <a:pt x="364439" y="87630"/>
                  </a:lnTo>
                  <a:lnTo>
                    <a:pt x="379018" y="87630"/>
                  </a:lnTo>
                  <a:lnTo>
                    <a:pt x="379018" y="73660"/>
                  </a:lnTo>
                  <a:close/>
                </a:path>
                <a:path w="933450" h="146050">
                  <a:moveTo>
                    <a:pt x="393585" y="29210"/>
                  </a:moveTo>
                  <a:lnTo>
                    <a:pt x="379018" y="29210"/>
                  </a:lnTo>
                  <a:lnTo>
                    <a:pt x="379018" y="44450"/>
                  </a:lnTo>
                  <a:lnTo>
                    <a:pt x="364439" y="44450"/>
                  </a:lnTo>
                  <a:lnTo>
                    <a:pt x="364439" y="58420"/>
                  </a:lnTo>
                  <a:lnTo>
                    <a:pt x="379018" y="58420"/>
                  </a:lnTo>
                  <a:lnTo>
                    <a:pt x="379018" y="73660"/>
                  </a:lnTo>
                  <a:lnTo>
                    <a:pt x="393585" y="73660"/>
                  </a:lnTo>
                  <a:lnTo>
                    <a:pt x="393585" y="29210"/>
                  </a:lnTo>
                  <a:close/>
                </a:path>
                <a:path w="933450" h="146050">
                  <a:moveTo>
                    <a:pt x="451904" y="29210"/>
                  </a:moveTo>
                  <a:lnTo>
                    <a:pt x="437324" y="29210"/>
                  </a:lnTo>
                  <a:lnTo>
                    <a:pt x="422744" y="29210"/>
                  </a:lnTo>
                  <a:lnTo>
                    <a:pt x="422744" y="58420"/>
                  </a:lnTo>
                  <a:lnTo>
                    <a:pt x="437324" y="58420"/>
                  </a:lnTo>
                  <a:lnTo>
                    <a:pt x="437324" y="73660"/>
                  </a:lnTo>
                  <a:lnTo>
                    <a:pt x="422744" y="73660"/>
                  </a:lnTo>
                  <a:lnTo>
                    <a:pt x="422744" y="58420"/>
                  </a:lnTo>
                  <a:lnTo>
                    <a:pt x="408165" y="58420"/>
                  </a:lnTo>
                  <a:lnTo>
                    <a:pt x="408165" y="87630"/>
                  </a:lnTo>
                  <a:lnTo>
                    <a:pt x="422744" y="87630"/>
                  </a:lnTo>
                  <a:lnTo>
                    <a:pt x="422744" y="146050"/>
                  </a:lnTo>
                  <a:lnTo>
                    <a:pt x="437324" y="146050"/>
                  </a:lnTo>
                  <a:lnTo>
                    <a:pt x="437324" y="132080"/>
                  </a:lnTo>
                  <a:lnTo>
                    <a:pt x="451904" y="132080"/>
                  </a:lnTo>
                  <a:lnTo>
                    <a:pt x="451904" y="29210"/>
                  </a:lnTo>
                  <a:close/>
                </a:path>
                <a:path w="933450" h="146050">
                  <a:moveTo>
                    <a:pt x="481050" y="58420"/>
                  </a:moveTo>
                  <a:lnTo>
                    <a:pt x="466483" y="58420"/>
                  </a:lnTo>
                  <a:lnTo>
                    <a:pt x="466483" y="73660"/>
                  </a:lnTo>
                  <a:lnTo>
                    <a:pt x="481050" y="73660"/>
                  </a:lnTo>
                  <a:lnTo>
                    <a:pt x="481050" y="58420"/>
                  </a:lnTo>
                  <a:close/>
                </a:path>
                <a:path w="933450" h="146050">
                  <a:moveTo>
                    <a:pt x="524789" y="15240"/>
                  </a:moveTo>
                  <a:lnTo>
                    <a:pt x="510209" y="15240"/>
                  </a:lnTo>
                  <a:lnTo>
                    <a:pt x="495630" y="15240"/>
                  </a:lnTo>
                  <a:lnTo>
                    <a:pt x="481050" y="15240"/>
                  </a:lnTo>
                  <a:lnTo>
                    <a:pt x="481050" y="29210"/>
                  </a:lnTo>
                  <a:lnTo>
                    <a:pt x="466483" y="29210"/>
                  </a:lnTo>
                  <a:lnTo>
                    <a:pt x="466483" y="44450"/>
                  </a:lnTo>
                  <a:lnTo>
                    <a:pt x="481050" y="44450"/>
                  </a:lnTo>
                  <a:lnTo>
                    <a:pt x="495630" y="44450"/>
                  </a:lnTo>
                  <a:lnTo>
                    <a:pt x="495630" y="102870"/>
                  </a:lnTo>
                  <a:lnTo>
                    <a:pt x="510209" y="102870"/>
                  </a:lnTo>
                  <a:lnTo>
                    <a:pt x="510209" y="44450"/>
                  </a:lnTo>
                  <a:lnTo>
                    <a:pt x="524789" y="44450"/>
                  </a:lnTo>
                  <a:lnTo>
                    <a:pt x="524789" y="15240"/>
                  </a:lnTo>
                  <a:close/>
                </a:path>
                <a:path w="933450" h="146050">
                  <a:moveTo>
                    <a:pt x="553948" y="73660"/>
                  </a:moveTo>
                  <a:lnTo>
                    <a:pt x="539369" y="73660"/>
                  </a:lnTo>
                  <a:lnTo>
                    <a:pt x="539369" y="58420"/>
                  </a:lnTo>
                  <a:lnTo>
                    <a:pt x="524789" y="58420"/>
                  </a:lnTo>
                  <a:lnTo>
                    <a:pt x="524789" y="87630"/>
                  </a:lnTo>
                  <a:lnTo>
                    <a:pt x="539369" y="87630"/>
                  </a:lnTo>
                  <a:lnTo>
                    <a:pt x="539369" y="116840"/>
                  </a:lnTo>
                  <a:lnTo>
                    <a:pt x="553948" y="116840"/>
                  </a:lnTo>
                  <a:lnTo>
                    <a:pt x="553948" y="73660"/>
                  </a:lnTo>
                  <a:close/>
                </a:path>
                <a:path w="933450" h="146050">
                  <a:moveTo>
                    <a:pt x="612254" y="73660"/>
                  </a:moveTo>
                  <a:lnTo>
                    <a:pt x="597674" y="73660"/>
                  </a:lnTo>
                  <a:lnTo>
                    <a:pt x="597674" y="44450"/>
                  </a:lnTo>
                  <a:lnTo>
                    <a:pt x="583095" y="44450"/>
                  </a:lnTo>
                  <a:lnTo>
                    <a:pt x="583095" y="102870"/>
                  </a:lnTo>
                  <a:lnTo>
                    <a:pt x="597674" y="102870"/>
                  </a:lnTo>
                  <a:lnTo>
                    <a:pt x="597674" y="87630"/>
                  </a:lnTo>
                  <a:lnTo>
                    <a:pt x="612254" y="87630"/>
                  </a:lnTo>
                  <a:lnTo>
                    <a:pt x="612254" y="73660"/>
                  </a:lnTo>
                  <a:close/>
                </a:path>
                <a:path w="933450" h="146050">
                  <a:moveTo>
                    <a:pt x="626833" y="58420"/>
                  </a:moveTo>
                  <a:lnTo>
                    <a:pt x="612254" y="58420"/>
                  </a:lnTo>
                  <a:lnTo>
                    <a:pt x="612254" y="73660"/>
                  </a:lnTo>
                  <a:lnTo>
                    <a:pt x="626833" y="73660"/>
                  </a:lnTo>
                  <a:lnTo>
                    <a:pt x="626833" y="58420"/>
                  </a:lnTo>
                  <a:close/>
                </a:path>
                <a:path w="933450" h="146050">
                  <a:moveTo>
                    <a:pt x="641413" y="73660"/>
                  </a:moveTo>
                  <a:lnTo>
                    <a:pt x="626833" y="73660"/>
                  </a:lnTo>
                  <a:lnTo>
                    <a:pt x="626833" y="87630"/>
                  </a:lnTo>
                  <a:lnTo>
                    <a:pt x="641413" y="87630"/>
                  </a:lnTo>
                  <a:lnTo>
                    <a:pt x="641413" y="73660"/>
                  </a:lnTo>
                  <a:close/>
                </a:path>
                <a:path w="933450" h="146050">
                  <a:moveTo>
                    <a:pt x="655980" y="58420"/>
                  </a:moveTo>
                  <a:lnTo>
                    <a:pt x="641413" y="58420"/>
                  </a:lnTo>
                  <a:lnTo>
                    <a:pt x="641413" y="73660"/>
                  </a:lnTo>
                  <a:lnTo>
                    <a:pt x="655980" y="73660"/>
                  </a:lnTo>
                  <a:lnTo>
                    <a:pt x="655980" y="58420"/>
                  </a:lnTo>
                  <a:close/>
                </a:path>
                <a:path w="933450" h="146050">
                  <a:moveTo>
                    <a:pt x="685139" y="44450"/>
                  </a:moveTo>
                  <a:lnTo>
                    <a:pt x="670560" y="44450"/>
                  </a:lnTo>
                  <a:lnTo>
                    <a:pt x="670560" y="29210"/>
                  </a:lnTo>
                  <a:lnTo>
                    <a:pt x="655980" y="29210"/>
                  </a:lnTo>
                  <a:lnTo>
                    <a:pt x="641413" y="29210"/>
                  </a:lnTo>
                  <a:lnTo>
                    <a:pt x="626833" y="29210"/>
                  </a:lnTo>
                  <a:lnTo>
                    <a:pt x="626833" y="44450"/>
                  </a:lnTo>
                  <a:lnTo>
                    <a:pt x="641413" y="44450"/>
                  </a:lnTo>
                  <a:lnTo>
                    <a:pt x="655980" y="44450"/>
                  </a:lnTo>
                  <a:lnTo>
                    <a:pt x="655980" y="58420"/>
                  </a:lnTo>
                  <a:lnTo>
                    <a:pt x="670560" y="58420"/>
                  </a:lnTo>
                  <a:lnTo>
                    <a:pt x="670560" y="73660"/>
                  </a:lnTo>
                  <a:lnTo>
                    <a:pt x="655980" y="73660"/>
                  </a:lnTo>
                  <a:lnTo>
                    <a:pt x="655980" y="87630"/>
                  </a:lnTo>
                  <a:lnTo>
                    <a:pt x="670560" y="87630"/>
                  </a:lnTo>
                  <a:lnTo>
                    <a:pt x="670560" y="102870"/>
                  </a:lnTo>
                  <a:lnTo>
                    <a:pt x="685139" y="102870"/>
                  </a:lnTo>
                  <a:lnTo>
                    <a:pt x="685139" y="44450"/>
                  </a:lnTo>
                  <a:close/>
                </a:path>
                <a:path w="933450" h="146050">
                  <a:moveTo>
                    <a:pt x="699719" y="15240"/>
                  </a:moveTo>
                  <a:lnTo>
                    <a:pt x="685139" y="15240"/>
                  </a:lnTo>
                  <a:lnTo>
                    <a:pt x="685139" y="29210"/>
                  </a:lnTo>
                  <a:lnTo>
                    <a:pt x="699719" y="29210"/>
                  </a:lnTo>
                  <a:lnTo>
                    <a:pt x="699719" y="15240"/>
                  </a:lnTo>
                  <a:close/>
                </a:path>
                <a:path w="933450" h="146050">
                  <a:moveTo>
                    <a:pt x="714298" y="58420"/>
                  </a:moveTo>
                  <a:lnTo>
                    <a:pt x="699719" y="58420"/>
                  </a:lnTo>
                  <a:lnTo>
                    <a:pt x="699719" y="87630"/>
                  </a:lnTo>
                  <a:lnTo>
                    <a:pt x="714298" y="87630"/>
                  </a:lnTo>
                  <a:lnTo>
                    <a:pt x="714298" y="58420"/>
                  </a:lnTo>
                  <a:close/>
                </a:path>
                <a:path w="933450" h="146050">
                  <a:moveTo>
                    <a:pt x="743445" y="58420"/>
                  </a:moveTo>
                  <a:lnTo>
                    <a:pt x="728865" y="58420"/>
                  </a:lnTo>
                  <a:lnTo>
                    <a:pt x="728865" y="73660"/>
                  </a:lnTo>
                  <a:lnTo>
                    <a:pt x="743445" y="73660"/>
                  </a:lnTo>
                  <a:lnTo>
                    <a:pt x="743445" y="58420"/>
                  </a:lnTo>
                  <a:close/>
                </a:path>
                <a:path w="933450" h="146050">
                  <a:moveTo>
                    <a:pt x="743445" y="15240"/>
                  </a:moveTo>
                  <a:lnTo>
                    <a:pt x="728865" y="15240"/>
                  </a:lnTo>
                  <a:lnTo>
                    <a:pt x="728865" y="29210"/>
                  </a:lnTo>
                  <a:lnTo>
                    <a:pt x="714298" y="29210"/>
                  </a:lnTo>
                  <a:lnTo>
                    <a:pt x="714298" y="58420"/>
                  </a:lnTo>
                  <a:lnTo>
                    <a:pt x="728865" y="58420"/>
                  </a:lnTo>
                  <a:lnTo>
                    <a:pt x="728865" y="44450"/>
                  </a:lnTo>
                  <a:lnTo>
                    <a:pt x="743445" y="44450"/>
                  </a:lnTo>
                  <a:lnTo>
                    <a:pt x="743445" y="15240"/>
                  </a:lnTo>
                  <a:close/>
                </a:path>
                <a:path w="933450" h="146050">
                  <a:moveTo>
                    <a:pt x="801763" y="44450"/>
                  </a:moveTo>
                  <a:lnTo>
                    <a:pt x="787184" y="44450"/>
                  </a:lnTo>
                  <a:lnTo>
                    <a:pt x="787184" y="15240"/>
                  </a:lnTo>
                  <a:lnTo>
                    <a:pt x="772604" y="15240"/>
                  </a:lnTo>
                  <a:lnTo>
                    <a:pt x="772604" y="29210"/>
                  </a:lnTo>
                  <a:lnTo>
                    <a:pt x="758024" y="29210"/>
                  </a:lnTo>
                  <a:lnTo>
                    <a:pt x="758024" y="44450"/>
                  </a:lnTo>
                  <a:lnTo>
                    <a:pt x="772604" y="44450"/>
                  </a:lnTo>
                  <a:lnTo>
                    <a:pt x="772604" y="58420"/>
                  </a:lnTo>
                  <a:lnTo>
                    <a:pt x="787184" y="58420"/>
                  </a:lnTo>
                  <a:lnTo>
                    <a:pt x="787184" y="73660"/>
                  </a:lnTo>
                  <a:lnTo>
                    <a:pt x="772604" y="73660"/>
                  </a:lnTo>
                  <a:lnTo>
                    <a:pt x="772604" y="58420"/>
                  </a:lnTo>
                  <a:lnTo>
                    <a:pt x="758024" y="58420"/>
                  </a:lnTo>
                  <a:lnTo>
                    <a:pt x="758024" y="73660"/>
                  </a:lnTo>
                  <a:lnTo>
                    <a:pt x="743445" y="73660"/>
                  </a:lnTo>
                  <a:lnTo>
                    <a:pt x="743445" y="116840"/>
                  </a:lnTo>
                  <a:lnTo>
                    <a:pt x="758024" y="116840"/>
                  </a:lnTo>
                  <a:lnTo>
                    <a:pt x="758024" y="102870"/>
                  </a:lnTo>
                  <a:lnTo>
                    <a:pt x="772604" y="102870"/>
                  </a:lnTo>
                  <a:lnTo>
                    <a:pt x="787184" y="102870"/>
                  </a:lnTo>
                  <a:lnTo>
                    <a:pt x="787184" y="116840"/>
                  </a:lnTo>
                  <a:lnTo>
                    <a:pt x="801763" y="116840"/>
                  </a:lnTo>
                  <a:lnTo>
                    <a:pt x="801763" y="44450"/>
                  </a:lnTo>
                  <a:close/>
                </a:path>
                <a:path w="933450" h="146050">
                  <a:moveTo>
                    <a:pt x="816330" y="15240"/>
                  </a:moveTo>
                  <a:lnTo>
                    <a:pt x="801763" y="15240"/>
                  </a:lnTo>
                  <a:lnTo>
                    <a:pt x="801763" y="29210"/>
                  </a:lnTo>
                  <a:lnTo>
                    <a:pt x="816330" y="29210"/>
                  </a:lnTo>
                  <a:lnTo>
                    <a:pt x="816330" y="15240"/>
                  </a:lnTo>
                  <a:close/>
                </a:path>
                <a:path w="933450" h="146050">
                  <a:moveTo>
                    <a:pt x="830910" y="58420"/>
                  </a:moveTo>
                  <a:lnTo>
                    <a:pt x="816330" y="58420"/>
                  </a:lnTo>
                  <a:lnTo>
                    <a:pt x="816330" y="73660"/>
                  </a:lnTo>
                  <a:lnTo>
                    <a:pt x="830910" y="73660"/>
                  </a:lnTo>
                  <a:lnTo>
                    <a:pt x="830910" y="58420"/>
                  </a:lnTo>
                  <a:close/>
                </a:path>
                <a:path w="933450" h="146050">
                  <a:moveTo>
                    <a:pt x="830910" y="29210"/>
                  </a:moveTo>
                  <a:lnTo>
                    <a:pt x="816330" y="29210"/>
                  </a:lnTo>
                  <a:lnTo>
                    <a:pt x="816330" y="44450"/>
                  </a:lnTo>
                  <a:lnTo>
                    <a:pt x="830910" y="44450"/>
                  </a:lnTo>
                  <a:lnTo>
                    <a:pt x="830910" y="29210"/>
                  </a:lnTo>
                  <a:close/>
                </a:path>
                <a:path w="933450" h="146050">
                  <a:moveTo>
                    <a:pt x="918375" y="0"/>
                  </a:moveTo>
                  <a:lnTo>
                    <a:pt x="903795" y="0"/>
                  </a:lnTo>
                  <a:lnTo>
                    <a:pt x="903795" y="44450"/>
                  </a:lnTo>
                  <a:lnTo>
                    <a:pt x="918375" y="44450"/>
                  </a:lnTo>
                  <a:lnTo>
                    <a:pt x="918375" y="0"/>
                  </a:lnTo>
                  <a:close/>
                </a:path>
                <a:path w="933450" h="146050">
                  <a:moveTo>
                    <a:pt x="932954" y="58420"/>
                  </a:moveTo>
                  <a:lnTo>
                    <a:pt x="932954" y="58420"/>
                  </a:lnTo>
                  <a:lnTo>
                    <a:pt x="860069" y="58420"/>
                  </a:lnTo>
                  <a:lnTo>
                    <a:pt x="860069" y="73660"/>
                  </a:lnTo>
                  <a:lnTo>
                    <a:pt x="932954" y="73660"/>
                  </a:lnTo>
                  <a:lnTo>
                    <a:pt x="932954" y="584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033706" y="3246068"/>
              <a:ext cx="948055" cy="102870"/>
            </a:xfrm>
            <a:custGeom>
              <a:avLst/>
              <a:gdLst/>
              <a:ahLst/>
              <a:cxnLst/>
              <a:rect l="l" t="t" r="r" b="b"/>
              <a:pathLst>
                <a:path w="948054" h="102870">
                  <a:moveTo>
                    <a:pt x="14579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4579" y="15240"/>
                  </a:lnTo>
                  <a:lnTo>
                    <a:pt x="14579" y="0"/>
                  </a:lnTo>
                  <a:close/>
                </a:path>
                <a:path w="948054" h="102870">
                  <a:moveTo>
                    <a:pt x="58305" y="44450"/>
                  </a:moveTo>
                  <a:lnTo>
                    <a:pt x="43738" y="44450"/>
                  </a:lnTo>
                  <a:lnTo>
                    <a:pt x="43738" y="87630"/>
                  </a:lnTo>
                  <a:lnTo>
                    <a:pt x="58305" y="87630"/>
                  </a:lnTo>
                  <a:lnTo>
                    <a:pt x="58305" y="44450"/>
                  </a:lnTo>
                  <a:close/>
                </a:path>
                <a:path w="948054" h="102870">
                  <a:moveTo>
                    <a:pt x="58305" y="0"/>
                  </a:moveTo>
                  <a:lnTo>
                    <a:pt x="43738" y="0"/>
                  </a:lnTo>
                  <a:lnTo>
                    <a:pt x="29159" y="0"/>
                  </a:lnTo>
                  <a:lnTo>
                    <a:pt x="29159" y="15240"/>
                  </a:lnTo>
                  <a:lnTo>
                    <a:pt x="14579" y="15240"/>
                  </a:lnTo>
                  <a:lnTo>
                    <a:pt x="14579" y="29210"/>
                  </a:lnTo>
                  <a:lnTo>
                    <a:pt x="0" y="29210"/>
                  </a:lnTo>
                  <a:lnTo>
                    <a:pt x="0" y="44450"/>
                  </a:lnTo>
                  <a:lnTo>
                    <a:pt x="14579" y="44450"/>
                  </a:lnTo>
                  <a:lnTo>
                    <a:pt x="29159" y="44450"/>
                  </a:lnTo>
                  <a:lnTo>
                    <a:pt x="43738" y="44450"/>
                  </a:lnTo>
                  <a:lnTo>
                    <a:pt x="43738" y="15240"/>
                  </a:lnTo>
                  <a:lnTo>
                    <a:pt x="58305" y="15240"/>
                  </a:lnTo>
                  <a:lnTo>
                    <a:pt x="58305" y="0"/>
                  </a:lnTo>
                  <a:close/>
                </a:path>
                <a:path w="948054" h="102870">
                  <a:moveTo>
                    <a:pt x="72885" y="29210"/>
                  </a:moveTo>
                  <a:lnTo>
                    <a:pt x="58305" y="29210"/>
                  </a:lnTo>
                  <a:lnTo>
                    <a:pt x="58305" y="44450"/>
                  </a:lnTo>
                  <a:lnTo>
                    <a:pt x="72885" y="44450"/>
                  </a:lnTo>
                  <a:lnTo>
                    <a:pt x="72885" y="29210"/>
                  </a:lnTo>
                  <a:close/>
                </a:path>
                <a:path w="948054" h="102870">
                  <a:moveTo>
                    <a:pt x="87464" y="44450"/>
                  </a:moveTo>
                  <a:lnTo>
                    <a:pt x="72885" y="44450"/>
                  </a:lnTo>
                  <a:lnTo>
                    <a:pt x="72885" y="58420"/>
                  </a:lnTo>
                  <a:lnTo>
                    <a:pt x="87464" y="58420"/>
                  </a:lnTo>
                  <a:lnTo>
                    <a:pt x="87464" y="44450"/>
                  </a:lnTo>
                  <a:close/>
                </a:path>
                <a:path w="948054" h="102870">
                  <a:moveTo>
                    <a:pt x="160350" y="44450"/>
                  </a:moveTo>
                  <a:lnTo>
                    <a:pt x="145770" y="44450"/>
                  </a:lnTo>
                  <a:lnTo>
                    <a:pt x="145770" y="29210"/>
                  </a:lnTo>
                  <a:lnTo>
                    <a:pt x="131203" y="29210"/>
                  </a:lnTo>
                  <a:lnTo>
                    <a:pt x="131203" y="15240"/>
                  </a:lnTo>
                  <a:lnTo>
                    <a:pt x="116624" y="15240"/>
                  </a:lnTo>
                  <a:lnTo>
                    <a:pt x="116624" y="0"/>
                  </a:lnTo>
                  <a:lnTo>
                    <a:pt x="102044" y="0"/>
                  </a:lnTo>
                  <a:lnTo>
                    <a:pt x="87464" y="0"/>
                  </a:lnTo>
                  <a:lnTo>
                    <a:pt x="72885" y="0"/>
                  </a:lnTo>
                  <a:lnTo>
                    <a:pt x="72885" y="29210"/>
                  </a:lnTo>
                  <a:lnTo>
                    <a:pt x="87464" y="29210"/>
                  </a:lnTo>
                  <a:lnTo>
                    <a:pt x="87464" y="15240"/>
                  </a:lnTo>
                  <a:lnTo>
                    <a:pt x="102044" y="15240"/>
                  </a:lnTo>
                  <a:lnTo>
                    <a:pt x="102044" y="29210"/>
                  </a:lnTo>
                  <a:lnTo>
                    <a:pt x="87464" y="29210"/>
                  </a:lnTo>
                  <a:lnTo>
                    <a:pt x="87464" y="44450"/>
                  </a:lnTo>
                  <a:lnTo>
                    <a:pt x="102044" y="44450"/>
                  </a:lnTo>
                  <a:lnTo>
                    <a:pt x="116624" y="44450"/>
                  </a:lnTo>
                  <a:lnTo>
                    <a:pt x="131203" y="44450"/>
                  </a:lnTo>
                  <a:lnTo>
                    <a:pt x="131203" y="73660"/>
                  </a:lnTo>
                  <a:lnTo>
                    <a:pt x="145770" y="73660"/>
                  </a:lnTo>
                  <a:lnTo>
                    <a:pt x="145770" y="87630"/>
                  </a:lnTo>
                  <a:lnTo>
                    <a:pt x="160350" y="87630"/>
                  </a:lnTo>
                  <a:lnTo>
                    <a:pt x="160350" y="44450"/>
                  </a:lnTo>
                  <a:close/>
                </a:path>
                <a:path w="948054" h="102870">
                  <a:moveTo>
                    <a:pt x="174929" y="0"/>
                  </a:moveTo>
                  <a:lnTo>
                    <a:pt x="160350" y="0"/>
                  </a:lnTo>
                  <a:lnTo>
                    <a:pt x="160350" y="44450"/>
                  </a:lnTo>
                  <a:lnTo>
                    <a:pt x="174929" y="44450"/>
                  </a:lnTo>
                  <a:lnTo>
                    <a:pt x="174929" y="0"/>
                  </a:lnTo>
                  <a:close/>
                </a:path>
                <a:path w="948054" h="102870">
                  <a:moveTo>
                    <a:pt x="233235" y="29210"/>
                  </a:moveTo>
                  <a:lnTo>
                    <a:pt x="218668" y="29210"/>
                  </a:lnTo>
                  <a:lnTo>
                    <a:pt x="218668" y="15240"/>
                  </a:lnTo>
                  <a:lnTo>
                    <a:pt x="204089" y="15240"/>
                  </a:lnTo>
                  <a:lnTo>
                    <a:pt x="189509" y="15240"/>
                  </a:lnTo>
                  <a:lnTo>
                    <a:pt x="189509" y="29210"/>
                  </a:lnTo>
                  <a:lnTo>
                    <a:pt x="204089" y="29210"/>
                  </a:lnTo>
                  <a:lnTo>
                    <a:pt x="204089" y="58420"/>
                  </a:lnTo>
                  <a:lnTo>
                    <a:pt x="218668" y="58420"/>
                  </a:lnTo>
                  <a:lnTo>
                    <a:pt x="218668" y="44450"/>
                  </a:lnTo>
                  <a:lnTo>
                    <a:pt x="233235" y="44450"/>
                  </a:lnTo>
                  <a:lnTo>
                    <a:pt x="233235" y="29210"/>
                  </a:lnTo>
                  <a:close/>
                </a:path>
                <a:path w="948054" h="102870">
                  <a:moveTo>
                    <a:pt x="247815" y="0"/>
                  </a:moveTo>
                  <a:lnTo>
                    <a:pt x="233235" y="0"/>
                  </a:lnTo>
                  <a:lnTo>
                    <a:pt x="233235" y="15240"/>
                  </a:lnTo>
                  <a:lnTo>
                    <a:pt x="247815" y="15240"/>
                  </a:lnTo>
                  <a:lnTo>
                    <a:pt x="247815" y="0"/>
                  </a:lnTo>
                  <a:close/>
                </a:path>
                <a:path w="948054" h="102870">
                  <a:moveTo>
                    <a:pt x="306133" y="0"/>
                  </a:moveTo>
                  <a:lnTo>
                    <a:pt x="291553" y="0"/>
                  </a:lnTo>
                  <a:lnTo>
                    <a:pt x="276974" y="0"/>
                  </a:lnTo>
                  <a:lnTo>
                    <a:pt x="276974" y="15240"/>
                  </a:lnTo>
                  <a:lnTo>
                    <a:pt x="262394" y="15240"/>
                  </a:lnTo>
                  <a:lnTo>
                    <a:pt x="247815" y="15240"/>
                  </a:lnTo>
                  <a:lnTo>
                    <a:pt x="247815" y="29210"/>
                  </a:lnTo>
                  <a:lnTo>
                    <a:pt x="262394" y="29210"/>
                  </a:lnTo>
                  <a:lnTo>
                    <a:pt x="276974" y="29210"/>
                  </a:lnTo>
                  <a:lnTo>
                    <a:pt x="276974" y="44450"/>
                  </a:lnTo>
                  <a:lnTo>
                    <a:pt x="262394" y="44450"/>
                  </a:lnTo>
                  <a:lnTo>
                    <a:pt x="247815" y="44450"/>
                  </a:lnTo>
                  <a:lnTo>
                    <a:pt x="247815" y="58420"/>
                  </a:lnTo>
                  <a:lnTo>
                    <a:pt x="262394" y="58420"/>
                  </a:lnTo>
                  <a:lnTo>
                    <a:pt x="276974" y="58420"/>
                  </a:lnTo>
                  <a:lnTo>
                    <a:pt x="291553" y="58420"/>
                  </a:lnTo>
                  <a:lnTo>
                    <a:pt x="291553" y="44450"/>
                  </a:lnTo>
                  <a:lnTo>
                    <a:pt x="306133" y="44450"/>
                  </a:lnTo>
                  <a:lnTo>
                    <a:pt x="306133" y="0"/>
                  </a:lnTo>
                  <a:close/>
                </a:path>
                <a:path w="948054" h="102870">
                  <a:moveTo>
                    <a:pt x="335280" y="44450"/>
                  </a:moveTo>
                  <a:lnTo>
                    <a:pt x="320700" y="44450"/>
                  </a:lnTo>
                  <a:lnTo>
                    <a:pt x="320700" y="73660"/>
                  </a:lnTo>
                  <a:lnTo>
                    <a:pt x="335280" y="73660"/>
                  </a:lnTo>
                  <a:lnTo>
                    <a:pt x="335280" y="44450"/>
                  </a:lnTo>
                  <a:close/>
                </a:path>
                <a:path w="948054" h="102870">
                  <a:moveTo>
                    <a:pt x="364439" y="44450"/>
                  </a:moveTo>
                  <a:lnTo>
                    <a:pt x="349859" y="44450"/>
                  </a:lnTo>
                  <a:lnTo>
                    <a:pt x="349859" y="58420"/>
                  </a:lnTo>
                  <a:lnTo>
                    <a:pt x="364439" y="58420"/>
                  </a:lnTo>
                  <a:lnTo>
                    <a:pt x="364439" y="44450"/>
                  </a:lnTo>
                  <a:close/>
                </a:path>
                <a:path w="948054" h="102870">
                  <a:moveTo>
                    <a:pt x="408165" y="15240"/>
                  </a:moveTo>
                  <a:lnTo>
                    <a:pt x="393585" y="15240"/>
                  </a:lnTo>
                  <a:lnTo>
                    <a:pt x="393585" y="29210"/>
                  </a:lnTo>
                  <a:lnTo>
                    <a:pt x="379018" y="29210"/>
                  </a:lnTo>
                  <a:lnTo>
                    <a:pt x="379018" y="15240"/>
                  </a:lnTo>
                  <a:lnTo>
                    <a:pt x="364439" y="15240"/>
                  </a:lnTo>
                  <a:lnTo>
                    <a:pt x="364439" y="44450"/>
                  </a:lnTo>
                  <a:lnTo>
                    <a:pt x="379018" y="44450"/>
                  </a:lnTo>
                  <a:lnTo>
                    <a:pt x="393585" y="44450"/>
                  </a:lnTo>
                  <a:lnTo>
                    <a:pt x="408165" y="44450"/>
                  </a:lnTo>
                  <a:lnTo>
                    <a:pt x="408165" y="15240"/>
                  </a:lnTo>
                  <a:close/>
                </a:path>
                <a:path w="948054" h="102870">
                  <a:moveTo>
                    <a:pt x="495630" y="0"/>
                  </a:moveTo>
                  <a:lnTo>
                    <a:pt x="481050" y="0"/>
                  </a:lnTo>
                  <a:lnTo>
                    <a:pt x="466483" y="0"/>
                  </a:lnTo>
                  <a:lnTo>
                    <a:pt x="451904" y="0"/>
                  </a:lnTo>
                  <a:lnTo>
                    <a:pt x="451904" y="15240"/>
                  </a:lnTo>
                  <a:lnTo>
                    <a:pt x="466483" y="15240"/>
                  </a:lnTo>
                  <a:lnTo>
                    <a:pt x="466483" y="29210"/>
                  </a:lnTo>
                  <a:lnTo>
                    <a:pt x="451904" y="29210"/>
                  </a:lnTo>
                  <a:lnTo>
                    <a:pt x="451904" y="44450"/>
                  </a:lnTo>
                  <a:lnTo>
                    <a:pt x="466483" y="44450"/>
                  </a:lnTo>
                  <a:lnTo>
                    <a:pt x="466483" y="58420"/>
                  </a:lnTo>
                  <a:lnTo>
                    <a:pt x="481050" y="58420"/>
                  </a:lnTo>
                  <a:lnTo>
                    <a:pt x="495630" y="58420"/>
                  </a:lnTo>
                  <a:lnTo>
                    <a:pt x="495630" y="44450"/>
                  </a:lnTo>
                  <a:lnTo>
                    <a:pt x="481050" y="44450"/>
                  </a:lnTo>
                  <a:lnTo>
                    <a:pt x="481050" y="15240"/>
                  </a:lnTo>
                  <a:lnTo>
                    <a:pt x="495630" y="15240"/>
                  </a:lnTo>
                  <a:lnTo>
                    <a:pt x="495630" y="0"/>
                  </a:lnTo>
                  <a:close/>
                </a:path>
                <a:path w="948054" h="102870">
                  <a:moveTo>
                    <a:pt x="539369" y="15240"/>
                  </a:moveTo>
                  <a:lnTo>
                    <a:pt x="524789" y="15240"/>
                  </a:lnTo>
                  <a:lnTo>
                    <a:pt x="524789" y="0"/>
                  </a:lnTo>
                  <a:lnTo>
                    <a:pt x="510209" y="0"/>
                  </a:lnTo>
                  <a:lnTo>
                    <a:pt x="510209" y="44450"/>
                  </a:lnTo>
                  <a:lnTo>
                    <a:pt x="524789" y="44450"/>
                  </a:lnTo>
                  <a:lnTo>
                    <a:pt x="524789" y="102870"/>
                  </a:lnTo>
                  <a:lnTo>
                    <a:pt x="539369" y="102870"/>
                  </a:lnTo>
                  <a:lnTo>
                    <a:pt x="539369" y="15240"/>
                  </a:lnTo>
                  <a:close/>
                </a:path>
                <a:path w="948054" h="102870">
                  <a:moveTo>
                    <a:pt x="583095" y="29210"/>
                  </a:moveTo>
                  <a:lnTo>
                    <a:pt x="568515" y="29210"/>
                  </a:lnTo>
                  <a:lnTo>
                    <a:pt x="568515" y="44450"/>
                  </a:lnTo>
                  <a:lnTo>
                    <a:pt x="583095" y="44450"/>
                  </a:lnTo>
                  <a:lnTo>
                    <a:pt x="583095" y="29210"/>
                  </a:lnTo>
                  <a:close/>
                </a:path>
                <a:path w="948054" h="102870">
                  <a:moveTo>
                    <a:pt x="583095" y="0"/>
                  </a:moveTo>
                  <a:lnTo>
                    <a:pt x="568515" y="0"/>
                  </a:lnTo>
                  <a:lnTo>
                    <a:pt x="553948" y="0"/>
                  </a:lnTo>
                  <a:lnTo>
                    <a:pt x="553948" y="15240"/>
                  </a:lnTo>
                  <a:lnTo>
                    <a:pt x="568515" y="15240"/>
                  </a:lnTo>
                  <a:lnTo>
                    <a:pt x="583095" y="15240"/>
                  </a:lnTo>
                  <a:lnTo>
                    <a:pt x="583095" y="0"/>
                  </a:lnTo>
                  <a:close/>
                </a:path>
                <a:path w="948054" h="102870">
                  <a:moveTo>
                    <a:pt x="597674" y="44450"/>
                  </a:moveTo>
                  <a:lnTo>
                    <a:pt x="583095" y="44450"/>
                  </a:lnTo>
                  <a:lnTo>
                    <a:pt x="583095" y="58420"/>
                  </a:lnTo>
                  <a:lnTo>
                    <a:pt x="597674" y="58420"/>
                  </a:lnTo>
                  <a:lnTo>
                    <a:pt x="597674" y="44450"/>
                  </a:lnTo>
                  <a:close/>
                </a:path>
                <a:path w="948054" h="102870">
                  <a:moveTo>
                    <a:pt x="626833" y="44450"/>
                  </a:moveTo>
                  <a:lnTo>
                    <a:pt x="612254" y="44450"/>
                  </a:lnTo>
                  <a:lnTo>
                    <a:pt x="612254" y="73660"/>
                  </a:lnTo>
                  <a:lnTo>
                    <a:pt x="626833" y="73660"/>
                  </a:lnTo>
                  <a:lnTo>
                    <a:pt x="626833" y="44450"/>
                  </a:lnTo>
                  <a:close/>
                </a:path>
                <a:path w="948054" h="102870">
                  <a:moveTo>
                    <a:pt x="626833" y="15240"/>
                  </a:moveTo>
                  <a:lnTo>
                    <a:pt x="612254" y="15240"/>
                  </a:lnTo>
                  <a:lnTo>
                    <a:pt x="597674" y="15240"/>
                  </a:lnTo>
                  <a:lnTo>
                    <a:pt x="597674" y="44450"/>
                  </a:lnTo>
                  <a:lnTo>
                    <a:pt x="612254" y="44450"/>
                  </a:lnTo>
                  <a:lnTo>
                    <a:pt x="612254" y="29210"/>
                  </a:lnTo>
                  <a:lnTo>
                    <a:pt x="626833" y="29210"/>
                  </a:lnTo>
                  <a:lnTo>
                    <a:pt x="626833" y="15240"/>
                  </a:lnTo>
                  <a:close/>
                </a:path>
                <a:path w="948054" h="102870">
                  <a:moveTo>
                    <a:pt x="641413" y="29210"/>
                  </a:moveTo>
                  <a:lnTo>
                    <a:pt x="626833" y="29210"/>
                  </a:lnTo>
                  <a:lnTo>
                    <a:pt x="626833" y="44450"/>
                  </a:lnTo>
                  <a:lnTo>
                    <a:pt x="641413" y="44450"/>
                  </a:lnTo>
                  <a:lnTo>
                    <a:pt x="641413" y="29210"/>
                  </a:lnTo>
                  <a:close/>
                </a:path>
                <a:path w="948054" h="102870">
                  <a:moveTo>
                    <a:pt x="670560" y="15240"/>
                  </a:moveTo>
                  <a:lnTo>
                    <a:pt x="655980" y="15240"/>
                  </a:lnTo>
                  <a:lnTo>
                    <a:pt x="641413" y="15240"/>
                  </a:lnTo>
                  <a:lnTo>
                    <a:pt x="641413" y="29210"/>
                  </a:lnTo>
                  <a:lnTo>
                    <a:pt x="655980" y="29210"/>
                  </a:lnTo>
                  <a:lnTo>
                    <a:pt x="670560" y="29210"/>
                  </a:lnTo>
                  <a:lnTo>
                    <a:pt x="670560" y="15240"/>
                  </a:lnTo>
                  <a:close/>
                </a:path>
                <a:path w="948054" h="102870">
                  <a:moveTo>
                    <a:pt x="685139" y="29210"/>
                  </a:moveTo>
                  <a:lnTo>
                    <a:pt x="670560" y="29210"/>
                  </a:lnTo>
                  <a:lnTo>
                    <a:pt x="670560" y="44450"/>
                  </a:lnTo>
                  <a:lnTo>
                    <a:pt x="655980" y="44450"/>
                  </a:lnTo>
                  <a:lnTo>
                    <a:pt x="641413" y="44450"/>
                  </a:lnTo>
                  <a:lnTo>
                    <a:pt x="641413" y="58420"/>
                  </a:lnTo>
                  <a:lnTo>
                    <a:pt x="655980" y="58420"/>
                  </a:lnTo>
                  <a:lnTo>
                    <a:pt x="670560" y="58420"/>
                  </a:lnTo>
                  <a:lnTo>
                    <a:pt x="685139" y="58420"/>
                  </a:lnTo>
                  <a:lnTo>
                    <a:pt x="685139" y="29210"/>
                  </a:lnTo>
                  <a:close/>
                </a:path>
                <a:path w="948054" h="102870">
                  <a:moveTo>
                    <a:pt x="699719" y="0"/>
                  </a:moveTo>
                  <a:lnTo>
                    <a:pt x="685139" y="0"/>
                  </a:lnTo>
                  <a:lnTo>
                    <a:pt x="685139" y="29210"/>
                  </a:lnTo>
                  <a:lnTo>
                    <a:pt x="699719" y="29210"/>
                  </a:lnTo>
                  <a:lnTo>
                    <a:pt x="699719" y="0"/>
                  </a:lnTo>
                  <a:close/>
                </a:path>
                <a:path w="948054" h="102870">
                  <a:moveTo>
                    <a:pt x="772604" y="44450"/>
                  </a:moveTo>
                  <a:lnTo>
                    <a:pt x="758024" y="44450"/>
                  </a:lnTo>
                  <a:lnTo>
                    <a:pt x="743445" y="44450"/>
                  </a:lnTo>
                  <a:lnTo>
                    <a:pt x="743445" y="29210"/>
                  </a:lnTo>
                  <a:lnTo>
                    <a:pt x="728865" y="29210"/>
                  </a:lnTo>
                  <a:lnTo>
                    <a:pt x="728865" y="15240"/>
                  </a:lnTo>
                  <a:lnTo>
                    <a:pt x="743445" y="15240"/>
                  </a:lnTo>
                  <a:lnTo>
                    <a:pt x="743445" y="0"/>
                  </a:lnTo>
                  <a:lnTo>
                    <a:pt x="728865" y="0"/>
                  </a:lnTo>
                  <a:lnTo>
                    <a:pt x="714298" y="0"/>
                  </a:lnTo>
                  <a:lnTo>
                    <a:pt x="714298" y="29210"/>
                  </a:lnTo>
                  <a:lnTo>
                    <a:pt x="699719" y="29210"/>
                  </a:lnTo>
                  <a:lnTo>
                    <a:pt x="699719" y="44450"/>
                  </a:lnTo>
                  <a:lnTo>
                    <a:pt x="714298" y="44450"/>
                  </a:lnTo>
                  <a:lnTo>
                    <a:pt x="714298" y="58420"/>
                  </a:lnTo>
                  <a:lnTo>
                    <a:pt x="728865" y="58420"/>
                  </a:lnTo>
                  <a:lnTo>
                    <a:pt x="728865" y="87630"/>
                  </a:lnTo>
                  <a:lnTo>
                    <a:pt x="743445" y="87630"/>
                  </a:lnTo>
                  <a:lnTo>
                    <a:pt x="743445" y="58420"/>
                  </a:lnTo>
                  <a:lnTo>
                    <a:pt x="758024" y="58420"/>
                  </a:lnTo>
                  <a:lnTo>
                    <a:pt x="772604" y="58420"/>
                  </a:lnTo>
                  <a:lnTo>
                    <a:pt x="772604" y="44450"/>
                  </a:lnTo>
                  <a:close/>
                </a:path>
                <a:path w="948054" h="102870">
                  <a:moveTo>
                    <a:pt x="787184" y="29210"/>
                  </a:moveTo>
                  <a:lnTo>
                    <a:pt x="772604" y="29210"/>
                  </a:lnTo>
                  <a:lnTo>
                    <a:pt x="772604" y="44450"/>
                  </a:lnTo>
                  <a:lnTo>
                    <a:pt x="787184" y="44450"/>
                  </a:lnTo>
                  <a:lnTo>
                    <a:pt x="787184" y="29210"/>
                  </a:lnTo>
                  <a:close/>
                </a:path>
                <a:path w="948054" h="102870">
                  <a:moveTo>
                    <a:pt x="816330" y="44450"/>
                  </a:moveTo>
                  <a:lnTo>
                    <a:pt x="801763" y="44450"/>
                  </a:lnTo>
                  <a:lnTo>
                    <a:pt x="787184" y="44450"/>
                  </a:lnTo>
                  <a:lnTo>
                    <a:pt x="787184" y="73660"/>
                  </a:lnTo>
                  <a:lnTo>
                    <a:pt x="801763" y="73660"/>
                  </a:lnTo>
                  <a:lnTo>
                    <a:pt x="801763" y="87630"/>
                  </a:lnTo>
                  <a:lnTo>
                    <a:pt x="816330" y="87630"/>
                  </a:lnTo>
                  <a:lnTo>
                    <a:pt x="816330" y="44450"/>
                  </a:lnTo>
                  <a:close/>
                </a:path>
                <a:path w="948054" h="102870">
                  <a:moveTo>
                    <a:pt x="830910" y="0"/>
                  </a:moveTo>
                  <a:lnTo>
                    <a:pt x="816330" y="0"/>
                  </a:lnTo>
                  <a:lnTo>
                    <a:pt x="801763" y="0"/>
                  </a:lnTo>
                  <a:lnTo>
                    <a:pt x="801763" y="29210"/>
                  </a:lnTo>
                  <a:lnTo>
                    <a:pt x="816330" y="29210"/>
                  </a:lnTo>
                  <a:lnTo>
                    <a:pt x="816330" y="15240"/>
                  </a:lnTo>
                  <a:lnTo>
                    <a:pt x="830910" y="15240"/>
                  </a:lnTo>
                  <a:lnTo>
                    <a:pt x="830910" y="0"/>
                  </a:lnTo>
                  <a:close/>
                </a:path>
                <a:path w="948054" h="102870">
                  <a:moveTo>
                    <a:pt x="860069" y="29210"/>
                  </a:moveTo>
                  <a:lnTo>
                    <a:pt x="845489" y="29210"/>
                  </a:lnTo>
                  <a:lnTo>
                    <a:pt x="845489" y="44450"/>
                  </a:lnTo>
                  <a:lnTo>
                    <a:pt x="830910" y="44450"/>
                  </a:lnTo>
                  <a:lnTo>
                    <a:pt x="830910" y="58420"/>
                  </a:lnTo>
                  <a:lnTo>
                    <a:pt x="845489" y="58420"/>
                  </a:lnTo>
                  <a:lnTo>
                    <a:pt x="845489" y="73660"/>
                  </a:lnTo>
                  <a:lnTo>
                    <a:pt x="860069" y="73660"/>
                  </a:lnTo>
                  <a:lnTo>
                    <a:pt x="860069" y="29210"/>
                  </a:lnTo>
                  <a:close/>
                </a:path>
                <a:path w="948054" h="102870">
                  <a:moveTo>
                    <a:pt x="860069" y="0"/>
                  </a:moveTo>
                  <a:lnTo>
                    <a:pt x="845489" y="0"/>
                  </a:lnTo>
                  <a:lnTo>
                    <a:pt x="845489" y="15240"/>
                  </a:lnTo>
                  <a:lnTo>
                    <a:pt x="860069" y="15240"/>
                  </a:lnTo>
                  <a:lnTo>
                    <a:pt x="860069" y="0"/>
                  </a:lnTo>
                  <a:close/>
                </a:path>
                <a:path w="948054" h="102870">
                  <a:moveTo>
                    <a:pt x="889228" y="15240"/>
                  </a:moveTo>
                  <a:lnTo>
                    <a:pt x="874649" y="15240"/>
                  </a:lnTo>
                  <a:lnTo>
                    <a:pt x="860069" y="15240"/>
                  </a:lnTo>
                  <a:lnTo>
                    <a:pt x="860069" y="29210"/>
                  </a:lnTo>
                  <a:lnTo>
                    <a:pt x="874649" y="29210"/>
                  </a:lnTo>
                  <a:lnTo>
                    <a:pt x="874649" y="44450"/>
                  </a:lnTo>
                  <a:lnTo>
                    <a:pt x="889228" y="44450"/>
                  </a:lnTo>
                  <a:lnTo>
                    <a:pt x="889228" y="15240"/>
                  </a:lnTo>
                  <a:close/>
                </a:path>
                <a:path w="948054" h="102870">
                  <a:moveTo>
                    <a:pt x="903795" y="0"/>
                  </a:moveTo>
                  <a:lnTo>
                    <a:pt x="889228" y="0"/>
                  </a:lnTo>
                  <a:lnTo>
                    <a:pt x="889228" y="15240"/>
                  </a:lnTo>
                  <a:lnTo>
                    <a:pt x="903795" y="15240"/>
                  </a:lnTo>
                  <a:lnTo>
                    <a:pt x="903795" y="0"/>
                  </a:lnTo>
                  <a:close/>
                </a:path>
                <a:path w="948054" h="102870">
                  <a:moveTo>
                    <a:pt x="947534" y="0"/>
                  </a:moveTo>
                  <a:lnTo>
                    <a:pt x="932954" y="0"/>
                  </a:lnTo>
                  <a:lnTo>
                    <a:pt x="918375" y="0"/>
                  </a:lnTo>
                  <a:lnTo>
                    <a:pt x="918375" y="58420"/>
                  </a:lnTo>
                  <a:lnTo>
                    <a:pt x="932954" y="58420"/>
                  </a:lnTo>
                  <a:lnTo>
                    <a:pt x="932954" y="29210"/>
                  </a:lnTo>
                  <a:lnTo>
                    <a:pt x="947534" y="29210"/>
                  </a:lnTo>
                  <a:lnTo>
                    <a:pt x="9475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033706" y="3290518"/>
              <a:ext cx="948055" cy="146050"/>
            </a:xfrm>
            <a:custGeom>
              <a:avLst/>
              <a:gdLst/>
              <a:ahLst/>
              <a:cxnLst/>
              <a:rect l="l" t="t" r="r" b="b"/>
              <a:pathLst>
                <a:path w="948054" h="146050">
                  <a:moveTo>
                    <a:pt x="29159" y="58420"/>
                  </a:moveTo>
                  <a:lnTo>
                    <a:pt x="14579" y="58420"/>
                  </a:lnTo>
                  <a:lnTo>
                    <a:pt x="14579" y="87630"/>
                  </a:lnTo>
                  <a:lnTo>
                    <a:pt x="29159" y="87630"/>
                  </a:lnTo>
                  <a:lnTo>
                    <a:pt x="29159" y="58420"/>
                  </a:lnTo>
                  <a:close/>
                </a:path>
                <a:path w="948054" h="146050">
                  <a:moveTo>
                    <a:pt x="29159" y="13970"/>
                  </a:moveTo>
                  <a:lnTo>
                    <a:pt x="14579" y="13970"/>
                  </a:lnTo>
                  <a:lnTo>
                    <a:pt x="0" y="13970"/>
                  </a:lnTo>
                  <a:lnTo>
                    <a:pt x="0" y="29210"/>
                  </a:lnTo>
                  <a:lnTo>
                    <a:pt x="14579" y="29210"/>
                  </a:lnTo>
                  <a:lnTo>
                    <a:pt x="29159" y="29210"/>
                  </a:lnTo>
                  <a:lnTo>
                    <a:pt x="29159" y="13970"/>
                  </a:lnTo>
                  <a:close/>
                </a:path>
                <a:path w="948054" h="146050">
                  <a:moveTo>
                    <a:pt x="43738" y="29210"/>
                  </a:moveTo>
                  <a:lnTo>
                    <a:pt x="29159" y="29210"/>
                  </a:lnTo>
                  <a:lnTo>
                    <a:pt x="29159" y="43180"/>
                  </a:lnTo>
                  <a:lnTo>
                    <a:pt x="43738" y="43180"/>
                  </a:lnTo>
                  <a:lnTo>
                    <a:pt x="43738" y="29210"/>
                  </a:lnTo>
                  <a:close/>
                </a:path>
                <a:path w="948054" h="146050">
                  <a:moveTo>
                    <a:pt x="102044" y="43180"/>
                  </a:moveTo>
                  <a:lnTo>
                    <a:pt x="87464" y="43180"/>
                  </a:lnTo>
                  <a:lnTo>
                    <a:pt x="72885" y="43180"/>
                  </a:lnTo>
                  <a:lnTo>
                    <a:pt x="72885" y="29210"/>
                  </a:lnTo>
                  <a:lnTo>
                    <a:pt x="58305" y="29210"/>
                  </a:lnTo>
                  <a:lnTo>
                    <a:pt x="58305" y="87630"/>
                  </a:lnTo>
                  <a:lnTo>
                    <a:pt x="72885" y="87630"/>
                  </a:lnTo>
                  <a:lnTo>
                    <a:pt x="72885" y="58420"/>
                  </a:lnTo>
                  <a:lnTo>
                    <a:pt x="87464" y="58420"/>
                  </a:lnTo>
                  <a:lnTo>
                    <a:pt x="102044" y="58420"/>
                  </a:lnTo>
                  <a:lnTo>
                    <a:pt x="102044" y="43180"/>
                  </a:lnTo>
                  <a:close/>
                </a:path>
                <a:path w="948054" h="146050">
                  <a:moveTo>
                    <a:pt x="102044" y="13970"/>
                  </a:moveTo>
                  <a:lnTo>
                    <a:pt x="87464" y="13970"/>
                  </a:lnTo>
                  <a:lnTo>
                    <a:pt x="87464" y="29210"/>
                  </a:lnTo>
                  <a:lnTo>
                    <a:pt x="102044" y="29210"/>
                  </a:lnTo>
                  <a:lnTo>
                    <a:pt x="102044" y="13970"/>
                  </a:lnTo>
                  <a:close/>
                </a:path>
                <a:path w="948054" h="146050">
                  <a:moveTo>
                    <a:pt x="160350" y="58420"/>
                  </a:moveTo>
                  <a:lnTo>
                    <a:pt x="145770" y="58420"/>
                  </a:lnTo>
                  <a:lnTo>
                    <a:pt x="145770" y="43180"/>
                  </a:lnTo>
                  <a:lnTo>
                    <a:pt x="131203" y="43180"/>
                  </a:lnTo>
                  <a:lnTo>
                    <a:pt x="131203" y="13970"/>
                  </a:lnTo>
                  <a:lnTo>
                    <a:pt x="116624" y="13970"/>
                  </a:lnTo>
                  <a:lnTo>
                    <a:pt x="116624" y="29210"/>
                  </a:lnTo>
                  <a:lnTo>
                    <a:pt x="102044" y="29210"/>
                  </a:lnTo>
                  <a:lnTo>
                    <a:pt x="102044" y="43180"/>
                  </a:lnTo>
                  <a:lnTo>
                    <a:pt x="116624" y="43180"/>
                  </a:lnTo>
                  <a:lnTo>
                    <a:pt x="116624" y="72390"/>
                  </a:lnTo>
                  <a:lnTo>
                    <a:pt x="131203" y="72390"/>
                  </a:lnTo>
                  <a:lnTo>
                    <a:pt x="145770" y="72390"/>
                  </a:lnTo>
                  <a:lnTo>
                    <a:pt x="160350" y="72390"/>
                  </a:lnTo>
                  <a:lnTo>
                    <a:pt x="160350" y="58420"/>
                  </a:lnTo>
                  <a:close/>
                </a:path>
                <a:path w="948054" h="146050">
                  <a:moveTo>
                    <a:pt x="189509" y="58420"/>
                  </a:moveTo>
                  <a:lnTo>
                    <a:pt x="174929" y="58420"/>
                  </a:lnTo>
                  <a:lnTo>
                    <a:pt x="174929" y="72390"/>
                  </a:lnTo>
                  <a:lnTo>
                    <a:pt x="189509" y="72390"/>
                  </a:lnTo>
                  <a:lnTo>
                    <a:pt x="189509" y="58420"/>
                  </a:lnTo>
                  <a:close/>
                </a:path>
                <a:path w="948054" h="146050">
                  <a:moveTo>
                    <a:pt x="204089" y="13970"/>
                  </a:moveTo>
                  <a:lnTo>
                    <a:pt x="189509" y="13970"/>
                  </a:lnTo>
                  <a:lnTo>
                    <a:pt x="174929" y="13970"/>
                  </a:lnTo>
                  <a:lnTo>
                    <a:pt x="160350" y="13970"/>
                  </a:lnTo>
                  <a:lnTo>
                    <a:pt x="160350" y="29210"/>
                  </a:lnTo>
                  <a:lnTo>
                    <a:pt x="174929" y="29210"/>
                  </a:lnTo>
                  <a:lnTo>
                    <a:pt x="174929" y="43180"/>
                  </a:lnTo>
                  <a:lnTo>
                    <a:pt x="189509" y="43180"/>
                  </a:lnTo>
                  <a:lnTo>
                    <a:pt x="189509" y="29210"/>
                  </a:lnTo>
                  <a:lnTo>
                    <a:pt x="204089" y="29210"/>
                  </a:lnTo>
                  <a:lnTo>
                    <a:pt x="204089" y="13970"/>
                  </a:lnTo>
                  <a:close/>
                </a:path>
                <a:path w="948054" h="146050">
                  <a:moveTo>
                    <a:pt x="247815" y="13970"/>
                  </a:moveTo>
                  <a:lnTo>
                    <a:pt x="233235" y="13970"/>
                  </a:lnTo>
                  <a:lnTo>
                    <a:pt x="233235" y="29210"/>
                  </a:lnTo>
                  <a:lnTo>
                    <a:pt x="218668" y="29210"/>
                  </a:lnTo>
                  <a:lnTo>
                    <a:pt x="204089" y="29210"/>
                  </a:lnTo>
                  <a:lnTo>
                    <a:pt x="204089" y="43180"/>
                  </a:lnTo>
                  <a:lnTo>
                    <a:pt x="189509" y="43180"/>
                  </a:lnTo>
                  <a:lnTo>
                    <a:pt x="189509" y="58420"/>
                  </a:lnTo>
                  <a:lnTo>
                    <a:pt x="204089" y="58420"/>
                  </a:lnTo>
                  <a:lnTo>
                    <a:pt x="204089" y="72390"/>
                  </a:lnTo>
                  <a:lnTo>
                    <a:pt x="218668" y="72390"/>
                  </a:lnTo>
                  <a:lnTo>
                    <a:pt x="233235" y="72390"/>
                  </a:lnTo>
                  <a:lnTo>
                    <a:pt x="247815" y="72390"/>
                  </a:lnTo>
                  <a:lnTo>
                    <a:pt x="247815" y="58420"/>
                  </a:lnTo>
                  <a:lnTo>
                    <a:pt x="233235" y="58420"/>
                  </a:lnTo>
                  <a:lnTo>
                    <a:pt x="218668" y="58420"/>
                  </a:lnTo>
                  <a:lnTo>
                    <a:pt x="218668" y="43180"/>
                  </a:lnTo>
                  <a:lnTo>
                    <a:pt x="233235" y="43180"/>
                  </a:lnTo>
                  <a:lnTo>
                    <a:pt x="247815" y="43180"/>
                  </a:lnTo>
                  <a:lnTo>
                    <a:pt x="247815" y="13970"/>
                  </a:lnTo>
                  <a:close/>
                </a:path>
                <a:path w="948054" h="146050">
                  <a:moveTo>
                    <a:pt x="306133" y="43180"/>
                  </a:moveTo>
                  <a:lnTo>
                    <a:pt x="291553" y="43180"/>
                  </a:lnTo>
                  <a:lnTo>
                    <a:pt x="276974" y="43180"/>
                  </a:lnTo>
                  <a:lnTo>
                    <a:pt x="262394" y="43180"/>
                  </a:lnTo>
                  <a:lnTo>
                    <a:pt x="262394" y="58420"/>
                  </a:lnTo>
                  <a:lnTo>
                    <a:pt x="276974" y="58420"/>
                  </a:lnTo>
                  <a:lnTo>
                    <a:pt x="276974" y="72390"/>
                  </a:lnTo>
                  <a:lnTo>
                    <a:pt x="291553" y="72390"/>
                  </a:lnTo>
                  <a:lnTo>
                    <a:pt x="291553" y="58420"/>
                  </a:lnTo>
                  <a:lnTo>
                    <a:pt x="306133" y="58420"/>
                  </a:lnTo>
                  <a:lnTo>
                    <a:pt x="306133" y="43180"/>
                  </a:lnTo>
                  <a:close/>
                </a:path>
                <a:path w="948054" h="146050">
                  <a:moveTo>
                    <a:pt x="320700" y="13970"/>
                  </a:moveTo>
                  <a:lnTo>
                    <a:pt x="306133" y="13970"/>
                  </a:lnTo>
                  <a:lnTo>
                    <a:pt x="306133" y="29210"/>
                  </a:lnTo>
                  <a:lnTo>
                    <a:pt x="320700" y="29210"/>
                  </a:lnTo>
                  <a:lnTo>
                    <a:pt x="320700" y="13970"/>
                  </a:lnTo>
                  <a:close/>
                </a:path>
                <a:path w="948054" h="146050">
                  <a:moveTo>
                    <a:pt x="349859" y="13970"/>
                  </a:moveTo>
                  <a:lnTo>
                    <a:pt x="335280" y="13970"/>
                  </a:lnTo>
                  <a:lnTo>
                    <a:pt x="335280" y="43180"/>
                  </a:lnTo>
                  <a:lnTo>
                    <a:pt x="320700" y="43180"/>
                  </a:lnTo>
                  <a:lnTo>
                    <a:pt x="320700" y="58420"/>
                  </a:lnTo>
                  <a:lnTo>
                    <a:pt x="335280" y="58420"/>
                  </a:lnTo>
                  <a:lnTo>
                    <a:pt x="349859" y="58420"/>
                  </a:lnTo>
                  <a:lnTo>
                    <a:pt x="349859" y="13970"/>
                  </a:lnTo>
                  <a:close/>
                </a:path>
                <a:path w="948054" h="146050">
                  <a:moveTo>
                    <a:pt x="364439" y="58420"/>
                  </a:moveTo>
                  <a:lnTo>
                    <a:pt x="349859" y="58420"/>
                  </a:lnTo>
                  <a:lnTo>
                    <a:pt x="349859" y="72390"/>
                  </a:lnTo>
                  <a:lnTo>
                    <a:pt x="364439" y="72390"/>
                  </a:lnTo>
                  <a:lnTo>
                    <a:pt x="364439" y="58420"/>
                  </a:lnTo>
                  <a:close/>
                </a:path>
                <a:path w="948054" h="146050">
                  <a:moveTo>
                    <a:pt x="379018" y="43180"/>
                  </a:moveTo>
                  <a:lnTo>
                    <a:pt x="364439" y="43180"/>
                  </a:lnTo>
                  <a:lnTo>
                    <a:pt x="364439" y="58420"/>
                  </a:lnTo>
                  <a:lnTo>
                    <a:pt x="379018" y="58420"/>
                  </a:lnTo>
                  <a:lnTo>
                    <a:pt x="379018" y="43180"/>
                  </a:lnTo>
                  <a:close/>
                </a:path>
                <a:path w="948054" h="146050">
                  <a:moveTo>
                    <a:pt x="379018" y="13970"/>
                  </a:moveTo>
                  <a:lnTo>
                    <a:pt x="364439" y="13970"/>
                  </a:lnTo>
                  <a:lnTo>
                    <a:pt x="364439" y="29210"/>
                  </a:lnTo>
                  <a:lnTo>
                    <a:pt x="379018" y="29210"/>
                  </a:lnTo>
                  <a:lnTo>
                    <a:pt x="379018" y="13970"/>
                  </a:lnTo>
                  <a:close/>
                </a:path>
                <a:path w="948054" h="146050">
                  <a:moveTo>
                    <a:pt x="422744" y="43180"/>
                  </a:moveTo>
                  <a:lnTo>
                    <a:pt x="408165" y="43180"/>
                  </a:lnTo>
                  <a:lnTo>
                    <a:pt x="393585" y="43180"/>
                  </a:lnTo>
                  <a:lnTo>
                    <a:pt x="393585" y="58420"/>
                  </a:lnTo>
                  <a:lnTo>
                    <a:pt x="379018" y="58420"/>
                  </a:lnTo>
                  <a:lnTo>
                    <a:pt x="379018" y="101600"/>
                  </a:lnTo>
                  <a:lnTo>
                    <a:pt x="393585" y="101600"/>
                  </a:lnTo>
                  <a:lnTo>
                    <a:pt x="408165" y="101600"/>
                  </a:lnTo>
                  <a:lnTo>
                    <a:pt x="422744" y="101600"/>
                  </a:lnTo>
                  <a:lnTo>
                    <a:pt x="422744" y="43180"/>
                  </a:lnTo>
                  <a:close/>
                </a:path>
                <a:path w="948054" h="146050">
                  <a:moveTo>
                    <a:pt x="422744" y="13970"/>
                  </a:moveTo>
                  <a:lnTo>
                    <a:pt x="408165" y="13970"/>
                  </a:lnTo>
                  <a:lnTo>
                    <a:pt x="408165" y="29210"/>
                  </a:lnTo>
                  <a:lnTo>
                    <a:pt x="422744" y="29210"/>
                  </a:lnTo>
                  <a:lnTo>
                    <a:pt x="422744" y="13970"/>
                  </a:lnTo>
                  <a:close/>
                </a:path>
                <a:path w="948054" h="146050">
                  <a:moveTo>
                    <a:pt x="451904" y="58420"/>
                  </a:moveTo>
                  <a:lnTo>
                    <a:pt x="437324" y="58420"/>
                  </a:lnTo>
                  <a:lnTo>
                    <a:pt x="437324" y="87630"/>
                  </a:lnTo>
                  <a:lnTo>
                    <a:pt x="451904" y="87630"/>
                  </a:lnTo>
                  <a:lnTo>
                    <a:pt x="451904" y="58420"/>
                  </a:lnTo>
                  <a:close/>
                </a:path>
                <a:path w="948054" h="146050">
                  <a:moveTo>
                    <a:pt x="451904" y="29210"/>
                  </a:moveTo>
                  <a:lnTo>
                    <a:pt x="437324" y="29210"/>
                  </a:lnTo>
                  <a:lnTo>
                    <a:pt x="422744" y="29210"/>
                  </a:lnTo>
                  <a:lnTo>
                    <a:pt x="422744" y="43180"/>
                  </a:lnTo>
                  <a:lnTo>
                    <a:pt x="437324" y="43180"/>
                  </a:lnTo>
                  <a:lnTo>
                    <a:pt x="451904" y="43180"/>
                  </a:lnTo>
                  <a:lnTo>
                    <a:pt x="451904" y="29210"/>
                  </a:lnTo>
                  <a:close/>
                </a:path>
                <a:path w="948054" h="146050">
                  <a:moveTo>
                    <a:pt x="466483" y="13970"/>
                  </a:moveTo>
                  <a:lnTo>
                    <a:pt x="451904" y="13970"/>
                  </a:lnTo>
                  <a:lnTo>
                    <a:pt x="451904" y="29210"/>
                  </a:lnTo>
                  <a:lnTo>
                    <a:pt x="466483" y="29210"/>
                  </a:lnTo>
                  <a:lnTo>
                    <a:pt x="466483" y="13970"/>
                  </a:lnTo>
                  <a:close/>
                </a:path>
                <a:path w="948054" h="146050">
                  <a:moveTo>
                    <a:pt x="510209" y="43180"/>
                  </a:moveTo>
                  <a:lnTo>
                    <a:pt x="495630" y="43180"/>
                  </a:lnTo>
                  <a:lnTo>
                    <a:pt x="495630" y="29210"/>
                  </a:lnTo>
                  <a:lnTo>
                    <a:pt x="481050" y="29210"/>
                  </a:lnTo>
                  <a:lnTo>
                    <a:pt x="466483" y="29210"/>
                  </a:lnTo>
                  <a:lnTo>
                    <a:pt x="466483" y="43180"/>
                  </a:lnTo>
                  <a:lnTo>
                    <a:pt x="481050" y="43180"/>
                  </a:lnTo>
                  <a:lnTo>
                    <a:pt x="481050" y="58420"/>
                  </a:lnTo>
                  <a:lnTo>
                    <a:pt x="466483" y="58420"/>
                  </a:lnTo>
                  <a:lnTo>
                    <a:pt x="466483" y="116840"/>
                  </a:lnTo>
                  <a:lnTo>
                    <a:pt x="481050" y="116840"/>
                  </a:lnTo>
                  <a:lnTo>
                    <a:pt x="481050" y="72390"/>
                  </a:lnTo>
                  <a:lnTo>
                    <a:pt x="495630" y="72390"/>
                  </a:lnTo>
                  <a:lnTo>
                    <a:pt x="495630" y="58420"/>
                  </a:lnTo>
                  <a:lnTo>
                    <a:pt x="510209" y="58420"/>
                  </a:lnTo>
                  <a:lnTo>
                    <a:pt x="510209" y="43180"/>
                  </a:lnTo>
                  <a:close/>
                </a:path>
                <a:path w="948054" h="146050">
                  <a:moveTo>
                    <a:pt x="524789" y="13970"/>
                  </a:moveTo>
                  <a:lnTo>
                    <a:pt x="510209" y="13970"/>
                  </a:lnTo>
                  <a:lnTo>
                    <a:pt x="495630" y="13970"/>
                  </a:lnTo>
                  <a:lnTo>
                    <a:pt x="495630" y="29210"/>
                  </a:lnTo>
                  <a:lnTo>
                    <a:pt x="510209" y="29210"/>
                  </a:lnTo>
                  <a:lnTo>
                    <a:pt x="524789" y="29210"/>
                  </a:lnTo>
                  <a:lnTo>
                    <a:pt x="524789" y="13970"/>
                  </a:lnTo>
                  <a:close/>
                </a:path>
                <a:path w="948054" h="146050">
                  <a:moveTo>
                    <a:pt x="583095" y="43180"/>
                  </a:moveTo>
                  <a:lnTo>
                    <a:pt x="568515" y="43180"/>
                  </a:lnTo>
                  <a:lnTo>
                    <a:pt x="568515" y="29210"/>
                  </a:lnTo>
                  <a:lnTo>
                    <a:pt x="553948" y="29210"/>
                  </a:lnTo>
                  <a:lnTo>
                    <a:pt x="539369" y="29210"/>
                  </a:lnTo>
                  <a:lnTo>
                    <a:pt x="539369" y="58420"/>
                  </a:lnTo>
                  <a:lnTo>
                    <a:pt x="553948" y="58420"/>
                  </a:lnTo>
                  <a:lnTo>
                    <a:pt x="568515" y="58420"/>
                  </a:lnTo>
                  <a:lnTo>
                    <a:pt x="568515" y="146050"/>
                  </a:lnTo>
                  <a:lnTo>
                    <a:pt x="583095" y="146050"/>
                  </a:lnTo>
                  <a:lnTo>
                    <a:pt x="583095" y="43180"/>
                  </a:lnTo>
                  <a:close/>
                </a:path>
                <a:path w="948054" h="146050">
                  <a:moveTo>
                    <a:pt x="641413" y="13970"/>
                  </a:moveTo>
                  <a:lnTo>
                    <a:pt x="626833" y="13970"/>
                  </a:lnTo>
                  <a:lnTo>
                    <a:pt x="626833" y="29210"/>
                  </a:lnTo>
                  <a:lnTo>
                    <a:pt x="641413" y="29210"/>
                  </a:lnTo>
                  <a:lnTo>
                    <a:pt x="641413" y="13970"/>
                  </a:lnTo>
                  <a:close/>
                </a:path>
                <a:path w="948054" h="146050">
                  <a:moveTo>
                    <a:pt x="655980" y="43180"/>
                  </a:moveTo>
                  <a:lnTo>
                    <a:pt x="641413" y="43180"/>
                  </a:lnTo>
                  <a:lnTo>
                    <a:pt x="626833" y="43180"/>
                  </a:lnTo>
                  <a:lnTo>
                    <a:pt x="612254" y="43180"/>
                  </a:lnTo>
                  <a:lnTo>
                    <a:pt x="612254" y="58420"/>
                  </a:lnTo>
                  <a:lnTo>
                    <a:pt x="626833" y="58420"/>
                  </a:lnTo>
                  <a:lnTo>
                    <a:pt x="641413" y="58420"/>
                  </a:lnTo>
                  <a:lnTo>
                    <a:pt x="641413" y="87630"/>
                  </a:lnTo>
                  <a:lnTo>
                    <a:pt x="655980" y="87630"/>
                  </a:lnTo>
                  <a:lnTo>
                    <a:pt x="655980" y="43180"/>
                  </a:lnTo>
                  <a:close/>
                </a:path>
                <a:path w="948054" h="146050">
                  <a:moveTo>
                    <a:pt x="670560" y="29210"/>
                  </a:moveTo>
                  <a:lnTo>
                    <a:pt x="655980" y="29210"/>
                  </a:lnTo>
                  <a:lnTo>
                    <a:pt x="655980" y="43180"/>
                  </a:lnTo>
                  <a:lnTo>
                    <a:pt x="670560" y="43180"/>
                  </a:lnTo>
                  <a:lnTo>
                    <a:pt x="670560" y="29210"/>
                  </a:lnTo>
                  <a:close/>
                </a:path>
                <a:path w="948054" h="146050">
                  <a:moveTo>
                    <a:pt x="699719" y="43180"/>
                  </a:moveTo>
                  <a:lnTo>
                    <a:pt x="685139" y="43180"/>
                  </a:lnTo>
                  <a:lnTo>
                    <a:pt x="685139" y="58420"/>
                  </a:lnTo>
                  <a:lnTo>
                    <a:pt x="699719" y="58420"/>
                  </a:lnTo>
                  <a:lnTo>
                    <a:pt x="699719" y="43180"/>
                  </a:lnTo>
                  <a:close/>
                </a:path>
                <a:path w="948054" h="146050">
                  <a:moveTo>
                    <a:pt x="728865" y="29210"/>
                  </a:moveTo>
                  <a:lnTo>
                    <a:pt x="714298" y="29210"/>
                  </a:lnTo>
                  <a:lnTo>
                    <a:pt x="714298" y="13970"/>
                  </a:lnTo>
                  <a:lnTo>
                    <a:pt x="699719" y="13970"/>
                  </a:lnTo>
                  <a:lnTo>
                    <a:pt x="685139" y="13970"/>
                  </a:lnTo>
                  <a:lnTo>
                    <a:pt x="685139" y="29210"/>
                  </a:lnTo>
                  <a:lnTo>
                    <a:pt x="699719" y="29210"/>
                  </a:lnTo>
                  <a:lnTo>
                    <a:pt x="699719" y="43180"/>
                  </a:lnTo>
                  <a:lnTo>
                    <a:pt x="714298" y="43180"/>
                  </a:lnTo>
                  <a:lnTo>
                    <a:pt x="714298" y="58420"/>
                  </a:lnTo>
                  <a:lnTo>
                    <a:pt x="728865" y="58420"/>
                  </a:lnTo>
                  <a:lnTo>
                    <a:pt x="728865" y="29210"/>
                  </a:lnTo>
                  <a:close/>
                </a:path>
                <a:path w="948054" h="146050">
                  <a:moveTo>
                    <a:pt x="758024" y="29210"/>
                  </a:moveTo>
                  <a:lnTo>
                    <a:pt x="743445" y="29210"/>
                  </a:lnTo>
                  <a:lnTo>
                    <a:pt x="743445" y="43180"/>
                  </a:lnTo>
                  <a:lnTo>
                    <a:pt x="758024" y="43180"/>
                  </a:lnTo>
                  <a:lnTo>
                    <a:pt x="758024" y="29210"/>
                  </a:lnTo>
                  <a:close/>
                </a:path>
                <a:path w="948054" h="146050">
                  <a:moveTo>
                    <a:pt x="787184" y="43180"/>
                  </a:moveTo>
                  <a:lnTo>
                    <a:pt x="772604" y="43180"/>
                  </a:lnTo>
                  <a:lnTo>
                    <a:pt x="772604" y="72390"/>
                  </a:lnTo>
                  <a:lnTo>
                    <a:pt x="787184" y="72390"/>
                  </a:lnTo>
                  <a:lnTo>
                    <a:pt x="787184" y="43180"/>
                  </a:lnTo>
                  <a:close/>
                </a:path>
                <a:path w="948054" h="146050">
                  <a:moveTo>
                    <a:pt x="787184" y="13970"/>
                  </a:moveTo>
                  <a:lnTo>
                    <a:pt x="772604" y="13970"/>
                  </a:lnTo>
                  <a:lnTo>
                    <a:pt x="772604" y="29210"/>
                  </a:lnTo>
                  <a:lnTo>
                    <a:pt x="787184" y="29210"/>
                  </a:lnTo>
                  <a:lnTo>
                    <a:pt x="787184" y="13970"/>
                  </a:lnTo>
                  <a:close/>
                </a:path>
                <a:path w="948054" h="146050">
                  <a:moveTo>
                    <a:pt x="845489" y="29210"/>
                  </a:moveTo>
                  <a:lnTo>
                    <a:pt x="830910" y="29210"/>
                  </a:lnTo>
                  <a:lnTo>
                    <a:pt x="816330" y="29210"/>
                  </a:lnTo>
                  <a:lnTo>
                    <a:pt x="816330" y="43180"/>
                  </a:lnTo>
                  <a:lnTo>
                    <a:pt x="830910" y="43180"/>
                  </a:lnTo>
                  <a:lnTo>
                    <a:pt x="845489" y="43180"/>
                  </a:lnTo>
                  <a:lnTo>
                    <a:pt x="845489" y="29210"/>
                  </a:lnTo>
                  <a:close/>
                </a:path>
                <a:path w="948054" h="146050">
                  <a:moveTo>
                    <a:pt x="845489" y="0"/>
                  </a:moveTo>
                  <a:lnTo>
                    <a:pt x="830910" y="0"/>
                  </a:lnTo>
                  <a:lnTo>
                    <a:pt x="830910" y="13970"/>
                  </a:lnTo>
                  <a:lnTo>
                    <a:pt x="845489" y="13970"/>
                  </a:lnTo>
                  <a:lnTo>
                    <a:pt x="845489" y="0"/>
                  </a:lnTo>
                  <a:close/>
                </a:path>
                <a:path w="948054" h="146050">
                  <a:moveTo>
                    <a:pt x="860069" y="43180"/>
                  </a:moveTo>
                  <a:lnTo>
                    <a:pt x="845489" y="43180"/>
                  </a:lnTo>
                  <a:lnTo>
                    <a:pt x="845489" y="72390"/>
                  </a:lnTo>
                  <a:lnTo>
                    <a:pt x="860069" y="72390"/>
                  </a:lnTo>
                  <a:lnTo>
                    <a:pt x="860069" y="43180"/>
                  </a:lnTo>
                  <a:close/>
                </a:path>
                <a:path w="948054" h="146050">
                  <a:moveTo>
                    <a:pt x="889228" y="43180"/>
                  </a:moveTo>
                  <a:lnTo>
                    <a:pt x="874649" y="43180"/>
                  </a:lnTo>
                  <a:lnTo>
                    <a:pt x="874649" y="72390"/>
                  </a:lnTo>
                  <a:lnTo>
                    <a:pt x="889228" y="72390"/>
                  </a:lnTo>
                  <a:lnTo>
                    <a:pt x="889228" y="43180"/>
                  </a:lnTo>
                  <a:close/>
                </a:path>
                <a:path w="948054" h="146050">
                  <a:moveTo>
                    <a:pt x="947534" y="13970"/>
                  </a:moveTo>
                  <a:lnTo>
                    <a:pt x="932954" y="13970"/>
                  </a:lnTo>
                  <a:lnTo>
                    <a:pt x="932954" y="29210"/>
                  </a:lnTo>
                  <a:lnTo>
                    <a:pt x="918375" y="29210"/>
                  </a:lnTo>
                  <a:lnTo>
                    <a:pt x="918375" y="13970"/>
                  </a:lnTo>
                  <a:lnTo>
                    <a:pt x="903795" y="13970"/>
                  </a:lnTo>
                  <a:lnTo>
                    <a:pt x="903795" y="0"/>
                  </a:lnTo>
                  <a:lnTo>
                    <a:pt x="889228" y="0"/>
                  </a:lnTo>
                  <a:lnTo>
                    <a:pt x="889228" y="13970"/>
                  </a:lnTo>
                  <a:lnTo>
                    <a:pt x="874649" y="13970"/>
                  </a:lnTo>
                  <a:lnTo>
                    <a:pt x="874649" y="0"/>
                  </a:lnTo>
                  <a:lnTo>
                    <a:pt x="860069" y="0"/>
                  </a:lnTo>
                  <a:lnTo>
                    <a:pt x="860069" y="29210"/>
                  </a:lnTo>
                  <a:lnTo>
                    <a:pt x="874649" y="29210"/>
                  </a:lnTo>
                  <a:lnTo>
                    <a:pt x="889228" y="29210"/>
                  </a:lnTo>
                  <a:lnTo>
                    <a:pt x="903795" y="29210"/>
                  </a:lnTo>
                  <a:lnTo>
                    <a:pt x="903795" y="43180"/>
                  </a:lnTo>
                  <a:lnTo>
                    <a:pt x="918375" y="43180"/>
                  </a:lnTo>
                  <a:lnTo>
                    <a:pt x="932954" y="43180"/>
                  </a:lnTo>
                  <a:lnTo>
                    <a:pt x="932954" y="58420"/>
                  </a:lnTo>
                  <a:lnTo>
                    <a:pt x="947534" y="58420"/>
                  </a:lnTo>
                  <a:lnTo>
                    <a:pt x="947534" y="139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033706" y="3348938"/>
              <a:ext cx="933450" cy="130810"/>
            </a:xfrm>
            <a:custGeom>
              <a:avLst/>
              <a:gdLst/>
              <a:ahLst/>
              <a:cxnLst/>
              <a:rect l="l" t="t" r="r" b="b"/>
              <a:pathLst>
                <a:path w="933450" h="130810">
                  <a:moveTo>
                    <a:pt x="58305" y="29210"/>
                  </a:moveTo>
                  <a:lnTo>
                    <a:pt x="43738" y="29210"/>
                  </a:lnTo>
                  <a:lnTo>
                    <a:pt x="43738" y="43180"/>
                  </a:lnTo>
                  <a:lnTo>
                    <a:pt x="58305" y="43180"/>
                  </a:lnTo>
                  <a:lnTo>
                    <a:pt x="58305" y="29210"/>
                  </a:lnTo>
                  <a:close/>
                </a:path>
                <a:path w="933450" h="130810">
                  <a:moveTo>
                    <a:pt x="87464" y="58420"/>
                  </a:moveTo>
                  <a:lnTo>
                    <a:pt x="72885" y="58420"/>
                  </a:lnTo>
                  <a:lnTo>
                    <a:pt x="72885" y="43180"/>
                  </a:lnTo>
                  <a:lnTo>
                    <a:pt x="58305" y="43180"/>
                  </a:lnTo>
                  <a:lnTo>
                    <a:pt x="58305" y="58420"/>
                  </a:lnTo>
                  <a:lnTo>
                    <a:pt x="43738" y="58420"/>
                  </a:lnTo>
                  <a:lnTo>
                    <a:pt x="43738" y="43180"/>
                  </a:lnTo>
                  <a:lnTo>
                    <a:pt x="29159" y="43180"/>
                  </a:lnTo>
                  <a:lnTo>
                    <a:pt x="14579" y="43180"/>
                  </a:lnTo>
                  <a:lnTo>
                    <a:pt x="0" y="43180"/>
                  </a:lnTo>
                  <a:lnTo>
                    <a:pt x="0" y="72390"/>
                  </a:lnTo>
                  <a:lnTo>
                    <a:pt x="14579" y="72390"/>
                  </a:lnTo>
                  <a:lnTo>
                    <a:pt x="29159" y="72390"/>
                  </a:lnTo>
                  <a:lnTo>
                    <a:pt x="29159" y="87630"/>
                  </a:lnTo>
                  <a:lnTo>
                    <a:pt x="43738" y="87630"/>
                  </a:lnTo>
                  <a:lnTo>
                    <a:pt x="58305" y="87630"/>
                  </a:lnTo>
                  <a:lnTo>
                    <a:pt x="58305" y="72390"/>
                  </a:lnTo>
                  <a:lnTo>
                    <a:pt x="72885" y="72390"/>
                  </a:lnTo>
                  <a:lnTo>
                    <a:pt x="72885" y="87630"/>
                  </a:lnTo>
                  <a:lnTo>
                    <a:pt x="87464" y="87630"/>
                  </a:lnTo>
                  <a:lnTo>
                    <a:pt x="87464" y="58420"/>
                  </a:lnTo>
                  <a:close/>
                </a:path>
                <a:path w="933450" h="130810">
                  <a:moveTo>
                    <a:pt x="102044" y="43180"/>
                  </a:moveTo>
                  <a:lnTo>
                    <a:pt x="87464" y="43180"/>
                  </a:lnTo>
                  <a:lnTo>
                    <a:pt x="87464" y="58420"/>
                  </a:lnTo>
                  <a:lnTo>
                    <a:pt x="102044" y="58420"/>
                  </a:lnTo>
                  <a:lnTo>
                    <a:pt x="102044" y="43180"/>
                  </a:lnTo>
                  <a:close/>
                </a:path>
                <a:path w="933450" h="130810">
                  <a:moveTo>
                    <a:pt x="102044" y="13970"/>
                  </a:moveTo>
                  <a:lnTo>
                    <a:pt x="87464" y="13970"/>
                  </a:lnTo>
                  <a:lnTo>
                    <a:pt x="72885" y="13970"/>
                  </a:lnTo>
                  <a:lnTo>
                    <a:pt x="72885" y="43180"/>
                  </a:lnTo>
                  <a:lnTo>
                    <a:pt x="87464" y="43180"/>
                  </a:lnTo>
                  <a:lnTo>
                    <a:pt x="87464" y="29210"/>
                  </a:lnTo>
                  <a:lnTo>
                    <a:pt x="102044" y="29210"/>
                  </a:lnTo>
                  <a:lnTo>
                    <a:pt x="102044" y="13970"/>
                  </a:lnTo>
                  <a:close/>
                </a:path>
                <a:path w="933450" h="130810">
                  <a:moveTo>
                    <a:pt x="174929" y="13970"/>
                  </a:moveTo>
                  <a:lnTo>
                    <a:pt x="160350" y="13970"/>
                  </a:lnTo>
                  <a:lnTo>
                    <a:pt x="160350" y="29210"/>
                  </a:lnTo>
                  <a:lnTo>
                    <a:pt x="174929" y="29210"/>
                  </a:lnTo>
                  <a:lnTo>
                    <a:pt x="174929" y="13970"/>
                  </a:lnTo>
                  <a:close/>
                </a:path>
                <a:path w="933450" h="130810">
                  <a:moveTo>
                    <a:pt x="247815" y="29210"/>
                  </a:moveTo>
                  <a:lnTo>
                    <a:pt x="233235" y="29210"/>
                  </a:lnTo>
                  <a:lnTo>
                    <a:pt x="218668" y="29210"/>
                  </a:lnTo>
                  <a:lnTo>
                    <a:pt x="204089" y="29210"/>
                  </a:lnTo>
                  <a:lnTo>
                    <a:pt x="204089" y="13970"/>
                  </a:lnTo>
                  <a:lnTo>
                    <a:pt x="189509" y="13970"/>
                  </a:lnTo>
                  <a:lnTo>
                    <a:pt x="189509" y="29210"/>
                  </a:lnTo>
                  <a:lnTo>
                    <a:pt x="174929" y="29210"/>
                  </a:lnTo>
                  <a:lnTo>
                    <a:pt x="174929" y="43180"/>
                  </a:lnTo>
                  <a:lnTo>
                    <a:pt x="160350" y="43180"/>
                  </a:lnTo>
                  <a:lnTo>
                    <a:pt x="160350" y="29210"/>
                  </a:lnTo>
                  <a:lnTo>
                    <a:pt x="145770" y="29210"/>
                  </a:lnTo>
                  <a:lnTo>
                    <a:pt x="131203" y="29210"/>
                  </a:lnTo>
                  <a:lnTo>
                    <a:pt x="131203" y="58420"/>
                  </a:lnTo>
                  <a:lnTo>
                    <a:pt x="145770" y="58420"/>
                  </a:lnTo>
                  <a:lnTo>
                    <a:pt x="160350" y="58420"/>
                  </a:lnTo>
                  <a:lnTo>
                    <a:pt x="174929" y="58420"/>
                  </a:lnTo>
                  <a:lnTo>
                    <a:pt x="174929" y="72390"/>
                  </a:lnTo>
                  <a:lnTo>
                    <a:pt x="189509" y="72390"/>
                  </a:lnTo>
                  <a:lnTo>
                    <a:pt x="189509" y="43180"/>
                  </a:lnTo>
                  <a:lnTo>
                    <a:pt x="204089" y="43180"/>
                  </a:lnTo>
                  <a:lnTo>
                    <a:pt x="204089" y="101600"/>
                  </a:lnTo>
                  <a:lnTo>
                    <a:pt x="218668" y="101600"/>
                  </a:lnTo>
                  <a:lnTo>
                    <a:pt x="218668" y="43180"/>
                  </a:lnTo>
                  <a:lnTo>
                    <a:pt x="233235" y="43180"/>
                  </a:lnTo>
                  <a:lnTo>
                    <a:pt x="247815" y="43180"/>
                  </a:lnTo>
                  <a:lnTo>
                    <a:pt x="247815" y="29210"/>
                  </a:lnTo>
                  <a:close/>
                </a:path>
                <a:path w="933450" h="130810">
                  <a:moveTo>
                    <a:pt x="262394" y="58420"/>
                  </a:moveTo>
                  <a:lnTo>
                    <a:pt x="247815" y="58420"/>
                  </a:lnTo>
                  <a:lnTo>
                    <a:pt x="247815" y="87630"/>
                  </a:lnTo>
                  <a:lnTo>
                    <a:pt x="262394" y="87630"/>
                  </a:lnTo>
                  <a:lnTo>
                    <a:pt x="262394" y="58420"/>
                  </a:lnTo>
                  <a:close/>
                </a:path>
                <a:path w="933450" h="130810">
                  <a:moveTo>
                    <a:pt x="262394" y="13970"/>
                  </a:moveTo>
                  <a:lnTo>
                    <a:pt x="247815" y="13970"/>
                  </a:lnTo>
                  <a:lnTo>
                    <a:pt x="247815" y="29210"/>
                  </a:lnTo>
                  <a:lnTo>
                    <a:pt x="262394" y="29210"/>
                  </a:lnTo>
                  <a:lnTo>
                    <a:pt x="262394" y="13970"/>
                  </a:lnTo>
                  <a:close/>
                </a:path>
                <a:path w="933450" h="130810">
                  <a:moveTo>
                    <a:pt x="306133" y="29210"/>
                  </a:moveTo>
                  <a:lnTo>
                    <a:pt x="291553" y="29210"/>
                  </a:lnTo>
                  <a:lnTo>
                    <a:pt x="276974" y="29210"/>
                  </a:lnTo>
                  <a:lnTo>
                    <a:pt x="262394" y="29210"/>
                  </a:lnTo>
                  <a:lnTo>
                    <a:pt x="262394" y="43180"/>
                  </a:lnTo>
                  <a:lnTo>
                    <a:pt x="276974" y="43180"/>
                  </a:lnTo>
                  <a:lnTo>
                    <a:pt x="291553" y="43180"/>
                  </a:lnTo>
                  <a:lnTo>
                    <a:pt x="306133" y="43180"/>
                  </a:lnTo>
                  <a:lnTo>
                    <a:pt x="306133" y="29210"/>
                  </a:lnTo>
                  <a:close/>
                </a:path>
                <a:path w="933450" h="130810">
                  <a:moveTo>
                    <a:pt x="320700" y="13970"/>
                  </a:moveTo>
                  <a:lnTo>
                    <a:pt x="306133" y="13970"/>
                  </a:lnTo>
                  <a:lnTo>
                    <a:pt x="306133" y="29210"/>
                  </a:lnTo>
                  <a:lnTo>
                    <a:pt x="320700" y="29210"/>
                  </a:lnTo>
                  <a:lnTo>
                    <a:pt x="320700" y="13970"/>
                  </a:lnTo>
                  <a:close/>
                </a:path>
                <a:path w="933450" h="130810">
                  <a:moveTo>
                    <a:pt x="349859" y="13970"/>
                  </a:moveTo>
                  <a:lnTo>
                    <a:pt x="335280" y="13970"/>
                  </a:lnTo>
                  <a:lnTo>
                    <a:pt x="335280" y="29210"/>
                  </a:lnTo>
                  <a:lnTo>
                    <a:pt x="320700" y="29210"/>
                  </a:lnTo>
                  <a:lnTo>
                    <a:pt x="320700" y="58420"/>
                  </a:lnTo>
                  <a:lnTo>
                    <a:pt x="306133" y="58420"/>
                  </a:lnTo>
                  <a:lnTo>
                    <a:pt x="306133" y="115570"/>
                  </a:lnTo>
                  <a:lnTo>
                    <a:pt x="320700" y="115570"/>
                  </a:lnTo>
                  <a:lnTo>
                    <a:pt x="320700" y="72390"/>
                  </a:lnTo>
                  <a:lnTo>
                    <a:pt x="335280" y="72390"/>
                  </a:lnTo>
                  <a:lnTo>
                    <a:pt x="335280" y="58420"/>
                  </a:lnTo>
                  <a:lnTo>
                    <a:pt x="349859" y="58420"/>
                  </a:lnTo>
                  <a:lnTo>
                    <a:pt x="349859" y="13970"/>
                  </a:lnTo>
                  <a:close/>
                </a:path>
                <a:path w="933450" h="130810">
                  <a:moveTo>
                    <a:pt x="364439" y="58420"/>
                  </a:moveTo>
                  <a:lnTo>
                    <a:pt x="349859" y="58420"/>
                  </a:lnTo>
                  <a:lnTo>
                    <a:pt x="349859" y="72390"/>
                  </a:lnTo>
                  <a:lnTo>
                    <a:pt x="364439" y="72390"/>
                  </a:lnTo>
                  <a:lnTo>
                    <a:pt x="364439" y="58420"/>
                  </a:lnTo>
                  <a:close/>
                </a:path>
                <a:path w="933450" h="130810">
                  <a:moveTo>
                    <a:pt x="379018" y="29210"/>
                  </a:moveTo>
                  <a:lnTo>
                    <a:pt x="364439" y="29210"/>
                  </a:lnTo>
                  <a:lnTo>
                    <a:pt x="364439" y="43180"/>
                  </a:lnTo>
                  <a:lnTo>
                    <a:pt x="379018" y="43180"/>
                  </a:lnTo>
                  <a:lnTo>
                    <a:pt x="379018" y="29210"/>
                  </a:lnTo>
                  <a:close/>
                </a:path>
                <a:path w="933450" h="130810">
                  <a:moveTo>
                    <a:pt x="408165" y="58420"/>
                  </a:moveTo>
                  <a:lnTo>
                    <a:pt x="393585" y="58420"/>
                  </a:lnTo>
                  <a:lnTo>
                    <a:pt x="393585" y="72390"/>
                  </a:lnTo>
                  <a:lnTo>
                    <a:pt x="408165" y="72390"/>
                  </a:lnTo>
                  <a:lnTo>
                    <a:pt x="408165" y="58420"/>
                  </a:lnTo>
                  <a:close/>
                </a:path>
                <a:path w="933450" h="130810">
                  <a:moveTo>
                    <a:pt x="437324" y="43180"/>
                  </a:moveTo>
                  <a:lnTo>
                    <a:pt x="422744" y="43180"/>
                  </a:lnTo>
                  <a:lnTo>
                    <a:pt x="422744" y="58420"/>
                  </a:lnTo>
                  <a:lnTo>
                    <a:pt x="437324" y="58420"/>
                  </a:lnTo>
                  <a:lnTo>
                    <a:pt x="437324" y="43180"/>
                  </a:lnTo>
                  <a:close/>
                </a:path>
                <a:path w="933450" h="130810">
                  <a:moveTo>
                    <a:pt x="539369" y="58420"/>
                  </a:moveTo>
                  <a:lnTo>
                    <a:pt x="524789" y="58420"/>
                  </a:lnTo>
                  <a:lnTo>
                    <a:pt x="510209" y="58420"/>
                  </a:lnTo>
                  <a:lnTo>
                    <a:pt x="510209" y="72390"/>
                  </a:lnTo>
                  <a:lnTo>
                    <a:pt x="524789" y="72390"/>
                  </a:lnTo>
                  <a:lnTo>
                    <a:pt x="539369" y="72390"/>
                  </a:lnTo>
                  <a:lnTo>
                    <a:pt x="539369" y="58420"/>
                  </a:lnTo>
                  <a:close/>
                </a:path>
                <a:path w="933450" h="130810">
                  <a:moveTo>
                    <a:pt x="539369" y="29210"/>
                  </a:moveTo>
                  <a:lnTo>
                    <a:pt x="524789" y="29210"/>
                  </a:lnTo>
                  <a:lnTo>
                    <a:pt x="524789" y="0"/>
                  </a:lnTo>
                  <a:lnTo>
                    <a:pt x="510209" y="0"/>
                  </a:lnTo>
                  <a:lnTo>
                    <a:pt x="510209" y="29210"/>
                  </a:lnTo>
                  <a:lnTo>
                    <a:pt x="495630" y="29210"/>
                  </a:lnTo>
                  <a:lnTo>
                    <a:pt x="481050" y="29210"/>
                  </a:lnTo>
                  <a:lnTo>
                    <a:pt x="481050" y="0"/>
                  </a:lnTo>
                  <a:lnTo>
                    <a:pt x="466483" y="0"/>
                  </a:lnTo>
                  <a:lnTo>
                    <a:pt x="466483" y="13970"/>
                  </a:lnTo>
                  <a:lnTo>
                    <a:pt x="451904" y="13970"/>
                  </a:lnTo>
                  <a:lnTo>
                    <a:pt x="451904" y="58420"/>
                  </a:lnTo>
                  <a:lnTo>
                    <a:pt x="466483" y="58420"/>
                  </a:lnTo>
                  <a:lnTo>
                    <a:pt x="481050" y="58420"/>
                  </a:lnTo>
                  <a:lnTo>
                    <a:pt x="495630" y="58420"/>
                  </a:lnTo>
                  <a:lnTo>
                    <a:pt x="495630" y="43180"/>
                  </a:lnTo>
                  <a:lnTo>
                    <a:pt x="510209" y="43180"/>
                  </a:lnTo>
                  <a:lnTo>
                    <a:pt x="524789" y="43180"/>
                  </a:lnTo>
                  <a:lnTo>
                    <a:pt x="539369" y="43180"/>
                  </a:lnTo>
                  <a:lnTo>
                    <a:pt x="539369" y="29210"/>
                  </a:lnTo>
                  <a:close/>
                </a:path>
                <a:path w="933450" h="130810">
                  <a:moveTo>
                    <a:pt x="553948" y="13970"/>
                  </a:moveTo>
                  <a:lnTo>
                    <a:pt x="539369" y="13970"/>
                  </a:lnTo>
                  <a:lnTo>
                    <a:pt x="539369" y="29210"/>
                  </a:lnTo>
                  <a:lnTo>
                    <a:pt x="553948" y="29210"/>
                  </a:lnTo>
                  <a:lnTo>
                    <a:pt x="553948" y="13970"/>
                  </a:lnTo>
                  <a:close/>
                </a:path>
                <a:path w="933450" h="130810">
                  <a:moveTo>
                    <a:pt x="699719" y="29210"/>
                  </a:moveTo>
                  <a:lnTo>
                    <a:pt x="685139" y="29210"/>
                  </a:lnTo>
                  <a:lnTo>
                    <a:pt x="685139" y="13970"/>
                  </a:lnTo>
                  <a:lnTo>
                    <a:pt x="670560" y="13970"/>
                  </a:lnTo>
                  <a:lnTo>
                    <a:pt x="670560" y="0"/>
                  </a:lnTo>
                  <a:lnTo>
                    <a:pt x="655980" y="0"/>
                  </a:lnTo>
                  <a:lnTo>
                    <a:pt x="655980" y="43180"/>
                  </a:lnTo>
                  <a:lnTo>
                    <a:pt x="641413" y="43180"/>
                  </a:lnTo>
                  <a:lnTo>
                    <a:pt x="641413" y="29210"/>
                  </a:lnTo>
                  <a:lnTo>
                    <a:pt x="626833" y="29210"/>
                  </a:lnTo>
                  <a:lnTo>
                    <a:pt x="626833" y="43180"/>
                  </a:lnTo>
                  <a:lnTo>
                    <a:pt x="612254" y="43180"/>
                  </a:lnTo>
                  <a:lnTo>
                    <a:pt x="612254" y="0"/>
                  </a:lnTo>
                  <a:lnTo>
                    <a:pt x="597674" y="0"/>
                  </a:lnTo>
                  <a:lnTo>
                    <a:pt x="597674" y="29210"/>
                  </a:lnTo>
                  <a:lnTo>
                    <a:pt x="583095" y="29210"/>
                  </a:lnTo>
                  <a:lnTo>
                    <a:pt x="583095" y="87630"/>
                  </a:lnTo>
                  <a:lnTo>
                    <a:pt x="597674" y="87630"/>
                  </a:lnTo>
                  <a:lnTo>
                    <a:pt x="597674" y="130810"/>
                  </a:lnTo>
                  <a:lnTo>
                    <a:pt x="612254" y="130810"/>
                  </a:lnTo>
                  <a:lnTo>
                    <a:pt x="612254" y="72390"/>
                  </a:lnTo>
                  <a:lnTo>
                    <a:pt x="626833" y="72390"/>
                  </a:lnTo>
                  <a:lnTo>
                    <a:pt x="641413" y="72390"/>
                  </a:lnTo>
                  <a:lnTo>
                    <a:pt x="641413" y="58420"/>
                  </a:lnTo>
                  <a:lnTo>
                    <a:pt x="655980" y="58420"/>
                  </a:lnTo>
                  <a:lnTo>
                    <a:pt x="655980" y="87630"/>
                  </a:lnTo>
                  <a:lnTo>
                    <a:pt x="670560" y="87630"/>
                  </a:lnTo>
                  <a:lnTo>
                    <a:pt x="670560" y="43180"/>
                  </a:lnTo>
                  <a:lnTo>
                    <a:pt x="685139" y="43180"/>
                  </a:lnTo>
                  <a:lnTo>
                    <a:pt x="685139" y="115570"/>
                  </a:lnTo>
                  <a:lnTo>
                    <a:pt x="699719" y="115570"/>
                  </a:lnTo>
                  <a:lnTo>
                    <a:pt x="699719" y="29210"/>
                  </a:lnTo>
                  <a:close/>
                </a:path>
                <a:path w="933450" h="130810">
                  <a:moveTo>
                    <a:pt x="714298" y="0"/>
                  </a:moveTo>
                  <a:lnTo>
                    <a:pt x="699719" y="0"/>
                  </a:lnTo>
                  <a:lnTo>
                    <a:pt x="699719" y="13970"/>
                  </a:lnTo>
                  <a:lnTo>
                    <a:pt x="714298" y="13970"/>
                  </a:lnTo>
                  <a:lnTo>
                    <a:pt x="714298" y="0"/>
                  </a:lnTo>
                  <a:close/>
                </a:path>
                <a:path w="933450" h="130810">
                  <a:moveTo>
                    <a:pt x="728865" y="43180"/>
                  </a:moveTo>
                  <a:lnTo>
                    <a:pt x="714298" y="43180"/>
                  </a:lnTo>
                  <a:lnTo>
                    <a:pt x="714298" y="58420"/>
                  </a:lnTo>
                  <a:lnTo>
                    <a:pt x="728865" y="58420"/>
                  </a:lnTo>
                  <a:lnTo>
                    <a:pt x="728865" y="43180"/>
                  </a:lnTo>
                  <a:close/>
                </a:path>
                <a:path w="933450" h="130810">
                  <a:moveTo>
                    <a:pt x="758024" y="13970"/>
                  </a:moveTo>
                  <a:lnTo>
                    <a:pt x="743445" y="13970"/>
                  </a:lnTo>
                  <a:lnTo>
                    <a:pt x="743445" y="0"/>
                  </a:lnTo>
                  <a:lnTo>
                    <a:pt x="728865" y="0"/>
                  </a:lnTo>
                  <a:lnTo>
                    <a:pt x="728865" y="13970"/>
                  </a:lnTo>
                  <a:lnTo>
                    <a:pt x="714298" y="13970"/>
                  </a:lnTo>
                  <a:lnTo>
                    <a:pt x="714298" y="29210"/>
                  </a:lnTo>
                  <a:lnTo>
                    <a:pt x="728865" y="29210"/>
                  </a:lnTo>
                  <a:lnTo>
                    <a:pt x="743445" y="29210"/>
                  </a:lnTo>
                  <a:lnTo>
                    <a:pt x="758024" y="29210"/>
                  </a:lnTo>
                  <a:lnTo>
                    <a:pt x="758024" y="13970"/>
                  </a:lnTo>
                  <a:close/>
                </a:path>
                <a:path w="933450" h="130810">
                  <a:moveTo>
                    <a:pt x="787184" y="29210"/>
                  </a:moveTo>
                  <a:lnTo>
                    <a:pt x="772604" y="29210"/>
                  </a:lnTo>
                  <a:lnTo>
                    <a:pt x="758024" y="29210"/>
                  </a:lnTo>
                  <a:lnTo>
                    <a:pt x="758024" y="43180"/>
                  </a:lnTo>
                  <a:lnTo>
                    <a:pt x="772604" y="43180"/>
                  </a:lnTo>
                  <a:lnTo>
                    <a:pt x="787184" y="43180"/>
                  </a:lnTo>
                  <a:lnTo>
                    <a:pt x="787184" y="29210"/>
                  </a:lnTo>
                  <a:close/>
                </a:path>
                <a:path w="933450" h="130810">
                  <a:moveTo>
                    <a:pt x="801763" y="43180"/>
                  </a:moveTo>
                  <a:lnTo>
                    <a:pt x="787184" y="43180"/>
                  </a:lnTo>
                  <a:lnTo>
                    <a:pt x="787184" y="72390"/>
                  </a:lnTo>
                  <a:lnTo>
                    <a:pt x="801763" y="72390"/>
                  </a:lnTo>
                  <a:lnTo>
                    <a:pt x="801763" y="43180"/>
                  </a:lnTo>
                  <a:close/>
                </a:path>
                <a:path w="933450" h="130810">
                  <a:moveTo>
                    <a:pt x="845489" y="0"/>
                  </a:moveTo>
                  <a:lnTo>
                    <a:pt x="830910" y="0"/>
                  </a:lnTo>
                  <a:lnTo>
                    <a:pt x="816330" y="0"/>
                  </a:lnTo>
                  <a:lnTo>
                    <a:pt x="801763" y="0"/>
                  </a:lnTo>
                  <a:lnTo>
                    <a:pt x="787184" y="0"/>
                  </a:lnTo>
                  <a:lnTo>
                    <a:pt x="787184" y="13970"/>
                  </a:lnTo>
                  <a:lnTo>
                    <a:pt x="801763" y="13970"/>
                  </a:lnTo>
                  <a:lnTo>
                    <a:pt x="816330" y="13970"/>
                  </a:lnTo>
                  <a:lnTo>
                    <a:pt x="830910" y="13970"/>
                  </a:lnTo>
                  <a:lnTo>
                    <a:pt x="845489" y="13970"/>
                  </a:lnTo>
                  <a:lnTo>
                    <a:pt x="845489" y="0"/>
                  </a:lnTo>
                  <a:close/>
                </a:path>
                <a:path w="933450" h="130810">
                  <a:moveTo>
                    <a:pt x="874649" y="0"/>
                  </a:moveTo>
                  <a:lnTo>
                    <a:pt x="860069" y="0"/>
                  </a:lnTo>
                  <a:lnTo>
                    <a:pt x="860069" y="13970"/>
                  </a:lnTo>
                  <a:lnTo>
                    <a:pt x="874649" y="13970"/>
                  </a:lnTo>
                  <a:lnTo>
                    <a:pt x="874649" y="0"/>
                  </a:lnTo>
                  <a:close/>
                </a:path>
                <a:path w="933450" h="130810">
                  <a:moveTo>
                    <a:pt x="903795" y="43180"/>
                  </a:moveTo>
                  <a:lnTo>
                    <a:pt x="889228" y="43180"/>
                  </a:lnTo>
                  <a:lnTo>
                    <a:pt x="874649" y="43180"/>
                  </a:lnTo>
                  <a:lnTo>
                    <a:pt x="874649" y="29210"/>
                  </a:lnTo>
                  <a:lnTo>
                    <a:pt x="860069" y="29210"/>
                  </a:lnTo>
                  <a:lnTo>
                    <a:pt x="845489" y="29210"/>
                  </a:lnTo>
                  <a:lnTo>
                    <a:pt x="845489" y="43180"/>
                  </a:lnTo>
                  <a:lnTo>
                    <a:pt x="830910" y="43180"/>
                  </a:lnTo>
                  <a:lnTo>
                    <a:pt x="816330" y="43180"/>
                  </a:lnTo>
                  <a:lnTo>
                    <a:pt x="816330" y="58420"/>
                  </a:lnTo>
                  <a:lnTo>
                    <a:pt x="830910" y="58420"/>
                  </a:lnTo>
                  <a:lnTo>
                    <a:pt x="845489" y="58420"/>
                  </a:lnTo>
                  <a:lnTo>
                    <a:pt x="845489" y="87630"/>
                  </a:lnTo>
                  <a:lnTo>
                    <a:pt x="860069" y="87630"/>
                  </a:lnTo>
                  <a:lnTo>
                    <a:pt x="860069" y="101600"/>
                  </a:lnTo>
                  <a:lnTo>
                    <a:pt x="874649" y="101600"/>
                  </a:lnTo>
                  <a:lnTo>
                    <a:pt x="874649" y="58420"/>
                  </a:lnTo>
                  <a:lnTo>
                    <a:pt x="889228" y="58420"/>
                  </a:lnTo>
                  <a:lnTo>
                    <a:pt x="889228" y="115570"/>
                  </a:lnTo>
                  <a:lnTo>
                    <a:pt x="903795" y="115570"/>
                  </a:lnTo>
                  <a:lnTo>
                    <a:pt x="903795" y="43180"/>
                  </a:lnTo>
                  <a:close/>
                </a:path>
                <a:path w="933450" h="130810">
                  <a:moveTo>
                    <a:pt x="903795" y="13970"/>
                  </a:moveTo>
                  <a:lnTo>
                    <a:pt x="889228" y="13970"/>
                  </a:lnTo>
                  <a:lnTo>
                    <a:pt x="889228" y="29210"/>
                  </a:lnTo>
                  <a:lnTo>
                    <a:pt x="903795" y="29210"/>
                  </a:lnTo>
                  <a:lnTo>
                    <a:pt x="903795" y="13970"/>
                  </a:lnTo>
                  <a:close/>
                </a:path>
                <a:path w="933450" h="130810">
                  <a:moveTo>
                    <a:pt x="918375" y="29210"/>
                  </a:moveTo>
                  <a:lnTo>
                    <a:pt x="903795" y="29210"/>
                  </a:lnTo>
                  <a:lnTo>
                    <a:pt x="903795" y="43180"/>
                  </a:lnTo>
                  <a:lnTo>
                    <a:pt x="918375" y="43180"/>
                  </a:lnTo>
                  <a:lnTo>
                    <a:pt x="918375" y="29210"/>
                  </a:lnTo>
                  <a:close/>
                </a:path>
                <a:path w="933450" h="130810">
                  <a:moveTo>
                    <a:pt x="932954" y="43180"/>
                  </a:moveTo>
                  <a:lnTo>
                    <a:pt x="918375" y="43180"/>
                  </a:lnTo>
                  <a:lnTo>
                    <a:pt x="918375" y="58420"/>
                  </a:lnTo>
                  <a:lnTo>
                    <a:pt x="932954" y="58420"/>
                  </a:lnTo>
                  <a:lnTo>
                    <a:pt x="932954" y="431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033706" y="3407358"/>
              <a:ext cx="948055" cy="144780"/>
            </a:xfrm>
            <a:custGeom>
              <a:avLst/>
              <a:gdLst/>
              <a:ahLst/>
              <a:cxnLst/>
              <a:rect l="l" t="t" r="r" b="b"/>
              <a:pathLst>
                <a:path w="948054" h="144779">
                  <a:moveTo>
                    <a:pt x="43738" y="43180"/>
                  </a:moveTo>
                  <a:lnTo>
                    <a:pt x="29159" y="43180"/>
                  </a:lnTo>
                  <a:lnTo>
                    <a:pt x="14579" y="43180"/>
                  </a:lnTo>
                  <a:lnTo>
                    <a:pt x="14579" y="29210"/>
                  </a:lnTo>
                  <a:lnTo>
                    <a:pt x="0" y="29210"/>
                  </a:lnTo>
                  <a:lnTo>
                    <a:pt x="0" y="86360"/>
                  </a:lnTo>
                  <a:lnTo>
                    <a:pt x="14579" y="86360"/>
                  </a:lnTo>
                  <a:lnTo>
                    <a:pt x="14579" y="130810"/>
                  </a:lnTo>
                  <a:lnTo>
                    <a:pt x="29159" y="130810"/>
                  </a:lnTo>
                  <a:lnTo>
                    <a:pt x="29159" y="72390"/>
                  </a:lnTo>
                  <a:lnTo>
                    <a:pt x="14579" y="72390"/>
                  </a:lnTo>
                  <a:lnTo>
                    <a:pt x="14579" y="57150"/>
                  </a:lnTo>
                  <a:lnTo>
                    <a:pt x="29159" y="57150"/>
                  </a:lnTo>
                  <a:lnTo>
                    <a:pt x="29159" y="72390"/>
                  </a:lnTo>
                  <a:lnTo>
                    <a:pt x="43738" y="72390"/>
                  </a:lnTo>
                  <a:lnTo>
                    <a:pt x="43738" y="43180"/>
                  </a:lnTo>
                  <a:close/>
                </a:path>
                <a:path w="948054" h="144779">
                  <a:moveTo>
                    <a:pt x="72885" y="57150"/>
                  </a:moveTo>
                  <a:lnTo>
                    <a:pt x="58305" y="57150"/>
                  </a:lnTo>
                  <a:lnTo>
                    <a:pt x="58305" y="115570"/>
                  </a:lnTo>
                  <a:lnTo>
                    <a:pt x="72885" y="115570"/>
                  </a:lnTo>
                  <a:lnTo>
                    <a:pt x="72885" y="57150"/>
                  </a:lnTo>
                  <a:close/>
                </a:path>
                <a:path w="948054" h="144779">
                  <a:moveTo>
                    <a:pt x="72885" y="29210"/>
                  </a:moveTo>
                  <a:lnTo>
                    <a:pt x="58305" y="29210"/>
                  </a:lnTo>
                  <a:lnTo>
                    <a:pt x="58305" y="43180"/>
                  </a:lnTo>
                  <a:lnTo>
                    <a:pt x="72885" y="43180"/>
                  </a:lnTo>
                  <a:lnTo>
                    <a:pt x="72885" y="29210"/>
                  </a:lnTo>
                  <a:close/>
                </a:path>
                <a:path w="948054" h="144779">
                  <a:moveTo>
                    <a:pt x="102044" y="43180"/>
                  </a:moveTo>
                  <a:lnTo>
                    <a:pt x="87464" y="43180"/>
                  </a:lnTo>
                  <a:lnTo>
                    <a:pt x="87464" y="57150"/>
                  </a:lnTo>
                  <a:lnTo>
                    <a:pt x="102044" y="57150"/>
                  </a:lnTo>
                  <a:lnTo>
                    <a:pt x="102044" y="43180"/>
                  </a:lnTo>
                  <a:close/>
                </a:path>
                <a:path w="948054" h="144779">
                  <a:moveTo>
                    <a:pt x="116624" y="57150"/>
                  </a:moveTo>
                  <a:lnTo>
                    <a:pt x="102044" y="57150"/>
                  </a:lnTo>
                  <a:lnTo>
                    <a:pt x="102044" y="72390"/>
                  </a:lnTo>
                  <a:lnTo>
                    <a:pt x="116624" y="72390"/>
                  </a:lnTo>
                  <a:lnTo>
                    <a:pt x="116624" y="57150"/>
                  </a:lnTo>
                  <a:close/>
                </a:path>
                <a:path w="948054" h="144779">
                  <a:moveTo>
                    <a:pt x="116624" y="13970"/>
                  </a:moveTo>
                  <a:lnTo>
                    <a:pt x="102044" y="13970"/>
                  </a:lnTo>
                  <a:lnTo>
                    <a:pt x="87464" y="13970"/>
                  </a:lnTo>
                  <a:lnTo>
                    <a:pt x="87464" y="29210"/>
                  </a:lnTo>
                  <a:lnTo>
                    <a:pt x="102044" y="29210"/>
                  </a:lnTo>
                  <a:lnTo>
                    <a:pt x="116624" y="29210"/>
                  </a:lnTo>
                  <a:lnTo>
                    <a:pt x="116624" y="13970"/>
                  </a:lnTo>
                  <a:close/>
                </a:path>
                <a:path w="948054" h="144779">
                  <a:moveTo>
                    <a:pt x="174929" y="13970"/>
                  </a:moveTo>
                  <a:lnTo>
                    <a:pt x="160350" y="13970"/>
                  </a:lnTo>
                  <a:lnTo>
                    <a:pt x="160350" y="29210"/>
                  </a:lnTo>
                  <a:lnTo>
                    <a:pt x="174929" y="29210"/>
                  </a:lnTo>
                  <a:lnTo>
                    <a:pt x="174929" y="13970"/>
                  </a:lnTo>
                  <a:close/>
                </a:path>
                <a:path w="948054" h="144779">
                  <a:moveTo>
                    <a:pt x="204089" y="43180"/>
                  </a:moveTo>
                  <a:lnTo>
                    <a:pt x="189509" y="43180"/>
                  </a:lnTo>
                  <a:lnTo>
                    <a:pt x="174929" y="43180"/>
                  </a:lnTo>
                  <a:lnTo>
                    <a:pt x="174929" y="57150"/>
                  </a:lnTo>
                  <a:lnTo>
                    <a:pt x="160350" y="57150"/>
                  </a:lnTo>
                  <a:lnTo>
                    <a:pt x="145770" y="57150"/>
                  </a:lnTo>
                  <a:lnTo>
                    <a:pt x="145770" y="43180"/>
                  </a:lnTo>
                  <a:lnTo>
                    <a:pt x="160350" y="43180"/>
                  </a:lnTo>
                  <a:lnTo>
                    <a:pt x="160350" y="29210"/>
                  </a:lnTo>
                  <a:lnTo>
                    <a:pt x="145770" y="29210"/>
                  </a:lnTo>
                  <a:lnTo>
                    <a:pt x="131203" y="29210"/>
                  </a:lnTo>
                  <a:lnTo>
                    <a:pt x="116624" y="29210"/>
                  </a:lnTo>
                  <a:lnTo>
                    <a:pt x="116624" y="43180"/>
                  </a:lnTo>
                  <a:lnTo>
                    <a:pt x="131203" y="43180"/>
                  </a:lnTo>
                  <a:lnTo>
                    <a:pt x="131203" y="86360"/>
                  </a:lnTo>
                  <a:lnTo>
                    <a:pt x="145770" y="86360"/>
                  </a:lnTo>
                  <a:lnTo>
                    <a:pt x="145770" y="72390"/>
                  </a:lnTo>
                  <a:lnTo>
                    <a:pt x="160350" y="72390"/>
                  </a:lnTo>
                  <a:lnTo>
                    <a:pt x="174929" y="72390"/>
                  </a:lnTo>
                  <a:lnTo>
                    <a:pt x="189509" y="72390"/>
                  </a:lnTo>
                  <a:lnTo>
                    <a:pt x="189509" y="57150"/>
                  </a:lnTo>
                  <a:lnTo>
                    <a:pt x="204089" y="57150"/>
                  </a:lnTo>
                  <a:lnTo>
                    <a:pt x="204089" y="43180"/>
                  </a:lnTo>
                  <a:close/>
                </a:path>
                <a:path w="948054" h="144779">
                  <a:moveTo>
                    <a:pt x="306133" y="13970"/>
                  </a:moveTo>
                  <a:lnTo>
                    <a:pt x="291553" y="13970"/>
                  </a:lnTo>
                  <a:lnTo>
                    <a:pt x="276974" y="13970"/>
                  </a:lnTo>
                  <a:lnTo>
                    <a:pt x="262394" y="13970"/>
                  </a:lnTo>
                  <a:lnTo>
                    <a:pt x="262394" y="43180"/>
                  </a:lnTo>
                  <a:lnTo>
                    <a:pt x="247815" y="43180"/>
                  </a:lnTo>
                  <a:lnTo>
                    <a:pt x="247815" y="29210"/>
                  </a:lnTo>
                  <a:lnTo>
                    <a:pt x="233235" y="29210"/>
                  </a:lnTo>
                  <a:lnTo>
                    <a:pt x="218668" y="29210"/>
                  </a:lnTo>
                  <a:lnTo>
                    <a:pt x="218668" y="57150"/>
                  </a:lnTo>
                  <a:lnTo>
                    <a:pt x="233235" y="57150"/>
                  </a:lnTo>
                  <a:lnTo>
                    <a:pt x="247815" y="57150"/>
                  </a:lnTo>
                  <a:lnTo>
                    <a:pt x="247815" y="86360"/>
                  </a:lnTo>
                  <a:lnTo>
                    <a:pt x="262394" y="86360"/>
                  </a:lnTo>
                  <a:lnTo>
                    <a:pt x="262394" y="72390"/>
                  </a:lnTo>
                  <a:lnTo>
                    <a:pt x="276974" y="72390"/>
                  </a:lnTo>
                  <a:lnTo>
                    <a:pt x="276974" y="57150"/>
                  </a:lnTo>
                  <a:lnTo>
                    <a:pt x="291553" y="57150"/>
                  </a:lnTo>
                  <a:lnTo>
                    <a:pt x="291553" y="115570"/>
                  </a:lnTo>
                  <a:lnTo>
                    <a:pt x="306133" y="115570"/>
                  </a:lnTo>
                  <a:lnTo>
                    <a:pt x="306133" y="43180"/>
                  </a:lnTo>
                  <a:lnTo>
                    <a:pt x="291553" y="43180"/>
                  </a:lnTo>
                  <a:lnTo>
                    <a:pt x="291553" y="29210"/>
                  </a:lnTo>
                  <a:lnTo>
                    <a:pt x="306133" y="29210"/>
                  </a:lnTo>
                  <a:lnTo>
                    <a:pt x="306133" y="13970"/>
                  </a:lnTo>
                  <a:close/>
                </a:path>
                <a:path w="948054" h="144779">
                  <a:moveTo>
                    <a:pt x="393585" y="29210"/>
                  </a:moveTo>
                  <a:lnTo>
                    <a:pt x="379018" y="29210"/>
                  </a:lnTo>
                  <a:lnTo>
                    <a:pt x="379018" y="13970"/>
                  </a:lnTo>
                  <a:lnTo>
                    <a:pt x="364439" y="13970"/>
                  </a:lnTo>
                  <a:lnTo>
                    <a:pt x="364439" y="57150"/>
                  </a:lnTo>
                  <a:lnTo>
                    <a:pt x="349859" y="57150"/>
                  </a:lnTo>
                  <a:lnTo>
                    <a:pt x="335280" y="57150"/>
                  </a:lnTo>
                  <a:lnTo>
                    <a:pt x="335280" y="43180"/>
                  </a:lnTo>
                  <a:lnTo>
                    <a:pt x="320700" y="43180"/>
                  </a:lnTo>
                  <a:lnTo>
                    <a:pt x="320700" y="86360"/>
                  </a:lnTo>
                  <a:lnTo>
                    <a:pt x="335280" y="86360"/>
                  </a:lnTo>
                  <a:lnTo>
                    <a:pt x="335280" y="72390"/>
                  </a:lnTo>
                  <a:lnTo>
                    <a:pt x="349859" y="72390"/>
                  </a:lnTo>
                  <a:lnTo>
                    <a:pt x="364439" y="72390"/>
                  </a:lnTo>
                  <a:lnTo>
                    <a:pt x="364439" y="86360"/>
                  </a:lnTo>
                  <a:lnTo>
                    <a:pt x="379018" y="86360"/>
                  </a:lnTo>
                  <a:lnTo>
                    <a:pt x="379018" y="72390"/>
                  </a:lnTo>
                  <a:lnTo>
                    <a:pt x="393585" y="72390"/>
                  </a:lnTo>
                  <a:lnTo>
                    <a:pt x="393585" y="57150"/>
                  </a:lnTo>
                  <a:lnTo>
                    <a:pt x="379018" y="57150"/>
                  </a:lnTo>
                  <a:lnTo>
                    <a:pt x="379018" y="43180"/>
                  </a:lnTo>
                  <a:lnTo>
                    <a:pt x="393585" y="43180"/>
                  </a:lnTo>
                  <a:lnTo>
                    <a:pt x="393585" y="29210"/>
                  </a:lnTo>
                  <a:close/>
                </a:path>
                <a:path w="948054" h="144779">
                  <a:moveTo>
                    <a:pt x="422744" y="43180"/>
                  </a:moveTo>
                  <a:lnTo>
                    <a:pt x="408165" y="43180"/>
                  </a:lnTo>
                  <a:lnTo>
                    <a:pt x="393585" y="43180"/>
                  </a:lnTo>
                  <a:lnTo>
                    <a:pt x="393585" y="57150"/>
                  </a:lnTo>
                  <a:lnTo>
                    <a:pt x="408165" y="57150"/>
                  </a:lnTo>
                  <a:lnTo>
                    <a:pt x="422744" y="57150"/>
                  </a:lnTo>
                  <a:lnTo>
                    <a:pt x="422744" y="43180"/>
                  </a:lnTo>
                  <a:close/>
                </a:path>
                <a:path w="948054" h="144779">
                  <a:moveTo>
                    <a:pt x="437324" y="57150"/>
                  </a:moveTo>
                  <a:lnTo>
                    <a:pt x="422744" y="57150"/>
                  </a:lnTo>
                  <a:lnTo>
                    <a:pt x="422744" y="72390"/>
                  </a:lnTo>
                  <a:lnTo>
                    <a:pt x="437324" y="72390"/>
                  </a:lnTo>
                  <a:lnTo>
                    <a:pt x="437324" y="57150"/>
                  </a:lnTo>
                  <a:close/>
                </a:path>
                <a:path w="948054" h="144779">
                  <a:moveTo>
                    <a:pt x="466483" y="29210"/>
                  </a:moveTo>
                  <a:lnTo>
                    <a:pt x="451904" y="29210"/>
                  </a:lnTo>
                  <a:lnTo>
                    <a:pt x="451904" y="13970"/>
                  </a:lnTo>
                  <a:lnTo>
                    <a:pt x="437324" y="13970"/>
                  </a:lnTo>
                  <a:lnTo>
                    <a:pt x="437324" y="57150"/>
                  </a:lnTo>
                  <a:lnTo>
                    <a:pt x="451904" y="57150"/>
                  </a:lnTo>
                  <a:lnTo>
                    <a:pt x="466483" y="57150"/>
                  </a:lnTo>
                  <a:lnTo>
                    <a:pt x="466483" y="29210"/>
                  </a:lnTo>
                  <a:close/>
                </a:path>
                <a:path w="948054" h="144779">
                  <a:moveTo>
                    <a:pt x="510209" y="43180"/>
                  </a:moveTo>
                  <a:lnTo>
                    <a:pt x="495630" y="43180"/>
                  </a:lnTo>
                  <a:lnTo>
                    <a:pt x="495630" y="13970"/>
                  </a:lnTo>
                  <a:lnTo>
                    <a:pt x="481050" y="13970"/>
                  </a:lnTo>
                  <a:lnTo>
                    <a:pt x="481050" y="57150"/>
                  </a:lnTo>
                  <a:lnTo>
                    <a:pt x="466483" y="57150"/>
                  </a:lnTo>
                  <a:lnTo>
                    <a:pt x="466483" y="72390"/>
                  </a:lnTo>
                  <a:lnTo>
                    <a:pt x="481050" y="72390"/>
                  </a:lnTo>
                  <a:lnTo>
                    <a:pt x="495630" y="72390"/>
                  </a:lnTo>
                  <a:lnTo>
                    <a:pt x="510209" y="72390"/>
                  </a:lnTo>
                  <a:lnTo>
                    <a:pt x="510209" y="43180"/>
                  </a:lnTo>
                  <a:close/>
                </a:path>
                <a:path w="948054" h="144779">
                  <a:moveTo>
                    <a:pt x="539369" y="0"/>
                  </a:moveTo>
                  <a:lnTo>
                    <a:pt x="524789" y="0"/>
                  </a:lnTo>
                  <a:lnTo>
                    <a:pt x="524789" y="13970"/>
                  </a:lnTo>
                  <a:lnTo>
                    <a:pt x="539369" y="13970"/>
                  </a:lnTo>
                  <a:lnTo>
                    <a:pt x="539369" y="0"/>
                  </a:lnTo>
                  <a:close/>
                </a:path>
                <a:path w="948054" h="144779">
                  <a:moveTo>
                    <a:pt x="553948" y="13970"/>
                  </a:moveTo>
                  <a:lnTo>
                    <a:pt x="539369" y="13970"/>
                  </a:lnTo>
                  <a:lnTo>
                    <a:pt x="539369" y="29210"/>
                  </a:lnTo>
                  <a:lnTo>
                    <a:pt x="524789" y="29210"/>
                  </a:lnTo>
                  <a:lnTo>
                    <a:pt x="510209" y="29210"/>
                  </a:lnTo>
                  <a:lnTo>
                    <a:pt x="510209" y="43180"/>
                  </a:lnTo>
                  <a:lnTo>
                    <a:pt x="524789" y="43180"/>
                  </a:lnTo>
                  <a:lnTo>
                    <a:pt x="539369" y="43180"/>
                  </a:lnTo>
                  <a:lnTo>
                    <a:pt x="539369" y="57150"/>
                  </a:lnTo>
                  <a:lnTo>
                    <a:pt x="553948" y="57150"/>
                  </a:lnTo>
                  <a:lnTo>
                    <a:pt x="553948" y="13970"/>
                  </a:lnTo>
                  <a:close/>
                </a:path>
                <a:path w="948054" h="144779">
                  <a:moveTo>
                    <a:pt x="568515" y="57150"/>
                  </a:moveTo>
                  <a:lnTo>
                    <a:pt x="553948" y="57150"/>
                  </a:lnTo>
                  <a:lnTo>
                    <a:pt x="553948" y="144780"/>
                  </a:lnTo>
                  <a:lnTo>
                    <a:pt x="568515" y="144780"/>
                  </a:lnTo>
                  <a:lnTo>
                    <a:pt x="568515" y="57150"/>
                  </a:lnTo>
                  <a:close/>
                </a:path>
                <a:path w="948054" h="144779">
                  <a:moveTo>
                    <a:pt x="568515" y="0"/>
                  </a:moveTo>
                  <a:lnTo>
                    <a:pt x="553948" y="0"/>
                  </a:lnTo>
                  <a:lnTo>
                    <a:pt x="553948" y="13970"/>
                  </a:lnTo>
                  <a:lnTo>
                    <a:pt x="568515" y="13970"/>
                  </a:lnTo>
                  <a:lnTo>
                    <a:pt x="568515" y="0"/>
                  </a:lnTo>
                  <a:close/>
                </a:path>
                <a:path w="948054" h="144779">
                  <a:moveTo>
                    <a:pt x="583095" y="43180"/>
                  </a:moveTo>
                  <a:lnTo>
                    <a:pt x="568515" y="43180"/>
                  </a:lnTo>
                  <a:lnTo>
                    <a:pt x="568515" y="57150"/>
                  </a:lnTo>
                  <a:lnTo>
                    <a:pt x="583095" y="57150"/>
                  </a:lnTo>
                  <a:lnTo>
                    <a:pt x="583095" y="43180"/>
                  </a:lnTo>
                  <a:close/>
                </a:path>
                <a:path w="948054" h="144779">
                  <a:moveTo>
                    <a:pt x="685139" y="57150"/>
                  </a:moveTo>
                  <a:lnTo>
                    <a:pt x="670560" y="57150"/>
                  </a:lnTo>
                  <a:lnTo>
                    <a:pt x="670560" y="43180"/>
                  </a:lnTo>
                  <a:lnTo>
                    <a:pt x="655980" y="43180"/>
                  </a:lnTo>
                  <a:lnTo>
                    <a:pt x="641413" y="43180"/>
                  </a:lnTo>
                  <a:lnTo>
                    <a:pt x="641413" y="29210"/>
                  </a:lnTo>
                  <a:lnTo>
                    <a:pt x="626833" y="29210"/>
                  </a:lnTo>
                  <a:lnTo>
                    <a:pt x="612254" y="29210"/>
                  </a:lnTo>
                  <a:lnTo>
                    <a:pt x="612254" y="57150"/>
                  </a:lnTo>
                  <a:lnTo>
                    <a:pt x="626833" y="57150"/>
                  </a:lnTo>
                  <a:lnTo>
                    <a:pt x="626833" y="72390"/>
                  </a:lnTo>
                  <a:lnTo>
                    <a:pt x="641413" y="72390"/>
                  </a:lnTo>
                  <a:lnTo>
                    <a:pt x="655980" y="72390"/>
                  </a:lnTo>
                  <a:lnTo>
                    <a:pt x="670560" y="72390"/>
                  </a:lnTo>
                  <a:lnTo>
                    <a:pt x="670560" y="86360"/>
                  </a:lnTo>
                  <a:lnTo>
                    <a:pt x="685139" y="86360"/>
                  </a:lnTo>
                  <a:lnTo>
                    <a:pt x="685139" y="57150"/>
                  </a:lnTo>
                  <a:close/>
                </a:path>
                <a:path w="948054" h="144779">
                  <a:moveTo>
                    <a:pt x="685139" y="0"/>
                  </a:moveTo>
                  <a:lnTo>
                    <a:pt x="670560" y="0"/>
                  </a:lnTo>
                  <a:lnTo>
                    <a:pt x="670560" y="13970"/>
                  </a:lnTo>
                  <a:lnTo>
                    <a:pt x="685139" y="13970"/>
                  </a:lnTo>
                  <a:lnTo>
                    <a:pt x="685139" y="0"/>
                  </a:lnTo>
                  <a:close/>
                </a:path>
                <a:path w="948054" h="144779">
                  <a:moveTo>
                    <a:pt x="714298" y="0"/>
                  </a:moveTo>
                  <a:lnTo>
                    <a:pt x="699719" y="0"/>
                  </a:lnTo>
                  <a:lnTo>
                    <a:pt x="699719" y="13970"/>
                  </a:lnTo>
                  <a:lnTo>
                    <a:pt x="714298" y="13970"/>
                  </a:lnTo>
                  <a:lnTo>
                    <a:pt x="714298" y="0"/>
                  </a:lnTo>
                  <a:close/>
                </a:path>
                <a:path w="948054" h="144779">
                  <a:moveTo>
                    <a:pt x="728865" y="13970"/>
                  </a:moveTo>
                  <a:lnTo>
                    <a:pt x="714298" y="13970"/>
                  </a:lnTo>
                  <a:lnTo>
                    <a:pt x="714298" y="29210"/>
                  </a:lnTo>
                  <a:lnTo>
                    <a:pt x="699719" y="29210"/>
                  </a:lnTo>
                  <a:lnTo>
                    <a:pt x="699719" y="86360"/>
                  </a:lnTo>
                  <a:lnTo>
                    <a:pt x="714298" y="86360"/>
                  </a:lnTo>
                  <a:lnTo>
                    <a:pt x="728865" y="86360"/>
                  </a:lnTo>
                  <a:lnTo>
                    <a:pt x="728865" y="57150"/>
                  </a:lnTo>
                  <a:lnTo>
                    <a:pt x="714298" y="57150"/>
                  </a:lnTo>
                  <a:lnTo>
                    <a:pt x="714298" y="43180"/>
                  </a:lnTo>
                  <a:lnTo>
                    <a:pt x="728865" y="43180"/>
                  </a:lnTo>
                  <a:lnTo>
                    <a:pt x="728865" y="13970"/>
                  </a:lnTo>
                  <a:close/>
                </a:path>
                <a:path w="948054" h="144779">
                  <a:moveTo>
                    <a:pt x="758024" y="43180"/>
                  </a:moveTo>
                  <a:lnTo>
                    <a:pt x="743445" y="43180"/>
                  </a:lnTo>
                  <a:lnTo>
                    <a:pt x="728865" y="43180"/>
                  </a:lnTo>
                  <a:lnTo>
                    <a:pt x="728865" y="57150"/>
                  </a:lnTo>
                  <a:lnTo>
                    <a:pt x="743445" y="57150"/>
                  </a:lnTo>
                  <a:lnTo>
                    <a:pt x="743445" y="86360"/>
                  </a:lnTo>
                  <a:lnTo>
                    <a:pt x="758024" y="86360"/>
                  </a:lnTo>
                  <a:lnTo>
                    <a:pt x="758024" y="43180"/>
                  </a:lnTo>
                  <a:close/>
                </a:path>
                <a:path w="948054" h="144779">
                  <a:moveTo>
                    <a:pt x="772604" y="0"/>
                  </a:moveTo>
                  <a:lnTo>
                    <a:pt x="758024" y="0"/>
                  </a:lnTo>
                  <a:lnTo>
                    <a:pt x="743445" y="0"/>
                  </a:lnTo>
                  <a:lnTo>
                    <a:pt x="728865" y="0"/>
                  </a:lnTo>
                  <a:lnTo>
                    <a:pt x="728865" y="13970"/>
                  </a:lnTo>
                  <a:lnTo>
                    <a:pt x="743445" y="13970"/>
                  </a:lnTo>
                  <a:lnTo>
                    <a:pt x="758024" y="13970"/>
                  </a:lnTo>
                  <a:lnTo>
                    <a:pt x="758024" y="29210"/>
                  </a:lnTo>
                  <a:lnTo>
                    <a:pt x="772604" y="29210"/>
                  </a:lnTo>
                  <a:lnTo>
                    <a:pt x="772604" y="0"/>
                  </a:lnTo>
                  <a:close/>
                </a:path>
                <a:path w="948054" h="144779">
                  <a:moveTo>
                    <a:pt x="845489" y="57150"/>
                  </a:moveTo>
                  <a:lnTo>
                    <a:pt x="830910" y="57150"/>
                  </a:lnTo>
                  <a:lnTo>
                    <a:pt x="830910" y="43180"/>
                  </a:lnTo>
                  <a:lnTo>
                    <a:pt x="816330" y="43180"/>
                  </a:lnTo>
                  <a:lnTo>
                    <a:pt x="816330" y="13970"/>
                  </a:lnTo>
                  <a:lnTo>
                    <a:pt x="801763" y="13970"/>
                  </a:lnTo>
                  <a:lnTo>
                    <a:pt x="801763" y="29210"/>
                  </a:lnTo>
                  <a:lnTo>
                    <a:pt x="787184" y="29210"/>
                  </a:lnTo>
                  <a:lnTo>
                    <a:pt x="787184" y="86360"/>
                  </a:lnTo>
                  <a:lnTo>
                    <a:pt x="801763" y="86360"/>
                  </a:lnTo>
                  <a:lnTo>
                    <a:pt x="801763" y="72390"/>
                  </a:lnTo>
                  <a:lnTo>
                    <a:pt x="816330" y="72390"/>
                  </a:lnTo>
                  <a:lnTo>
                    <a:pt x="830910" y="72390"/>
                  </a:lnTo>
                  <a:lnTo>
                    <a:pt x="845489" y="72390"/>
                  </a:lnTo>
                  <a:lnTo>
                    <a:pt x="845489" y="57150"/>
                  </a:lnTo>
                  <a:close/>
                </a:path>
                <a:path w="948054" h="144779">
                  <a:moveTo>
                    <a:pt x="845489" y="13970"/>
                  </a:moveTo>
                  <a:lnTo>
                    <a:pt x="830910" y="13970"/>
                  </a:lnTo>
                  <a:lnTo>
                    <a:pt x="830910" y="43180"/>
                  </a:lnTo>
                  <a:lnTo>
                    <a:pt x="845489" y="43180"/>
                  </a:lnTo>
                  <a:lnTo>
                    <a:pt x="845489" y="13970"/>
                  </a:lnTo>
                  <a:close/>
                </a:path>
                <a:path w="948054" h="144779">
                  <a:moveTo>
                    <a:pt x="889228" y="29210"/>
                  </a:moveTo>
                  <a:lnTo>
                    <a:pt x="874649" y="29210"/>
                  </a:lnTo>
                  <a:lnTo>
                    <a:pt x="874649" y="43180"/>
                  </a:lnTo>
                  <a:lnTo>
                    <a:pt x="889228" y="43180"/>
                  </a:lnTo>
                  <a:lnTo>
                    <a:pt x="889228" y="29210"/>
                  </a:lnTo>
                  <a:close/>
                </a:path>
                <a:path w="948054" h="144779">
                  <a:moveTo>
                    <a:pt x="918375" y="0"/>
                  </a:moveTo>
                  <a:lnTo>
                    <a:pt x="903795" y="0"/>
                  </a:lnTo>
                  <a:lnTo>
                    <a:pt x="903795" y="13970"/>
                  </a:lnTo>
                  <a:lnTo>
                    <a:pt x="918375" y="13970"/>
                  </a:lnTo>
                  <a:lnTo>
                    <a:pt x="918375" y="0"/>
                  </a:lnTo>
                  <a:close/>
                </a:path>
                <a:path w="948054" h="144779">
                  <a:moveTo>
                    <a:pt x="932954" y="13970"/>
                  </a:moveTo>
                  <a:lnTo>
                    <a:pt x="918375" y="13970"/>
                  </a:lnTo>
                  <a:lnTo>
                    <a:pt x="918375" y="43180"/>
                  </a:lnTo>
                  <a:lnTo>
                    <a:pt x="903795" y="43180"/>
                  </a:lnTo>
                  <a:lnTo>
                    <a:pt x="903795" y="57150"/>
                  </a:lnTo>
                  <a:lnTo>
                    <a:pt x="918375" y="57150"/>
                  </a:lnTo>
                  <a:lnTo>
                    <a:pt x="932954" y="57150"/>
                  </a:lnTo>
                  <a:lnTo>
                    <a:pt x="932954" y="13970"/>
                  </a:lnTo>
                  <a:close/>
                </a:path>
                <a:path w="948054" h="144779">
                  <a:moveTo>
                    <a:pt x="947534" y="57150"/>
                  </a:moveTo>
                  <a:lnTo>
                    <a:pt x="932954" y="57150"/>
                  </a:lnTo>
                  <a:lnTo>
                    <a:pt x="932954" y="72390"/>
                  </a:lnTo>
                  <a:lnTo>
                    <a:pt x="947534" y="72390"/>
                  </a:lnTo>
                  <a:lnTo>
                    <a:pt x="947534" y="571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033706" y="3479748"/>
              <a:ext cx="948055" cy="116839"/>
            </a:xfrm>
            <a:custGeom>
              <a:avLst/>
              <a:gdLst/>
              <a:ahLst/>
              <a:cxnLst/>
              <a:rect l="l" t="t" r="r" b="b"/>
              <a:pathLst>
                <a:path w="948054" h="116839">
                  <a:moveTo>
                    <a:pt x="14579" y="58420"/>
                  </a:moveTo>
                  <a:lnTo>
                    <a:pt x="0" y="58420"/>
                  </a:lnTo>
                  <a:lnTo>
                    <a:pt x="0" y="116840"/>
                  </a:lnTo>
                  <a:lnTo>
                    <a:pt x="14579" y="116840"/>
                  </a:lnTo>
                  <a:lnTo>
                    <a:pt x="14579" y="58420"/>
                  </a:lnTo>
                  <a:close/>
                </a:path>
                <a:path w="948054" h="116839">
                  <a:moveTo>
                    <a:pt x="58305" y="43180"/>
                  </a:moveTo>
                  <a:lnTo>
                    <a:pt x="43738" y="43180"/>
                  </a:lnTo>
                  <a:lnTo>
                    <a:pt x="43738" y="58420"/>
                  </a:lnTo>
                  <a:lnTo>
                    <a:pt x="58305" y="58420"/>
                  </a:lnTo>
                  <a:lnTo>
                    <a:pt x="58305" y="43180"/>
                  </a:lnTo>
                  <a:close/>
                </a:path>
                <a:path w="948054" h="116839">
                  <a:moveTo>
                    <a:pt x="58305" y="13970"/>
                  </a:moveTo>
                  <a:lnTo>
                    <a:pt x="43738" y="13970"/>
                  </a:lnTo>
                  <a:lnTo>
                    <a:pt x="29159" y="13970"/>
                  </a:lnTo>
                  <a:lnTo>
                    <a:pt x="29159" y="0"/>
                  </a:lnTo>
                  <a:lnTo>
                    <a:pt x="14579" y="0"/>
                  </a:lnTo>
                  <a:lnTo>
                    <a:pt x="14579" y="58420"/>
                  </a:lnTo>
                  <a:lnTo>
                    <a:pt x="29159" y="58420"/>
                  </a:lnTo>
                  <a:lnTo>
                    <a:pt x="29159" y="29210"/>
                  </a:lnTo>
                  <a:lnTo>
                    <a:pt x="43738" y="29210"/>
                  </a:lnTo>
                  <a:lnTo>
                    <a:pt x="58305" y="29210"/>
                  </a:lnTo>
                  <a:lnTo>
                    <a:pt x="58305" y="13970"/>
                  </a:lnTo>
                  <a:close/>
                </a:path>
                <a:path w="948054" h="116839">
                  <a:moveTo>
                    <a:pt x="102044" y="0"/>
                  </a:moveTo>
                  <a:lnTo>
                    <a:pt x="87464" y="0"/>
                  </a:lnTo>
                  <a:lnTo>
                    <a:pt x="87464" y="13970"/>
                  </a:lnTo>
                  <a:lnTo>
                    <a:pt x="102044" y="13970"/>
                  </a:lnTo>
                  <a:lnTo>
                    <a:pt x="102044" y="0"/>
                  </a:lnTo>
                  <a:close/>
                </a:path>
                <a:path w="948054" h="116839">
                  <a:moveTo>
                    <a:pt x="189509" y="58420"/>
                  </a:moveTo>
                  <a:lnTo>
                    <a:pt x="174929" y="58420"/>
                  </a:lnTo>
                  <a:lnTo>
                    <a:pt x="174929" y="72390"/>
                  </a:lnTo>
                  <a:lnTo>
                    <a:pt x="189509" y="72390"/>
                  </a:lnTo>
                  <a:lnTo>
                    <a:pt x="189509" y="58420"/>
                  </a:lnTo>
                  <a:close/>
                </a:path>
                <a:path w="948054" h="116839">
                  <a:moveTo>
                    <a:pt x="189509" y="13970"/>
                  </a:moveTo>
                  <a:lnTo>
                    <a:pt x="174929" y="13970"/>
                  </a:lnTo>
                  <a:lnTo>
                    <a:pt x="160350" y="13970"/>
                  </a:lnTo>
                  <a:lnTo>
                    <a:pt x="145770" y="13970"/>
                  </a:lnTo>
                  <a:lnTo>
                    <a:pt x="145770" y="29210"/>
                  </a:lnTo>
                  <a:lnTo>
                    <a:pt x="131203" y="29210"/>
                  </a:lnTo>
                  <a:lnTo>
                    <a:pt x="131203" y="13970"/>
                  </a:lnTo>
                  <a:lnTo>
                    <a:pt x="116624" y="13970"/>
                  </a:lnTo>
                  <a:lnTo>
                    <a:pt x="116624" y="29210"/>
                  </a:lnTo>
                  <a:lnTo>
                    <a:pt x="102044" y="29210"/>
                  </a:lnTo>
                  <a:lnTo>
                    <a:pt x="87464" y="29210"/>
                  </a:lnTo>
                  <a:lnTo>
                    <a:pt x="87464" y="13970"/>
                  </a:lnTo>
                  <a:lnTo>
                    <a:pt x="72885" y="13970"/>
                  </a:lnTo>
                  <a:lnTo>
                    <a:pt x="72885" y="58420"/>
                  </a:lnTo>
                  <a:lnTo>
                    <a:pt x="87464" y="58420"/>
                  </a:lnTo>
                  <a:lnTo>
                    <a:pt x="87464" y="43180"/>
                  </a:lnTo>
                  <a:lnTo>
                    <a:pt x="102044" y="43180"/>
                  </a:lnTo>
                  <a:lnTo>
                    <a:pt x="102044" y="58420"/>
                  </a:lnTo>
                  <a:lnTo>
                    <a:pt x="87464" y="58420"/>
                  </a:lnTo>
                  <a:lnTo>
                    <a:pt x="87464" y="72390"/>
                  </a:lnTo>
                  <a:lnTo>
                    <a:pt x="102044" y="72390"/>
                  </a:lnTo>
                  <a:lnTo>
                    <a:pt x="102044" y="101600"/>
                  </a:lnTo>
                  <a:lnTo>
                    <a:pt x="116624" y="101600"/>
                  </a:lnTo>
                  <a:lnTo>
                    <a:pt x="116624" y="43180"/>
                  </a:lnTo>
                  <a:lnTo>
                    <a:pt x="131203" y="43180"/>
                  </a:lnTo>
                  <a:lnTo>
                    <a:pt x="131203" y="58420"/>
                  </a:lnTo>
                  <a:lnTo>
                    <a:pt x="145770" y="58420"/>
                  </a:lnTo>
                  <a:lnTo>
                    <a:pt x="145770" y="43180"/>
                  </a:lnTo>
                  <a:lnTo>
                    <a:pt x="160350" y="43180"/>
                  </a:lnTo>
                  <a:lnTo>
                    <a:pt x="160350" y="58420"/>
                  </a:lnTo>
                  <a:lnTo>
                    <a:pt x="174929" y="58420"/>
                  </a:lnTo>
                  <a:lnTo>
                    <a:pt x="174929" y="29210"/>
                  </a:lnTo>
                  <a:lnTo>
                    <a:pt x="189509" y="29210"/>
                  </a:lnTo>
                  <a:lnTo>
                    <a:pt x="189509" y="13970"/>
                  </a:lnTo>
                  <a:close/>
                </a:path>
                <a:path w="948054" h="116839">
                  <a:moveTo>
                    <a:pt x="204089" y="0"/>
                  </a:moveTo>
                  <a:lnTo>
                    <a:pt x="189509" y="0"/>
                  </a:lnTo>
                  <a:lnTo>
                    <a:pt x="189509" y="13970"/>
                  </a:lnTo>
                  <a:lnTo>
                    <a:pt x="204089" y="13970"/>
                  </a:lnTo>
                  <a:lnTo>
                    <a:pt x="204089" y="0"/>
                  </a:lnTo>
                  <a:close/>
                </a:path>
                <a:path w="948054" h="116839">
                  <a:moveTo>
                    <a:pt x="247815" y="58420"/>
                  </a:moveTo>
                  <a:lnTo>
                    <a:pt x="233235" y="58420"/>
                  </a:lnTo>
                  <a:lnTo>
                    <a:pt x="218668" y="58420"/>
                  </a:lnTo>
                  <a:lnTo>
                    <a:pt x="218668" y="43180"/>
                  </a:lnTo>
                  <a:lnTo>
                    <a:pt x="233235" y="43180"/>
                  </a:lnTo>
                  <a:lnTo>
                    <a:pt x="233235" y="0"/>
                  </a:lnTo>
                  <a:lnTo>
                    <a:pt x="218668" y="0"/>
                  </a:lnTo>
                  <a:lnTo>
                    <a:pt x="218668" y="29210"/>
                  </a:lnTo>
                  <a:lnTo>
                    <a:pt x="204089" y="29210"/>
                  </a:lnTo>
                  <a:lnTo>
                    <a:pt x="189509" y="29210"/>
                  </a:lnTo>
                  <a:lnTo>
                    <a:pt x="189509" y="58420"/>
                  </a:lnTo>
                  <a:lnTo>
                    <a:pt x="204089" y="58420"/>
                  </a:lnTo>
                  <a:lnTo>
                    <a:pt x="204089" y="101600"/>
                  </a:lnTo>
                  <a:lnTo>
                    <a:pt x="218668" y="101600"/>
                  </a:lnTo>
                  <a:lnTo>
                    <a:pt x="218668" y="87630"/>
                  </a:lnTo>
                  <a:lnTo>
                    <a:pt x="233235" y="87630"/>
                  </a:lnTo>
                  <a:lnTo>
                    <a:pt x="233235" y="116840"/>
                  </a:lnTo>
                  <a:lnTo>
                    <a:pt x="247815" y="116840"/>
                  </a:lnTo>
                  <a:lnTo>
                    <a:pt x="247815" y="58420"/>
                  </a:lnTo>
                  <a:close/>
                </a:path>
                <a:path w="948054" h="116839">
                  <a:moveTo>
                    <a:pt x="320700" y="43180"/>
                  </a:moveTo>
                  <a:lnTo>
                    <a:pt x="306133" y="43180"/>
                  </a:lnTo>
                  <a:lnTo>
                    <a:pt x="306133" y="58420"/>
                  </a:lnTo>
                  <a:lnTo>
                    <a:pt x="291553" y="58420"/>
                  </a:lnTo>
                  <a:lnTo>
                    <a:pt x="291553" y="43180"/>
                  </a:lnTo>
                  <a:lnTo>
                    <a:pt x="276974" y="43180"/>
                  </a:lnTo>
                  <a:lnTo>
                    <a:pt x="276974" y="29210"/>
                  </a:lnTo>
                  <a:lnTo>
                    <a:pt x="291553" y="29210"/>
                  </a:lnTo>
                  <a:lnTo>
                    <a:pt x="291553" y="13970"/>
                  </a:lnTo>
                  <a:lnTo>
                    <a:pt x="276974" y="13970"/>
                  </a:lnTo>
                  <a:lnTo>
                    <a:pt x="262394" y="13970"/>
                  </a:lnTo>
                  <a:lnTo>
                    <a:pt x="262394" y="58420"/>
                  </a:lnTo>
                  <a:lnTo>
                    <a:pt x="276974" y="58420"/>
                  </a:lnTo>
                  <a:lnTo>
                    <a:pt x="276974" y="72390"/>
                  </a:lnTo>
                  <a:lnTo>
                    <a:pt x="291553" y="72390"/>
                  </a:lnTo>
                  <a:lnTo>
                    <a:pt x="306133" y="72390"/>
                  </a:lnTo>
                  <a:lnTo>
                    <a:pt x="306133" y="87630"/>
                  </a:lnTo>
                  <a:lnTo>
                    <a:pt x="320700" y="87630"/>
                  </a:lnTo>
                  <a:lnTo>
                    <a:pt x="320700" y="43180"/>
                  </a:lnTo>
                  <a:close/>
                </a:path>
                <a:path w="948054" h="116839">
                  <a:moveTo>
                    <a:pt x="349859" y="43180"/>
                  </a:moveTo>
                  <a:lnTo>
                    <a:pt x="335280" y="43180"/>
                  </a:lnTo>
                  <a:lnTo>
                    <a:pt x="335280" y="58420"/>
                  </a:lnTo>
                  <a:lnTo>
                    <a:pt x="349859" y="58420"/>
                  </a:lnTo>
                  <a:lnTo>
                    <a:pt x="349859" y="43180"/>
                  </a:lnTo>
                  <a:close/>
                </a:path>
                <a:path w="948054" h="116839">
                  <a:moveTo>
                    <a:pt x="364439" y="13970"/>
                  </a:moveTo>
                  <a:lnTo>
                    <a:pt x="349859" y="13970"/>
                  </a:lnTo>
                  <a:lnTo>
                    <a:pt x="349859" y="29210"/>
                  </a:lnTo>
                  <a:lnTo>
                    <a:pt x="364439" y="29210"/>
                  </a:lnTo>
                  <a:lnTo>
                    <a:pt x="364439" y="13970"/>
                  </a:lnTo>
                  <a:close/>
                </a:path>
                <a:path w="948054" h="116839">
                  <a:moveTo>
                    <a:pt x="393585" y="58420"/>
                  </a:moveTo>
                  <a:lnTo>
                    <a:pt x="379018" y="58420"/>
                  </a:lnTo>
                  <a:lnTo>
                    <a:pt x="379018" y="29210"/>
                  </a:lnTo>
                  <a:lnTo>
                    <a:pt x="364439" y="29210"/>
                  </a:lnTo>
                  <a:lnTo>
                    <a:pt x="364439" y="58420"/>
                  </a:lnTo>
                  <a:lnTo>
                    <a:pt x="349859" y="58420"/>
                  </a:lnTo>
                  <a:lnTo>
                    <a:pt x="349859" y="87630"/>
                  </a:lnTo>
                  <a:lnTo>
                    <a:pt x="364439" y="87630"/>
                  </a:lnTo>
                  <a:lnTo>
                    <a:pt x="364439" y="101600"/>
                  </a:lnTo>
                  <a:lnTo>
                    <a:pt x="379018" y="101600"/>
                  </a:lnTo>
                  <a:lnTo>
                    <a:pt x="379018" y="72390"/>
                  </a:lnTo>
                  <a:lnTo>
                    <a:pt x="393585" y="72390"/>
                  </a:lnTo>
                  <a:lnTo>
                    <a:pt x="393585" y="58420"/>
                  </a:lnTo>
                  <a:close/>
                </a:path>
                <a:path w="948054" h="116839">
                  <a:moveTo>
                    <a:pt x="422744" y="0"/>
                  </a:moveTo>
                  <a:lnTo>
                    <a:pt x="408165" y="0"/>
                  </a:lnTo>
                  <a:lnTo>
                    <a:pt x="408165" y="13970"/>
                  </a:lnTo>
                  <a:lnTo>
                    <a:pt x="422744" y="13970"/>
                  </a:lnTo>
                  <a:lnTo>
                    <a:pt x="422744" y="0"/>
                  </a:lnTo>
                  <a:close/>
                </a:path>
                <a:path w="948054" h="116839">
                  <a:moveTo>
                    <a:pt x="481050" y="43180"/>
                  </a:moveTo>
                  <a:lnTo>
                    <a:pt x="466483" y="43180"/>
                  </a:lnTo>
                  <a:lnTo>
                    <a:pt x="466483" y="58420"/>
                  </a:lnTo>
                  <a:lnTo>
                    <a:pt x="451904" y="58420"/>
                  </a:lnTo>
                  <a:lnTo>
                    <a:pt x="451904" y="43180"/>
                  </a:lnTo>
                  <a:lnTo>
                    <a:pt x="437324" y="43180"/>
                  </a:lnTo>
                  <a:lnTo>
                    <a:pt x="437324" y="29210"/>
                  </a:lnTo>
                  <a:lnTo>
                    <a:pt x="422744" y="29210"/>
                  </a:lnTo>
                  <a:lnTo>
                    <a:pt x="422744" y="43180"/>
                  </a:lnTo>
                  <a:lnTo>
                    <a:pt x="408165" y="43180"/>
                  </a:lnTo>
                  <a:lnTo>
                    <a:pt x="408165" y="58420"/>
                  </a:lnTo>
                  <a:lnTo>
                    <a:pt x="422744" y="58420"/>
                  </a:lnTo>
                  <a:lnTo>
                    <a:pt x="422744" y="72390"/>
                  </a:lnTo>
                  <a:lnTo>
                    <a:pt x="437324" y="72390"/>
                  </a:lnTo>
                  <a:lnTo>
                    <a:pt x="451904" y="72390"/>
                  </a:lnTo>
                  <a:lnTo>
                    <a:pt x="451904" y="101600"/>
                  </a:lnTo>
                  <a:lnTo>
                    <a:pt x="466483" y="101600"/>
                  </a:lnTo>
                  <a:lnTo>
                    <a:pt x="481050" y="101600"/>
                  </a:lnTo>
                  <a:lnTo>
                    <a:pt x="481050" y="43180"/>
                  </a:lnTo>
                  <a:close/>
                </a:path>
                <a:path w="948054" h="116839">
                  <a:moveTo>
                    <a:pt x="495630" y="13970"/>
                  </a:moveTo>
                  <a:lnTo>
                    <a:pt x="481050" y="13970"/>
                  </a:lnTo>
                  <a:lnTo>
                    <a:pt x="481050" y="29210"/>
                  </a:lnTo>
                  <a:lnTo>
                    <a:pt x="495630" y="29210"/>
                  </a:lnTo>
                  <a:lnTo>
                    <a:pt x="495630" y="13970"/>
                  </a:lnTo>
                  <a:close/>
                </a:path>
                <a:path w="948054" h="116839">
                  <a:moveTo>
                    <a:pt x="524789" y="43180"/>
                  </a:moveTo>
                  <a:lnTo>
                    <a:pt x="510209" y="43180"/>
                  </a:lnTo>
                  <a:lnTo>
                    <a:pt x="510209" y="72390"/>
                  </a:lnTo>
                  <a:lnTo>
                    <a:pt x="524789" y="72390"/>
                  </a:lnTo>
                  <a:lnTo>
                    <a:pt x="524789" y="43180"/>
                  </a:lnTo>
                  <a:close/>
                </a:path>
                <a:path w="948054" h="116839">
                  <a:moveTo>
                    <a:pt x="553948" y="29210"/>
                  </a:moveTo>
                  <a:lnTo>
                    <a:pt x="539369" y="29210"/>
                  </a:lnTo>
                  <a:lnTo>
                    <a:pt x="539369" y="0"/>
                  </a:lnTo>
                  <a:lnTo>
                    <a:pt x="524789" y="0"/>
                  </a:lnTo>
                  <a:lnTo>
                    <a:pt x="510209" y="0"/>
                  </a:lnTo>
                  <a:lnTo>
                    <a:pt x="510209" y="29210"/>
                  </a:lnTo>
                  <a:lnTo>
                    <a:pt x="524789" y="29210"/>
                  </a:lnTo>
                  <a:lnTo>
                    <a:pt x="524789" y="43180"/>
                  </a:lnTo>
                  <a:lnTo>
                    <a:pt x="539369" y="43180"/>
                  </a:lnTo>
                  <a:lnTo>
                    <a:pt x="553948" y="43180"/>
                  </a:lnTo>
                  <a:lnTo>
                    <a:pt x="553948" y="29210"/>
                  </a:lnTo>
                  <a:close/>
                </a:path>
                <a:path w="948054" h="116839">
                  <a:moveTo>
                    <a:pt x="597674" y="43180"/>
                  </a:moveTo>
                  <a:lnTo>
                    <a:pt x="583095" y="43180"/>
                  </a:lnTo>
                  <a:lnTo>
                    <a:pt x="568515" y="43180"/>
                  </a:lnTo>
                  <a:lnTo>
                    <a:pt x="568515" y="58420"/>
                  </a:lnTo>
                  <a:lnTo>
                    <a:pt x="583095" y="58420"/>
                  </a:lnTo>
                  <a:lnTo>
                    <a:pt x="597674" y="58420"/>
                  </a:lnTo>
                  <a:lnTo>
                    <a:pt x="597674" y="43180"/>
                  </a:lnTo>
                  <a:close/>
                </a:path>
                <a:path w="948054" h="116839">
                  <a:moveTo>
                    <a:pt x="597674" y="13970"/>
                  </a:moveTo>
                  <a:lnTo>
                    <a:pt x="583095" y="13970"/>
                  </a:lnTo>
                  <a:lnTo>
                    <a:pt x="568515" y="13970"/>
                  </a:lnTo>
                  <a:lnTo>
                    <a:pt x="568515" y="29210"/>
                  </a:lnTo>
                  <a:lnTo>
                    <a:pt x="583095" y="29210"/>
                  </a:lnTo>
                  <a:lnTo>
                    <a:pt x="597674" y="29210"/>
                  </a:lnTo>
                  <a:lnTo>
                    <a:pt x="597674" y="13970"/>
                  </a:lnTo>
                  <a:close/>
                </a:path>
                <a:path w="948054" h="116839">
                  <a:moveTo>
                    <a:pt x="626833" y="29210"/>
                  </a:moveTo>
                  <a:lnTo>
                    <a:pt x="612254" y="29210"/>
                  </a:lnTo>
                  <a:lnTo>
                    <a:pt x="612254" y="58420"/>
                  </a:lnTo>
                  <a:lnTo>
                    <a:pt x="626833" y="58420"/>
                  </a:lnTo>
                  <a:lnTo>
                    <a:pt x="626833" y="29210"/>
                  </a:lnTo>
                  <a:close/>
                </a:path>
                <a:path w="948054" h="116839">
                  <a:moveTo>
                    <a:pt x="626833" y="0"/>
                  </a:moveTo>
                  <a:lnTo>
                    <a:pt x="612254" y="0"/>
                  </a:lnTo>
                  <a:lnTo>
                    <a:pt x="612254" y="13970"/>
                  </a:lnTo>
                  <a:lnTo>
                    <a:pt x="626833" y="13970"/>
                  </a:lnTo>
                  <a:lnTo>
                    <a:pt x="626833" y="0"/>
                  </a:lnTo>
                  <a:close/>
                </a:path>
                <a:path w="948054" h="116839">
                  <a:moveTo>
                    <a:pt x="670560" y="13970"/>
                  </a:moveTo>
                  <a:lnTo>
                    <a:pt x="655980" y="13970"/>
                  </a:lnTo>
                  <a:lnTo>
                    <a:pt x="655980" y="29210"/>
                  </a:lnTo>
                  <a:lnTo>
                    <a:pt x="641413" y="29210"/>
                  </a:lnTo>
                  <a:lnTo>
                    <a:pt x="641413" y="43180"/>
                  </a:lnTo>
                  <a:lnTo>
                    <a:pt x="655980" y="43180"/>
                  </a:lnTo>
                  <a:lnTo>
                    <a:pt x="655980" y="116840"/>
                  </a:lnTo>
                  <a:lnTo>
                    <a:pt x="670560" y="116840"/>
                  </a:lnTo>
                  <a:lnTo>
                    <a:pt x="670560" y="13970"/>
                  </a:lnTo>
                  <a:close/>
                </a:path>
                <a:path w="948054" h="116839">
                  <a:moveTo>
                    <a:pt x="699719" y="29210"/>
                  </a:moveTo>
                  <a:lnTo>
                    <a:pt x="685139" y="29210"/>
                  </a:lnTo>
                  <a:lnTo>
                    <a:pt x="685139" y="43180"/>
                  </a:lnTo>
                  <a:lnTo>
                    <a:pt x="699719" y="43180"/>
                  </a:lnTo>
                  <a:lnTo>
                    <a:pt x="699719" y="29210"/>
                  </a:lnTo>
                  <a:close/>
                </a:path>
                <a:path w="948054" h="116839">
                  <a:moveTo>
                    <a:pt x="699719" y="0"/>
                  </a:moveTo>
                  <a:lnTo>
                    <a:pt x="685139" y="0"/>
                  </a:lnTo>
                  <a:lnTo>
                    <a:pt x="685139" y="13970"/>
                  </a:lnTo>
                  <a:lnTo>
                    <a:pt x="699719" y="13970"/>
                  </a:lnTo>
                  <a:lnTo>
                    <a:pt x="699719" y="0"/>
                  </a:lnTo>
                  <a:close/>
                </a:path>
                <a:path w="948054" h="116839">
                  <a:moveTo>
                    <a:pt x="714298" y="43180"/>
                  </a:moveTo>
                  <a:lnTo>
                    <a:pt x="699719" y="43180"/>
                  </a:lnTo>
                  <a:lnTo>
                    <a:pt x="699719" y="58420"/>
                  </a:lnTo>
                  <a:lnTo>
                    <a:pt x="714298" y="58420"/>
                  </a:lnTo>
                  <a:lnTo>
                    <a:pt x="714298" y="43180"/>
                  </a:lnTo>
                  <a:close/>
                </a:path>
                <a:path w="948054" h="116839">
                  <a:moveTo>
                    <a:pt x="758024" y="29210"/>
                  </a:moveTo>
                  <a:lnTo>
                    <a:pt x="743445" y="29210"/>
                  </a:lnTo>
                  <a:lnTo>
                    <a:pt x="743445" y="0"/>
                  </a:lnTo>
                  <a:lnTo>
                    <a:pt x="728865" y="0"/>
                  </a:lnTo>
                  <a:lnTo>
                    <a:pt x="728865" y="58420"/>
                  </a:lnTo>
                  <a:lnTo>
                    <a:pt x="743445" y="58420"/>
                  </a:lnTo>
                  <a:lnTo>
                    <a:pt x="743445" y="43180"/>
                  </a:lnTo>
                  <a:lnTo>
                    <a:pt x="758024" y="43180"/>
                  </a:lnTo>
                  <a:lnTo>
                    <a:pt x="758024" y="29210"/>
                  </a:lnTo>
                  <a:close/>
                </a:path>
                <a:path w="948054" h="116839">
                  <a:moveTo>
                    <a:pt x="772604" y="13970"/>
                  </a:moveTo>
                  <a:lnTo>
                    <a:pt x="758024" y="13970"/>
                  </a:lnTo>
                  <a:lnTo>
                    <a:pt x="758024" y="29210"/>
                  </a:lnTo>
                  <a:lnTo>
                    <a:pt x="772604" y="29210"/>
                  </a:lnTo>
                  <a:lnTo>
                    <a:pt x="772604" y="13970"/>
                  </a:lnTo>
                  <a:close/>
                </a:path>
                <a:path w="948054" h="116839">
                  <a:moveTo>
                    <a:pt x="830910" y="13970"/>
                  </a:moveTo>
                  <a:lnTo>
                    <a:pt x="816330" y="13970"/>
                  </a:lnTo>
                  <a:lnTo>
                    <a:pt x="801763" y="13970"/>
                  </a:lnTo>
                  <a:lnTo>
                    <a:pt x="801763" y="29210"/>
                  </a:lnTo>
                  <a:lnTo>
                    <a:pt x="787184" y="29210"/>
                  </a:lnTo>
                  <a:lnTo>
                    <a:pt x="772604" y="29210"/>
                  </a:lnTo>
                  <a:lnTo>
                    <a:pt x="772604" y="58420"/>
                  </a:lnTo>
                  <a:lnTo>
                    <a:pt x="787184" y="58420"/>
                  </a:lnTo>
                  <a:lnTo>
                    <a:pt x="787184" y="72390"/>
                  </a:lnTo>
                  <a:lnTo>
                    <a:pt x="801763" y="72390"/>
                  </a:lnTo>
                  <a:lnTo>
                    <a:pt x="801763" y="58420"/>
                  </a:lnTo>
                  <a:lnTo>
                    <a:pt x="816330" y="58420"/>
                  </a:lnTo>
                  <a:lnTo>
                    <a:pt x="816330" y="29210"/>
                  </a:lnTo>
                  <a:lnTo>
                    <a:pt x="830910" y="29210"/>
                  </a:lnTo>
                  <a:lnTo>
                    <a:pt x="830910" y="13970"/>
                  </a:lnTo>
                  <a:close/>
                </a:path>
                <a:path w="948054" h="116839">
                  <a:moveTo>
                    <a:pt x="874649" y="29210"/>
                  </a:moveTo>
                  <a:lnTo>
                    <a:pt x="860069" y="29210"/>
                  </a:lnTo>
                  <a:lnTo>
                    <a:pt x="845489" y="29210"/>
                  </a:lnTo>
                  <a:lnTo>
                    <a:pt x="845489" y="58420"/>
                  </a:lnTo>
                  <a:lnTo>
                    <a:pt x="860069" y="58420"/>
                  </a:lnTo>
                  <a:lnTo>
                    <a:pt x="874649" y="58420"/>
                  </a:lnTo>
                  <a:lnTo>
                    <a:pt x="874649" y="29210"/>
                  </a:lnTo>
                  <a:close/>
                </a:path>
                <a:path w="948054" h="116839">
                  <a:moveTo>
                    <a:pt x="889228" y="0"/>
                  </a:moveTo>
                  <a:lnTo>
                    <a:pt x="874649" y="0"/>
                  </a:lnTo>
                  <a:lnTo>
                    <a:pt x="860069" y="0"/>
                  </a:lnTo>
                  <a:lnTo>
                    <a:pt x="845489" y="0"/>
                  </a:lnTo>
                  <a:lnTo>
                    <a:pt x="845489" y="13970"/>
                  </a:lnTo>
                  <a:lnTo>
                    <a:pt x="860069" y="13970"/>
                  </a:lnTo>
                  <a:lnTo>
                    <a:pt x="874649" y="13970"/>
                  </a:lnTo>
                  <a:lnTo>
                    <a:pt x="889228" y="13970"/>
                  </a:lnTo>
                  <a:lnTo>
                    <a:pt x="889228" y="0"/>
                  </a:lnTo>
                  <a:close/>
                </a:path>
                <a:path w="948054" h="116839">
                  <a:moveTo>
                    <a:pt x="903795" y="43180"/>
                  </a:moveTo>
                  <a:lnTo>
                    <a:pt x="889228" y="43180"/>
                  </a:lnTo>
                  <a:lnTo>
                    <a:pt x="889228" y="58420"/>
                  </a:lnTo>
                  <a:lnTo>
                    <a:pt x="903795" y="58420"/>
                  </a:lnTo>
                  <a:lnTo>
                    <a:pt x="903795" y="43180"/>
                  </a:lnTo>
                  <a:close/>
                </a:path>
                <a:path w="948054" h="116839">
                  <a:moveTo>
                    <a:pt x="947534" y="13970"/>
                  </a:moveTo>
                  <a:lnTo>
                    <a:pt x="932954" y="13970"/>
                  </a:lnTo>
                  <a:lnTo>
                    <a:pt x="932954" y="29210"/>
                  </a:lnTo>
                  <a:lnTo>
                    <a:pt x="918375" y="29210"/>
                  </a:lnTo>
                  <a:lnTo>
                    <a:pt x="918375" y="13970"/>
                  </a:lnTo>
                  <a:lnTo>
                    <a:pt x="932954" y="13970"/>
                  </a:lnTo>
                  <a:lnTo>
                    <a:pt x="932954" y="0"/>
                  </a:lnTo>
                  <a:lnTo>
                    <a:pt x="918375" y="0"/>
                  </a:lnTo>
                  <a:lnTo>
                    <a:pt x="903795" y="0"/>
                  </a:lnTo>
                  <a:lnTo>
                    <a:pt x="903795" y="43180"/>
                  </a:lnTo>
                  <a:lnTo>
                    <a:pt x="918375" y="43180"/>
                  </a:lnTo>
                  <a:lnTo>
                    <a:pt x="932954" y="43180"/>
                  </a:lnTo>
                  <a:lnTo>
                    <a:pt x="947534" y="43180"/>
                  </a:lnTo>
                  <a:lnTo>
                    <a:pt x="947534" y="139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048286" y="3538168"/>
              <a:ext cx="933450" cy="130810"/>
            </a:xfrm>
            <a:custGeom>
              <a:avLst/>
              <a:gdLst/>
              <a:ahLst/>
              <a:cxnLst/>
              <a:rect l="l" t="t" r="r" b="b"/>
              <a:pathLst>
                <a:path w="933450" h="130810">
                  <a:moveTo>
                    <a:pt x="87464" y="58420"/>
                  </a:moveTo>
                  <a:lnTo>
                    <a:pt x="72885" y="58420"/>
                  </a:lnTo>
                  <a:lnTo>
                    <a:pt x="72885" y="72390"/>
                  </a:lnTo>
                  <a:lnTo>
                    <a:pt x="87464" y="72390"/>
                  </a:lnTo>
                  <a:lnTo>
                    <a:pt x="87464" y="58420"/>
                  </a:lnTo>
                  <a:close/>
                </a:path>
                <a:path w="933450" h="130810">
                  <a:moveTo>
                    <a:pt x="87464" y="29210"/>
                  </a:moveTo>
                  <a:lnTo>
                    <a:pt x="72885" y="29210"/>
                  </a:lnTo>
                  <a:lnTo>
                    <a:pt x="58305" y="29210"/>
                  </a:lnTo>
                  <a:lnTo>
                    <a:pt x="43726" y="29210"/>
                  </a:lnTo>
                  <a:lnTo>
                    <a:pt x="43726" y="43180"/>
                  </a:lnTo>
                  <a:lnTo>
                    <a:pt x="43726" y="58420"/>
                  </a:lnTo>
                  <a:lnTo>
                    <a:pt x="29159" y="58420"/>
                  </a:lnTo>
                  <a:lnTo>
                    <a:pt x="29159" y="43180"/>
                  </a:lnTo>
                  <a:lnTo>
                    <a:pt x="43726" y="43180"/>
                  </a:lnTo>
                  <a:lnTo>
                    <a:pt x="43726" y="29210"/>
                  </a:lnTo>
                  <a:lnTo>
                    <a:pt x="43726" y="13970"/>
                  </a:lnTo>
                  <a:lnTo>
                    <a:pt x="29159" y="13970"/>
                  </a:lnTo>
                  <a:lnTo>
                    <a:pt x="29159" y="29210"/>
                  </a:lnTo>
                  <a:lnTo>
                    <a:pt x="14579" y="29210"/>
                  </a:lnTo>
                  <a:lnTo>
                    <a:pt x="14579" y="13970"/>
                  </a:lnTo>
                  <a:lnTo>
                    <a:pt x="0" y="13970"/>
                  </a:lnTo>
                  <a:lnTo>
                    <a:pt x="0" y="43180"/>
                  </a:lnTo>
                  <a:lnTo>
                    <a:pt x="14579" y="43180"/>
                  </a:lnTo>
                  <a:lnTo>
                    <a:pt x="14579" y="58420"/>
                  </a:lnTo>
                  <a:lnTo>
                    <a:pt x="0" y="58420"/>
                  </a:lnTo>
                  <a:lnTo>
                    <a:pt x="0" y="72390"/>
                  </a:lnTo>
                  <a:lnTo>
                    <a:pt x="14579" y="72390"/>
                  </a:lnTo>
                  <a:lnTo>
                    <a:pt x="14579" y="116840"/>
                  </a:lnTo>
                  <a:lnTo>
                    <a:pt x="29159" y="116840"/>
                  </a:lnTo>
                  <a:lnTo>
                    <a:pt x="29159" y="87630"/>
                  </a:lnTo>
                  <a:lnTo>
                    <a:pt x="43726" y="87630"/>
                  </a:lnTo>
                  <a:lnTo>
                    <a:pt x="43726" y="101600"/>
                  </a:lnTo>
                  <a:lnTo>
                    <a:pt x="58305" y="101600"/>
                  </a:lnTo>
                  <a:lnTo>
                    <a:pt x="58305" y="43180"/>
                  </a:lnTo>
                  <a:lnTo>
                    <a:pt x="72885" y="43180"/>
                  </a:lnTo>
                  <a:lnTo>
                    <a:pt x="87464" y="43180"/>
                  </a:lnTo>
                  <a:lnTo>
                    <a:pt x="87464" y="29210"/>
                  </a:lnTo>
                  <a:close/>
                </a:path>
                <a:path w="933450" h="130810">
                  <a:moveTo>
                    <a:pt x="131191" y="43180"/>
                  </a:moveTo>
                  <a:lnTo>
                    <a:pt x="116624" y="43180"/>
                  </a:lnTo>
                  <a:lnTo>
                    <a:pt x="116624" y="29210"/>
                  </a:lnTo>
                  <a:lnTo>
                    <a:pt x="102044" y="29210"/>
                  </a:lnTo>
                  <a:lnTo>
                    <a:pt x="102044" y="130810"/>
                  </a:lnTo>
                  <a:lnTo>
                    <a:pt x="116624" y="130810"/>
                  </a:lnTo>
                  <a:lnTo>
                    <a:pt x="116624" y="72390"/>
                  </a:lnTo>
                  <a:lnTo>
                    <a:pt x="131191" y="72390"/>
                  </a:lnTo>
                  <a:lnTo>
                    <a:pt x="131191" y="43180"/>
                  </a:lnTo>
                  <a:close/>
                </a:path>
                <a:path w="933450" h="130810">
                  <a:moveTo>
                    <a:pt x="160350" y="58420"/>
                  </a:moveTo>
                  <a:lnTo>
                    <a:pt x="145770" y="58420"/>
                  </a:lnTo>
                  <a:lnTo>
                    <a:pt x="145770" y="72390"/>
                  </a:lnTo>
                  <a:lnTo>
                    <a:pt x="160350" y="72390"/>
                  </a:lnTo>
                  <a:lnTo>
                    <a:pt x="160350" y="58420"/>
                  </a:lnTo>
                  <a:close/>
                </a:path>
                <a:path w="933450" h="130810">
                  <a:moveTo>
                    <a:pt x="189509" y="13970"/>
                  </a:moveTo>
                  <a:lnTo>
                    <a:pt x="174929" y="13970"/>
                  </a:lnTo>
                  <a:lnTo>
                    <a:pt x="174929" y="29210"/>
                  </a:lnTo>
                  <a:lnTo>
                    <a:pt x="160350" y="29210"/>
                  </a:lnTo>
                  <a:lnTo>
                    <a:pt x="160350" y="43180"/>
                  </a:lnTo>
                  <a:lnTo>
                    <a:pt x="174929" y="43180"/>
                  </a:lnTo>
                  <a:lnTo>
                    <a:pt x="174929" y="58420"/>
                  </a:lnTo>
                  <a:lnTo>
                    <a:pt x="189509" y="58420"/>
                  </a:lnTo>
                  <a:lnTo>
                    <a:pt x="189509" y="13970"/>
                  </a:lnTo>
                  <a:close/>
                </a:path>
                <a:path w="933450" h="130810">
                  <a:moveTo>
                    <a:pt x="218655" y="43180"/>
                  </a:moveTo>
                  <a:lnTo>
                    <a:pt x="204089" y="43180"/>
                  </a:lnTo>
                  <a:lnTo>
                    <a:pt x="204089" y="87630"/>
                  </a:lnTo>
                  <a:lnTo>
                    <a:pt x="218655" y="87630"/>
                  </a:lnTo>
                  <a:lnTo>
                    <a:pt x="218655" y="43180"/>
                  </a:lnTo>
                  <a:close/>
                </a:path>
                <a:path w="933450" h="130810">
                  <a:moveTo>
                    <a:pt x="291553" y="29210"/>
                  </a:moveTo>
                  <a:lnTo>
                    <a:pt x="276974" y="29210"/>
                  </a:lnTo>
                  <a:lnTo>
                    <a:pt x="276974" y="43180"/>
                  </a:lnTo>
                  <a:lnTo>
                    <a:pt x="291553" y="43180"/>
                  </a:lnTo>
                  <a:lnTo>
                    <a:pt x="291553" y="29210"/>
                  </a:lnTo>
                  <a:close/>
                </a:path>
                <a:path w="933450" h="130810">
                  <a:moveTo>
                    <a:pt x="306120" y="58420"/>
                  </a:moveTo>
                  <a:lnTo>
                    <a:pt x="291553" y="58420"/>
                  </a:lnTo>
                  <a:lnTo>
                    <a:pt x="276974" y="58420"/>
                  </a:lnTo>
                  <a:lnTo>
                    <a:pt x="262394" y="58420"/>
                  </a:lnTo>
                  <a:lnTo>
                    <a:pt x="262394" y="13970"/>
                  </a:lnTo>
                  <a:lnTo>
                    <a:pt x="247815" y="13970"/>
                  </a:lnTo>
                  <a:lnTo>
                    <a:pt x="247815" y="29210"/>
                  </a:lnTo>
                  <a:lnTo>
                    <a:pt x="233235" y="29210"/>
                  </a:lnTo>
                  <a:lnTo>
                    <a:pt x="233235" y="43180"/>
                  </a:lnTo>
                  <a:lnTo>
                    <a:pt x="247815" y="43180"/>
                  </a:lnTo>
                  <a:lnTo>
                    <a:pt x="247815" y="72390"/>
                  </a:lnTo>
                  <a:lnTo>
                    <a:pt x="262394" y="72390"/>
                  </a:lnTo>
                  <a:lnTo>
                    <a:pt x="262394" y="87630"/>
                  </a:lnTo>
                  <a:lnTo>
                    <a:pt x="276974" y="87630"/>
                  </a:lnTo>
                  <a:lnTo>
                    <a:pt x="276974" y="72390"/>
                  </a:lnTo>
                  <a:lnTo>
                    <a:pt x="291553" y="72390"/>
                  </a:lnTo>
                  <a:lnTo>
                    <a:pt x="306120" y="72390"/>
                  </a:lnTo>
                  <a:lnTo>
                    <a:pt x="306120" y="58420"/>
                  </a:lnTo>
                  <a:close/>
                </a:path>
                <a:path w="933450" h="130810">
                  <a:moveTo>
                    <a:pt x="320700" y="13970"/>
                  </a:moveTo>
                  <a:lnTo>
                    <a:pt x="306120" y="13970"/>
                  </a:lnTo>
                  <a:lnTo>
                    <a:pt x="306120" y="29210"/>
                  </a:lnTo>
                  <a:lnTo>
                    <a:pt x="320700" y="29210"/>
                  </a:lnTo>
                  <a:lnTo>
                    <a:pt x="320700" y="13970"/>
                  </a:lnTo>
                  <a:close/>
                </a:path>
                <a:path w="933450" h="130810">
                  <a:moveTo>
                    <a:pt x="364439" y="58420"/>
                  </a:moveTo>
                  <a:lnTo>
                    <a:pt x="349859" y="58420"/>
                  </a:lnTo>
                  <a:lnTo>
                    <a:pt x="349859" y="43180"/>
                  </a:lnTo>
                  <a:lnTo>
                    <a:pt x="335280" y="43180"/>
                  </a:lnTo>
                  <a:lnTo>
                    <a:pt x="335280" y="29210"/>
                  </a:lnTo>
                  <a:lnTo>
                    <a:pt x="320700" y="29210"/>
                  </a:lnTo>
                  <a:lnTo>
                    <a:pt x="320700" y="43180"/>
                  </a:lnTo>
                  <a:lnTo>
                    <a:pt x="306120" y="43180"/>
                  </a:lnTo>
                  <a:lnTo>
                    <a:pt x="306120" y="58420"/>
                  </a:lnTo>
                  <a:lnTo>
                    <a:pt x="320700" y="58420"/>
                  </a:lnTo>
                  <a:lnTo>
                    <a:pt x="320700" y="87630"/>
                  </a:lnTo>
                  <a:lnTo>
                    <a:pt x="335280" y="87630"/>
                  </a:lnTo>
                  <a:lnTo>
                    <a:pt x="349859" y="87630"/>
                  </a:lnTo>
                  <a:lnTo>
                    <a:pt x="349859" y="72390"/>
                  </a:lnTo>
                  <a:lnTo>
                    <a:pt x="364439" y="72390"/>
                  </a:lnTo>
                  <a:lnTo>
                    <a:pt x="364439" y="58420"/>
                  </a:lnTo>
                  <a:close/>
                </a:path>
                <a:path w="933450" h="130810">
                  <a:moveTo>
                    <a:pt x="379006" y="43180"/>
                  </a:moveTo>
                  <a:lnTo>
                    <a:pt x="364439" y="43180"/>
                  </a:lnTo>
                  <a:lnTo>
                    <a:pt x="364439" y="58420"/>
                  </a:lnTo>
                  <a:lnTo>
                    <a:pt x="379006" y="58420"/>
                  </a:lnTo>
                  <a:lnTo>
                    <a:pt x="379006" y="43180"/>
                  </a:lnTo>
                  <a:close/>
                </a:path>
                <a:path w="933450" h="130810">
                  <a:moveTo>
                    <a:pt x="451904" y="0"/>
                  </a:moveTo>
                  <a:lnTo>
                    <a:pt x="437324" y="0"/>
                  </a:lnTo>
                  <a:lnTo>
                    <a:pt x="437324" y="29210"/>
                  </a:lnTo>
                  <a:lnTo>
                    <a:pt x="422744" y="29210"/>
                  </a:lnTo>
                  <a:lnTo>
                    <a:pt x="408165" y="29210"/>
                  </a:lnTo>
                  <a:lnTo>
                    <a:pt x="408165" y="13970"/>
                  </a:lnTo>
                  <a:lnTo>
                    <a:pt x="393585" y="13970"/>
                  </a:lnTo>
                  <a:lnTo>
                    <a:pt x="379006" y="13970"/>
                  </a:lnTo>
                  <a:lnTo>
                    <a:pt x="379006" y="43180"/>
                  </a:lnTo>
                  <a:lnTo>
                    <a:pt x="393585" y="43180"/>
                  </a:lnTo>
                  <a:lnTo>
                    <a:pt x="408165" y="43180"/>
                  </a:lnTo>
                  <a:lnTo>
                    <a:pt x="422744" y="43180"/>
                  </a:lnTo>
                  <a:lnTo>
                    <a:pt x="422744" y="101600"/>
                  </a:lnTo>
                  <a:lnTo>
                    <a:pt x="437324" y="101600"/>
                  </a:lnTo>
                  <a:lnTo>
                    <a:pt x="437324" y="43180"/>
                  </a:lnTo>
                  <a:lnTo>
                    <a:pt x="451904" y="43180"/>
                  </a:lnTo>
                  <a:lnTo>
                    <a:pt x="451904" y="0"/>
                  </a:lnTo>
                  <a:close/>
                </a:path>
                <a:path w="933450" h="130810">
                  <a:moveTo>
                    <a:pt x="466471" y="58420"/>
                  </a:moveTo>
                  <a:lnTo>
                    <a:pt x="451904" y="58420"/>
                  </a:lnTo>
                  <a:lnTo>
                    <a:pt x="451904" y="72390"/>
                  </a:lnTo>
                  <a:lnTo>
                    <a:pt x="466471" y="72390"/>
                  </a:lnTo>
                  <a:lnTo>
                    <a:pt x="466471" y="58420"/>
                  </a:lnTo>
                  <a:close/>
                </a:path>
                <a:path w="933450" h="130810">
                  <a:moveTo>
                    <a:pt x="510209" y="29210"/>
                  </a:moveTo>
                  <a:lnTo>
                    <a:pt x="495630" y="29210"/>
                  </a:lnTo>
                  <a:lnTo>
                    <a:pt x="495630" y="13970"/>
                  </a:lnTo>
                  <a:lnTo>
                    <a:pt x="481050" y="13970"/>
                  </a:lnTo>
                  <a:lnTo>
                    <a:pt x="466471" y="13970"/>
                  </a:lnTo>
                  <a:lnTo>
                    <a:pt x="466471" y="43180"/>
                  </a:lnTo>
                  <a:lnTo>
                    <a:pt x="481050" y="43180"/>
                  </a:lnTo>
                  <a:lnTo>
                    <a:pt x="481050" y="101600"/>
                  </a:lnTo>
                  <a:lnTo>
                    <a:pt x="495630" y="101600"/>
                  </a:lnTo>
                  <a:lnTo>
                    <a:pt x="495630" y="87630"/>
                  </a:lnTo>
                  <a:lnTo>
                    <a:pt x="510209" y="87630"/>
                  </a:lnTo>
                  <a:lnTo>
                    <a:pt x="510209" y="29210"/>
                  </a:lnTo>
                  <a:close/>
                </a:path>
                <a:path w="933450" h="130810">
                  <a:moveTo>
                    <a:pt x="524789" y="13970"/>
                  </a:moveTo>
                  <a:lnTo>
                    <a:pt x="510209" y="13970"/>
                  </a:lnTo>
                  <a:lnTo>
                    <a:pt x="510209" y="29210"/>
                  </a:lnTo>
                  <a:lnTo>
                    <a:pt x="524789" y="29210"/>
                  </a:lnTo>
                  <a:lnTo>
                    <a:pt x="524789" y="13970"/>
                  </a:lnTo>
                  <a:close/>
                </a:path>
                <a:path w="933450" h="130810">
                  <a:moveTo>
                    <a:pt x="597674" y="43180"/>
                  </a:moveTo>
                  <a:lnTo>
                    <a:pt x="583095" y="43180"/>
                  </a:lnTo>
                  <a:lnTo>
                    <a:pt x="568515" y="43180"/>
                  </a:lnTo>
                  <a:lnTo>
                    <a:pt x="568515" y="13970"/>
                  </a:lnTo>
                  <a:lnTo>
                    <a:pt x="553935" y="13970"/>
                  </a:lnTo>
                  <a:lnTo>
                    <a:pt x="553935" y="29210"/>
                  </a:lnTo>
                  <a:lnTo>
                    <a:pt x="539369" y="29210"/>
                  </a:lnTo>
                  <a:lnTo>
                    <a:pt x="539369" y="58420"/>
                  </a:lnTo>
                  <a:lnTo>
                    <a:pt x="553935" y="58420"/>
                  </a:lnTo>
                  <a:lnTo>
                    <a:pt x="568515" y="58420"/>
                  </a:lnTo>
                  <a:lnTo>
                    <a:pt x="583095" y="58420"/>
                  </a:lnTo>
                  <a:lnTo>
                    <a:pt x="597674" y="58420"/>
                  </a:lnTo>
                  <a:lnTo>
                    <a:pt x="597674" y="43180"/>
                  </a:lnTo>
                  <a:close/>
                </a:path>
                <a:path w="933450" h="130810">
                  <a:moveTo>
                    <a:pt x="597674" y="0"/>
                  </a:moveTo>
                  <a:lnTo>
                    <a:pt x="583095" y="0"/>
                  </a:lnTo>
                  <a:lnTo>
                    <a:pt x="583095" y="29210"/>
                  </a:lnTo>
                  <a:lnTo>
                    <a:pt x="597674" y="29210"/>
                  </a:lnTo>
                  <a:lnTo>
                    <a:pt x="597674" y="0"/>
                  </a:lnTo>
                  <a:close/>
                </a:path>
                <a:path w="933450" h="130810">
                  <a:moveTo>
                    <a:pt x="626833" y="43180"/>
                  </a:moveTo>
                  <a:lnTo>
                    <a:pt x="612254" y="43180"/>
                  </a:lnTo>
                  <a:lnTo>
                    <a:pt x="612254" y="58420"/>
                  </a:lnTo>
                  <a:lnTo>
                    <a:pt x="626833" y="58420"/>
                  </a:lnTo>
                  <a:lnTo>
                    <a:pt x="626833" y="43180"/>
                  </a:lnTo>
                  <a:close/>
                </a:path>
                <a:path w="933450" h="130810">
                  <a:moveTo>
                    <a:pt x="641400" y="29210"/>
                  </a:moveTo>
                  <a:lnTo>
                    <a:pt x="626833" y="29210"/>
                  </a:lnTo>
                  <a:lnTo>
                    <a:pt x="626833" y="43180"/>
                  </a:lnTo>
                  <a:lnTo>
                    <a:pt x="641400" y="43180"/>
                  </a:lnTo>
                  <a:lnTo>
                    <a:pt x="641400" y="29210"/>
                  </a:lnTo>
                  <a:close/>
                </a:path>
                <a:path w="933450" h="130810">
                  <a:moveTo>
                    <a:pt x="641400" y="0"/>
                  </a:moveTo>
                  <a:lnTo>
                    <a:pt x="626833" y="0"/>
                  </a:lnTo>
                  <a:lnTo>
                    <a:pt x="612254" y="0"/>
                  </a:lnTo>
                  <a:lnTo>
                    <a:pt x="612254" y="13970"/>
                  </a:lnTo>
                  <a:lnTo>
                    <a:pt x="626833" y="13970"/>
                  </a:lnTo>
                  <a:lnTo>
                    <a:pt x="641400" y="13970"/>
                  </a:lnTo>
                  <a:lnTo>
                    <a:pt x="641400" y="0"/>
                  </a:lnTo>
                  <a:close/>
                </a:path>
                <a:path w="933450" h="130810">
                  <a:moveTo>
                    <a:pt x="787184" y="29210"/>
                  </a:moveTo>
                  <a:lnTo>
                    <a:pt x="772604" y="29210"/>
                  </a:lnTo>
                  <a:lnTo>
                    <a:pt x="772604" y="43180"/>
                  </a:lnTo>
                  <a:lnTo>
                    <a:pt x="758024" y="43180"/>
                  </a:lnTo>
                  <a:lnTo>
                    <a:pt x="743445" y="43180"/>
                  </a:lnTo>
                  <a:lnTo>
                    <a:pt x="743445" y="29210"/>
                  </a:lnTo>
                  <a:lnTo>
                    <a:pt x="758024" y="29210"/>
                  </a:lnTo>
                  <a:lnTo>
                    <a:pt x="772604" y="29210"/>
                  </a:lnTo>
                  <a:lnTo>
                    <a:pt x="772604" y="13970"/>
                  </a:lnTo>
                  <a:lnTo>
                    <a:pt x="758024" y="13970"/>
                  </a:lnTo>
                  <a:lnTo>
                    <a:pt x="743445" y="13970"/>
                  </a:lnTo>
                  <a:lnTo>
                    <a:pt x="743445" y="0"/>
                  </a:lnTo>
                  <a:lnTo>
                    <a:pt x="728865" y="0"/>
                  </a:lnTo>
                  <a:lnTo>
                    <a:pt x="728865" y="29210"/>
                  </a:lnTo>
                  <a:lnTo>
                    <a:pt x="714286" y="29210"/>
                  </a:lnTo>
                  <a:lnTo>
                    <a:pt x="714286" y="13970"/>
                  </a:lnTo>
                  <a:lnTo>
                    <a:pt x="699719" y="13970"/>
                  </a:lnTo>
                  <a:lnTo>
                    <a:pt x="685139" y="13970"/>
                  </a:lnTo>
                  <a:lnTo>
                    <a:pt x="685139" y="29210"/>
                  </a:lnTo>
                  <a:lnTo>
                    <a:pt x="670560" y="29210"/>
                  </a:lnTo>
                  <a:lnTo>
                    <a:pt x="670560" y="13970"/>
                  </a:lnTo>
                  <a:lnTo>
                    <a:pt x="655980" y="13970"/>
                  </a:lnTo>
                  <a:lnTo>
                    <a:pt x="655980" y="43180"/>
                  </a:lnTo>
                  <a:lnTo>
                    <a:pt x="670560" y="43180"/>
                  </a:lnTo>
                  <a:lnTo>
                    <a:pt x="685139" y="43180"/>
                  </a:lnTo>
                  <a:lnTo>
                    <a:pt x="685139" y="58420"/>
                  </a:lnTo>
                  <a:lnTo>
                    <a:pt x="699719" y="58420"/>
                  </a:lnTo>
                  <a:lnTo>
                    <a:pt x="699719" y="43180"/>
                  </a:lnTo>
                  <a:lnTo>
                    <a:pt x="714286" y="43180"/>
                  </a:lnTo>
                  <a:lnTo>
                    <a:pt x="714286" y="58420"/>
                  </a:lnTo>
                  <a:lnTo>
                    <a:pt x="699719" y="58420"/>
                  </a:lnTo>
                  <a:lnTo>
                    <a:pt x="699719" y="72390"/>
                  </a:lnTo>
                  <a:lnTo>
                    <a:pt x="714286" y="72390"/>
                  </a:lnTo>
                  <a:lnTo>
                    <a:pt x="728865" y="72390"/>
                  </a:lnTo>
                  <a:lnTo>
                    <a:pt x="728865" y="58420"/>
                  </a:lnTo>
                  <a:lnTo>
                    <a:pt x="743445" y="58420"/>
                  </a:lnTo>
                  <a:lnTo>
                    <a:pt x="743445" y="116840"/>
                  </a:lnTo>
                  <a:lnTo>
                    <a:pt x="758024" y="116840"/>
                  </a:lnTo>
                  <a:lnTo>
                    <a:pt x="772604" y="116840"/>
                  </a:lnTo>
                  <a:lnTo>
                    <a:pt x="772604" y="58420"/>
                  </a:lnTo>
                  <a:lnTo>
                    <a:pt x="787184" y="58420"/>
                  </a:lnTo>
                  <a:lnTo>
                    <a:pt x="787184" y="29210"/>
                  </a:lnTo>
                  <a:close/>
                </a:path>
                <a:path w="933450" h="130810">
                  <a:moveTo>
                    <a:pt x="845489" y="58420"/>
                  </a:moveTo>
                  <a:lnTo>
                    <a:pt x="830910" y="58420"/>
                  </a:lnTo>
                  <a:lnTo>
                    <a:pt x="830910" y="72390"/>
                  </a:lnTo>
                  <a:lnTo>
                    <a:pt x="845489" y="72390"/>
                  </a:lnTo>
                  <a:lnTo>
                    <a:pt x="845489" y="58420"/>
                  </a:lnTo>
                  <a:close/>
                </a:path>
                <a:path w="933450" h="130810">
                  <a:moveTo>
                    <a:pt x="889215" y="13970"/>
                  </a:moveTo>
                  <a:lnTo>
                    <a:pt x="874649" y="13970"/>
                  </a:lnTo>
                  <a:lnTo>
                    <a:pt x="874649" y="29210"/>
                  </a:lnTo>
                  <a:lnTo>
                    <a:pt x="889215" y="29210"/>
                  </a:lnTo>
                  <a:lnTo>
                    <a:pt x="889215" y="13970"/>
                  </a:lnTo>
                  <a:close/>
                </a:path>
                <a:path w="933450" h="130810">
                  <a:moveTo>
                    <a:pt x="932954" y="58420"/>
                  </a:moveTo>
                  <a:lnTo>
                    <a:pt x="918375" y="58420"/>
                  </a:lnTo>
                  <a:lnTo>
                    <a:pt x="918375" y="87630"/>
                  </a:lnTo>
                  <a:lnTo>
                    <a:pt x="932954" y="87630"/>
                  </a:lnTo>
                  <a:lnTo>
                    <a:pt x="932954" y="58420"/>
                  </a:lnTo>
                  <a:close/>
                </a:path>
                <a:path w="933450" h="130810">
                  <a:moveTo>
                    <a:pt x="932954" y="13970"/>
                  </a:moveTo>
                  <a:lnTo>
                    <a:pt x="918375" y="13970"/>
                  </a:lnTo>
                  <a:lnTo>
                    <a:pt x="903795" y="13970"/>
                  </a:lnTo>
                  <a:lnTo>
                    <a:pt x="903795" y="43180"/>
                  </a:lnTo>
                  <a:lnTo>
                    <a:pt x="889215" y="43180"/>
                  </a:lnTo>
                  <a:lnTo>
                    <a:pt x="874649" y="43180"/>
                  </a:lnTo>
                  <a:lnTo>
                    <a:pt x="874649" y="29210"/>
                  </a:lnTo>
                  <a:lnTo>
                    <a:pt x="860069" y="29210"/>
                  </a:lnTo>
                  <a:lnTo>
                    <a:pt x="845489" y="29210"/>
                  </a:lnTo>
                  <a:lnTo>
                    <a:pt x="845489" y="13970"/>
                  </a:lnTo>
                  <a:lnTo>
                    <a:pt x="830910" y="13970"/>
                  </a:lnTo>
                  <a:lnTo>
                    <a:pt x="830910" y="0"/>
                  </a:lnTo>
                  <a:lnTo>
                    <a:pt x="816330" y="0"/>
                  </a:lnTo>
                  <a:lnTo>
                    <a:pt x="801751" y="0"/>
                  </a:lnTo>
                  <a:lnTo>
                    <a:pt x="801751" y="13970"/>
                  </a:lnTo>
                  <a:lnTo>
                    <a:pt x="816330" y="13970"/>
                  </a:lnTo>
                  <a:lnTo>
                    <a:pt x="816330" y="29210"/>
                  </a:lnTo>
                  <a:lnTo>
                    <a:pt x="801751" y="29210"/>
                  </a:lnTo>
                  <a:lnTo>
                    <a:pt x="801751" y="101600"/>
                  </a:lnTo>
                  <a:lnTo>
                    <a:pt x="816330" y="101600"/>
                  </a:lnTo>
                  <a:lnTo>
                    <a:pt x="816330" y="43180"/>
                  </a:lnTo>
                  <a:lnTo>
                    <a:pt x="830910" y="43180"/>
                  </a:lnTo>
                  <a:lnTo>
                    <a:pt x="845489" y="43180"/>
                  </a:lnTo>
                  <a:lnTo>
                    <a:pt x="860069" y="43180"/>
                  </a:lnTo>
                  <a:lnTo>
                    <a:pt x="860069" y="101600"/>
                  </a:lnTo>
                  <a:lnTo>
                    <a:pt x="874649" y="101600"/>
                  </a:lnTo>
                  <a:lnTo>
                    <a:pt x="874649" y="72390"/>
                  </a:lnTo>
                  <a:lnTo>
                    <a:pt x="889215" y="72390"/>
                  </a:lnTo>
                  <a:lnTo>
                    <a:pt x="889215" y="58420"/>
                  </a:lnTo>
                  <a:lnTo>
                    <a:pt x="903795" y="58420"/>
                  </a:lnTo>
                  <a:lnTo>
                    <a:pt x="918375" y="58420"/>
                  </a:lnTo>
                  <a:lnTo>
                    <a:pt x="918375" y="29210"/>
                  </a:lnTo>
                  <a:lnTo>
                    <a:pt x="932954" y="29210"/>
                  </a:lnTo>
                  <a:lnTo>
                    <a:pt x="932954" y="139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033706" y="3596588"/>
              <a:ext cx="948055" cy="160020"/>
            </a:xfrm>
            <a:custGeom>
              <a:avLst/>
              <a:gdLst/>
              <a:ahLst/>
              <a:cxnLst/>
              <a:rect l="l" t="t" r="r" b="b"/>
              <a:pathLst>
                <a:path w="948054" h="160020">
                  <a:moveTo>
                    <a:pt x="29159" y="43180"/>
                  </a:moveTo>
                  <a:lnTo>
                    <a:pt x="14579" y="43180"/>
                  </a:lnTo>
                  <a:lnTo>
                    <a:pt x="14579" y="58420"/>
                  </a:lnTo>
                  <a:lnTo>
                    <a:pt x="0" y="58420"/>
                  </a:lnTo>
                  <a:lnTo>
                    <a:pt x="0" y="101600"/>
                  </a:lnTo>
                  <a:lnTo>
                    <a:pt x="14579" y="101600"/>
                  </a:lnTo>
                  <a:lnTo>
                    <a:pt x="14579" y="72390"/>
                  </a:lnTo>
                  <a:lnTo>
                    <a:pt x="29159" y="72390"/>
                  </a:lnTo>
                  <a:lnTo>
                    <a:pt x="29159" y="43180"/>
                  </a:lnTo>
                  <a:close/>
                </a:path>
                <a:path w="948054" h="160020">
                  <a:moveTo>
                    <a:pt x="58305" y="43180"/>
                  </a:moveTo>
                  <a:lnTo>
                    <a:pt x="43738" y="43180"/>
                  </a:lnTo>
                  <a:lnTo>
                    <a:pt x="43738" y="58420"/>
                  </a:lnTo>
                  <a:lnTo>
                    <a:pt x="58305" y="58420"/>
                  </a:lnTo>
                  <a:lnTo>
                    <a:pt x="58305" y="43180"/>
                  </a:lnTo>
                  <a:close/>
                </a:path>
                <a:path w="948054" h="160020">
                  <a:moveTo>
                    <a:pt x="116624" y="58420"/>
                  </a:moveTo>
                  <a:lnTo>
                    <a:pt x="102044" y="58420"/>
                  </a:lnTo>
                  <a:lnTo>
                    <a:pt x="87464" y="58420"/>
                  </a:lnTo>
                  <a:lnTo>
                    <a:pt x="72885" y="58420"/>
                  </a:lnTo>
                  <a:lnTo>
                    <a:pt x="58305" y="58420"/>
                  </a:lnTo>
                  <a:lnTo>
                    <a:pt x="58305" y="72390"/>
                  </a:lnTo>
                  <a:lnTo>
                    <a:pt x="72885" y="72390"/>
                  </a:lnTo>
                  <a:lnTo>
                    <a:pt x="72885" y="87630"/>
                  </a:lnTo>
                  <a:lnTo>
                    <a:pt x="87464" y="87630"/>
                  </a:lnTo>
                  <a:lnTo>
                    <a:pt x="87464" y="72390"/>
                  </a:lnTo>
                  <a:lnTo>
                    <a:pt x="102044" y="72390"/>
                  </a:lnTo>
                  <a:lnTo>
                    <a:pt x="116624" y="72390"/>
                  </a:lnTo>
                  <a:lnTo>
                    <a:pt x="116624" y="58420"/>
                  </a:lnTo>
                  <a:close/>
                </a:path>
                <a:path w="948054" h="160020">
                  <a:moveTo>
                    <a:pt x="116624" y="29210"/>
                  </a:moveTo>
                  <a:lnTo>
                    <a:pt x="102044" y="29210"/>
                  </a:lnTo>
                  <a:lnTo>
                    <a:pt x="87464" y="29210"/>
                  </a:lnTo>
                  <a:lnTo>
                    <a:pt x="72885" y="29210"/>
                  </a:lnTo>
                  <a:lnTo>
                    <a:pt x="72885" y="43180"/>
                  </a:lnTo>
                  <a:lnTo>
                    <a:pt x="87464" y="43180"/>
                  </a:lnTo>
                  <a:lnTo>
                    <a:pt x="102044" y="43180"/>
                  </a:lnTo>
                  <a:lnTo>
                    <a:pt x="116624" y="43180"/>
                  </a:lnTo>
                  <a:lnTo>
                    <a:pt x="116624" y="29210"/>
                  </a:lnTo>
                  <a:close/>
                </a:path>
                <a:path w="948054" h="160020">
                  <a:moveTo>
                    <a:pt x="160350" y="58420"/>
                  </a:moveTo>
                  <a:lnTo>
                    <a:pt x="145770" y="58420"/>
                  </a:lnTo>
                  <a:lnTo>
                    <a:pt x="131203" y="58420"/>
                  </a:lnTo>
                  <a:lnTo>
                    <a:pt x="131203" y="72390"/>
                  </a:lnTo>
                  <a:lnTo>
                    <a:pt x="145770" y="72390"/>
                  </a:lnTo>
                  <a:lnTo>
                    <a:pt x="160350" y="72390"/>
                  </a:lnTo>
                  <a:lnTo>
                    <a:pt x="160350" y="58420"/>
                  </a:lnTo>
                  <a:close/>
                </a:path>
                <a:path w="948054" h="160020">
                  <a:moveTo>
                    <a:pt x="160350" y="29210"/>
                  </a:moveTo>
                  <a:lnTo>
                    <a:pt x="145770" y="29210"/>
                  </a:lnTo>
                  <a:lnTo>
                    <a:pt x="145770" y="43180"/>
                  </a:lnTo>
                  <a:lnTo>
                    <a:pt x="160350" y="43180"/>
                  </a:lnTo>
                  <a:lnTo>
                    <a:pt x="160350" y="29210"/>
                  </a:lnTo>
                  <a:close/>
                </a:path>
                <a:path w="948054" h="160020">
                  <a:moveTo>
                    <a:pt x="204089" y="29210"/>
                  </a:moveTo>
                  <a:lnTo>
                    <a:pt x="189509" y="29210"/>
                  </a:lnTo>
                  <a:lnTo>
                    <a:pt x="174929" y="29210"/>
                  </a:lnTo>
                  <a:lnTo>
                    <a:pt x="174929" y="72390"/>
                  </a:lnTo>
                  <a:lnTo>
                    <a:pt x="189509" y="72390"/>
                  </a:lnTo>
                  <a:lnTo>
                    <a:pt x="189509" y="58420"/>
                  </a:lnTo>
                  <a:lnTo>
                    <a:pt x="204089" y="58420"/>
                  </a:lnTo>
                  <a:lnTo>
                    <a:pt x="204089" y="29210"/>
                  </a:lnTo>
                  <a:close/>
                </a:path>
                <a:path w="948054" h="160020">
                  <a:moveTo>
                    <a:pt x="247815" y="29210"/>
                  </a:moveTo>
                  <a:lnTo>
                    <a:pt x="233235" y="29210"/>
                  </a:lnTo>
                  <a:lnTo>
                    <a:pt x="233235" y="43180"/>
                  </a:lnTo>
                  <a:lnTo>
                    <a:pt x="247815" y="43180"/>
                  </a:lnTo>
                  <a:lnTo>
                    <a:pt x="247815" y="29210"/>
                  </a:lnTo>
                  <a:close/>
                </a:path>
                <a:path w="948054" h="160020">
                  <a:moveTo>
                    <a:pt x="262394" y="13970"/>
                  </a:moveTo>
                  <a:lnTo>
                    <a:pt x="247815" y="13970"/>
                  </a:lnTo>
                  <a:lnTo>
                    <a:pt x="247815" y="29210"/>
                  </a:lnTo>
                  <a:lnTo>
                    <a:pt x="262394" y="29210"/>
                  </a:lnTo>
                  <a:lnTo>
                    <a:pt x="262394" y="13970"/>
                  </a:lnTo>
                  <a:close/>
                </a:path>
                <a:path w="948054" h="160020">
                  <a:moveTo>
                    <a:pt x="306133" y="58420"/>
                  </a:moveTo>
                  <a:lnTo>
                    <a:pt x="291553" y="58420"/>
                  </a:lnTo>
                  <a:lnTo>
                    <a:pt x="291553" y="43180"/>
                  </a:lnTo>
                  <a:lnTo>
                    <a:pt x="276974" y="43180"/>
                  </a:lnTo>
                  <a:lnTo>
                    <a:pt x="276974" y="58420"/>
                  </a:lnTo>
                  <a:lnTo>
                    <a:pt x="262394" y="58420"/>
                  </a:lnTo>
                  <a:lnTo>
                    <a:pt x="262394" y="43180"/>
                  </a:lnTo>
                  <a:lnTo>
                    <a:pt x="247815" y="43180"/>
                  </a:lnTo>
                  <a:lnTo>
                    <a:pt x="247815" y="87630"/>
                  </a:lnTo>
                  <a:lnTo>
                    <a:pt x="262394" y="87630"/>
                  </a:lnTo>
                  <a:lnTo>
                    <a:pt x="262394" y="72390"/>
                  </a:lnTo>
                  <a:lnTo>
                    <a:pt x="276974" y="72390"/>
                  </a:lnTo>
                  <a:lnTo>
                    <a:pt x="276974" y="87630"/>
                  </a:lnTo>
                  <a:lnTo>
                    <a:pt x="291553" y="87630"/>
                  </a:lnTo>
                  <a:lnTo>
                    <a:pt x="291553" y="116840"/>
                  </a:lnTo>
                  <a:lnTo>
                    <a:pt x="306133" y="116840"/>
                  </a:lnTo>
                  <a:lnTo>
                    <a:pt x="306133" y="58420"/>
                  </a:lnTo>
                  <a:close/>
                </a:path>
                <a:path w="948054" h="160020">
                  <a:moveTo>
                    <a:pt x="393585" y="13970"/>
                  </a:moveTo>
                  <a:lnTo>
                    <a:pt x="379018" y="13970"/>
                  </a:lnTo>
                  <a:lnTo>
                    <a:pt x="379018" y="29210"/>
                  </a:lnTo>
                  <a:lnTo>
                    <a:pt x="393585" y="29210"/>
                  </a:lnTo>
                  <a:lnTo>
                    <a:pt x="393585" y="13970"/>
                  </a:lnTo>
                  <a:close/>
                </a:path>
                <a:path w="948054" h="160020">
                  <a:moveTo>
                    <a:pt x="408165" y="58420"/>
                  </a:moveTo>
                  <a:lnTo>
                    <a:pt x="393585" y="58420"/>
                  </a:lnTo>
                  <a:lnTo>
                    <a:pt x="393585" y="43180"/>
                  </a:lnTo>
                  <a:lnTo>
                    <a:pt x="379018" y="43180"/>
                  </a:lnTo>
                  <a:lnTo>
                    <a:pt x="379018" y="29210"/>
                  </a:lnTo>
                  <a:lnTo>
                    <a:pt x="364439" y="29210"/>
                  </a:lnTo>
                  <a:lnTo>
                    <a:pt x="364439" y="43180"/>
                  </a:lnTo>
                  <a:lnTo>
                    <a:pt x="349859" y="43180"/>
                  </a:lnTo>
                  <a:lnTo>
                    <a:pt x="349859" y="58420"/>
                  </a:lnTo>
                  <a:lnTo>
                    <a:pt x="335280" y="58420"/>
                  </a:lnTo>
                  <a:lnTo>
                    <a:pt x="335280" y="43180"/>
                  </a:lnTo>
                  <a:lnTo>
                    <a:pt x="320700" y="43180"/>
                  </a:lnTo>
                  <a:lnTo>
                    <a:pt x="320700" y="29210"/>
                  </a:lnTo>
                  <a:lnTo>
                    <a:pt x="306133" y="29210"/>
                  </a:lnTo>
                  <a:lnTo>
                    <a:pt x="291553" y="29210"/>
                  </a:lnTo>
                  <a:lnTo>
                    <a:pt x="291553" y="43180"/>
                  </a:lnTo>
                  <a:lnTo>
                    <a:pt x="306133" y="43180"/>
                  </a:lnTo>
                  <a:lnTo>
                    <a:pt x="306133" y="58420"/>
                  </a:lnTo>
                  <a:lnTo>
                    <a:pt x="320700" y="58420"/>
                  </a:lnTo>
                  <a:lnTo>
                    <a:pt x="320700" y="87630"/>
                  </a:lnTo>
                  <a:lnTo>
                    <a:pt x="335280" y="87630"/>
                  </a:lnTo>
                  <a:lnTo>
                    <a:pt x="335280" y="72390"/>
                  </a:lnTo>
                  <a:lnTo>
                    <a:pt x="349859" y="72390"/>
                  </a:lnTo>
                  <a:lnTo>
                    <a:pt x="349859" y="87630"/>
                  </a:lnTo>
                  <a:lnTo>
                    <a:pt x="364439" y="87630"/>
                  </a:lnTo>
                  <a:lnTo>
                    <a:pt x="364439" y="72390"/>
                  </a:lnTo>
                  <a:lnTo>
                    <a:pt x="379018" y="72390"/>
                  </a:lnTo>
                  <a:lnTo>
                    <a:pt x="379018" y="101600"/>
                  </a:lnTo>
                  <a:lnTo>
                    <a:pt x="393585" y="101600"/>
                  </a:lnTo>
                  <a:lnTo>
                    <a:pt x="393585" y="72390"/>
                  </a:lnTo>
                  <a:lnTo>
                    <a:pt x="408165" y="72390"/>
                  </a:lnTo>
                  <a:lnTo>
                    <a:pt x="408165" y="58420"/>
                  </a:lnTo>
                  <a:close/>
                </a:path>
                <a:path w="948054" h="160020">
                  <a:moveTo>
                    <a:pt x="408165" y="29210"/>
                  </a:moveTo>
                  <a:lnTo>
                    <a:pt x="393585" y="29210"/>
                  </a:lnTo>
                  <a:lnTo>
                    <a:pt x="393585" y="43180"/>
                  </a:lnTo>
                  <a:lnTo>
                    <a:pt x="408165" y="43180"/>
                  </a:lnTo>
                  <a:lnTo>
                    <a:pt x="408165" y="29210"/>
                  </a:lnTo>
                  <a:close/>
                </a:path>
                <a:path w="948054" h="160020">
                  <a:moveTo>
                    <a:pt x="437324" y="13970"/>
                  </a:moveTo>
                  <a:lnTo>
                    <a:pt x="422744" y="13970"/>
                  </a:lnTo>
                  <a:lnTo>
                    <a:pt x="422744" y="43180"/>
                  </a:lnTo>
                  <a:lnTo>
                    <a:pt x="408165" y="43180"/>
                  </a:lnTo>
                  <a:lnTo>
                    <a:pt x="408165" y="58420"/>
                  </a:lnTo>
                  <a:lnTo>
                    <a:pt x="422744" y="58420"/>
                  </a:lnTo>
                  <a:lnTo>
                    <a:pt x="422744" y="101600"/>
                  </a:lnTo>
                  <a:lnTo>
                    <a:pt x="437324" y="101600"/>
                  </a:lnTo>
                  <a:lnTo>
                    <a:pt x="437324" y="13970"/>
                  </a:lnTo>
                  <a:close/>
                </a:path>
                <a:path w="948054" h="160020">
                  <a:moveTo>
                    <a:pt x="539369" y="13970"/>
                  </a:moveTo>
                  <a:lnTo>
                    <a:pt x="524789" y="13970"/>
                  </a:lnTo>
                  <a:lnTo>
                    <a:pt x="524789" y="29210"/>
                  </a:lnTo>
                  <a:lnTo>
                    <a:pt x="539369" y="29210"/>
                  </a:lnTo>
                  <a:lnTo>
                    <a:pt x="539369" y="13970"/>
                  </a:lnTo>
                  <a:close/>
                </a:path>
                <a:path w="948054" h="160020">
                  <a:moveTo>
                    <a:pt x="553948" y="43180"/>
                  </a:moveTo>
                  <a:lnTo>
                    <a:pt x="539369" y="43180"/>
                  </a:lnTo>
                  <a:lnTo>
                    <a:pt x="524789" y="43180"/>
                  </a:lnTo>
                  <a:lnTo>
                    <a:pt x="510209" y="43180"/>
                  </a:lnTo>
                  <a:lnTo>
                    <a:pt x="510209" y="58420"/>
                  </a:lnTo>
                  <a:lnTo>
                    <a:pt x="495630" y="58420"/>
                  </a:lnTo>
                  <a:lnTo>
                    <a:pt x="495630" y="29210"/>
                  </a:lnTo>
                  <a:lnTo>
                    <a:pt x="481050" y="29210"/>
                  </a:lnTo>
                  <a:lnTo>
                    <a:pt x="466483" y="29210"/>
                  </a:lnTo>
                  <a:lnTo>
                    <a:pt x="451904" y="29210"/>
                  </a:lnTo>
                  <a:lnTo>
                    <a:pt x="451904" y="43180"/>
                  </a:lnTo>
                  <a:lnTo>
                    <a:pt x="466483" y="43180"/>
                  </a:lnTo>
                  <a:lnTo>
                    <a:pt x="481050" y="43180"/>
                  </a:lnTo>
                  <a:lnTo>
                    <a:pt x="481050" y="58420"/>
                  </a:lnTo>
                  <a:lnTo>
                    <a:pt x="466483" y="58420"/>
                  </a:lnTo>
                  <a:lnTo>
                    <a:pt x="451904" y="58420"/>
                  </a:lnTo>
                  <a:lnTo>
                    <a:pt x="451904" y="72390"/>
                  </a:lnTo>
                  <a:lnTo>
                    <a:pt x="466483" y="72390"/>
                  </a:lnTo>
                  <a:lnTo>
                    <a:pt x="466483" y="101600"/>
                  </a:lnTo>
                  <a:lnTo>
                    <a:pt x="481050" y="101600"/>
                  </a:lnTo>
                  <a:lnTo>
                    <a:pt x="481050" y="87630"/>
                  </a:lnTo>
                  <a:lnTo>
                    <a:pt x="495630" y="87630"/>
                  </a:lnTo>
                  <a:lnTo>
                    <a:pt x="495630" y="72390"/>
                  </a:lnTo>
                  <a:lnTo>
                    <a:pt x="510209" y="72390"/>
                  </a:lnTo>
                  <a:lnTo>
                    <a:pt x="510209" y="101600"/>
                  </a:lnTo>
                  <a:lnTo>
                    <a:pt x="524789" y="101600"/>
                  </a:lnTo>
                  <a:lnTo>
                    <a:pt x="539369" y="101600"/>
                  </a:lnTo>
                  <a:lnTo>
                    <a:pt x="539369" y="58420"/>
                  </a:lnTo>
                  <a:lnTo>
                    <a:pt x="553948" y="58420"/>
                  </a:lnTo>
                  <a:lnTo>
                    <a:pt x="553948" y="43180"/>
                  </a:lnTo>
                  <a:close/>
                </a:path>
                <a:path w="948054" h="160020">
                  <a:moveTo>
                    <a:pt x="568515" y="29210"/>
                  </a:moveTo>
                  <a:lnTo>
                    <a:pt x="553948" y="29210"/>
                  </a:lnTo>
                  <a:lnTo>
                    <a:pt x="553948" y="43180"/>
                  </a:lnTo>
                  <a:lnTo>
                    <a:pt x="568515" y="43180"/>
                  </a:lnTo>
                  <a:lnTo>
                    <a:pt x="568515" y="29210"/>
                  </a:lnTo>
                  <a:close/>
                </a:path>
                <a:path w="948054" h="160020">
                  <a:moveTo>
                    <a:pt x="583095" y="58420"/>
                  </a:moveTo>
                  <a:lnTo>
                    <a:pt x="568515" y="58420"/>
                  </a:lnTo>
                  <a:lnTo>
                    <a:pt x="568515" y="160020"/>
                  </a:lnTo>
                  <a:lnTo>
                    <a:pt x="583095" y="160020"/>
                  </a:lnTo>
                  <a:lnTo>
                    <a:pt x="583095" y="58420"/>
                  </a:lnTo>
                  <a:close/>
                </a:path>
                <a:path w="948054" h="160020">
                  <a:moveTo>
                    <a:pt x="714298" y="58420"/>
                  </a:moveTo>
                  <a:lnTo>
                    <a:pt x="699719" y="58420"/>
                  </a:lnTo>
                  <a:lnTo>
                    <a:pt x="685139" y="58420"/>
                  </a:lnTo>
                  <a:lnTo>
                    <a:pt x="685139" y="43180"/>
                  </a:lnTo>
                  <a:lnTo>
                    <a:pt x="699719" y="43180"/>
                  </a:lnTo>
                  <a:lnTo>
                    <a:pt x="699719" y="29210"/>
                  </a:lnTo>
                  <a:lnTo>
                    <a:pt x="685139" y="29210"/>
                  </a:lnTo>
                  <a:lnTo>
                    <a:pt x="670560" y="29210"/>
                  </a:lnTo>
                  <a:lnTo>
                    <a:pt x="670560" y="13970"/>
                  </a:lnTo>
                  <a:lnTo>
                    <a:pt x="655980" y="13970"/>
                  </a:lnTo>
                  <a:lnTo>
                    <a:pt x="655980" y="29210"/>
                  </a:lnTo>
                  <a:lnTo>
                    <a:pt x="641413" y="29210"/>
                  </a:lnTo>
                  <a:lnTo>
                    <a:pt x="641413" y="13970"/>
                  </a:lnTo>
                  <a:lnTo>
                    <a:pt x="626833" y="13970"/>
                  </a:lnTo>
                  <a:lnTo>
                    <a:pt x="612254" y="13970"/>
                  </a:lnTo>
                  <a:lnTo>
                    <a:pt x="597674" y="13970"/>
                  </a:lnTo>
                  <a:lnTo>
                    <a:pt x="583095" y="13970"/>
                  </a:lnTo>
                  <a:lnTo>
                    <a:pt x="583095" y="29210"/>
                  </a:lnTo>
                  <a:lnTo>
                    <a:pt x="597674" y="29210"/>
                  </a:lnTo>
                  <a:lnTo>
                    <a:pt x="597674" y="58420"/>
                  </a:lnTo>
                  <a:lnTo>
                    <a:pt x="612254" y="58420"/>
                  </a:lnTo>
                  <a:lnTo>
                    <a:pt x="626833" y="58420"/>
                  </a:lnTo>
                  <a:lnTo>
                    <a:pt x="626833" y="72390"/>
                  </a:lnTo>
                  <a:lnTo>
                    <a:pt x="641413" y="72390"/>
                  </a:lnTo>
                  <a:lnTo>
                    <a:pt x="641413" y="58420"/>
                  </a:lnTo>
                  <a:lnTo>
                    <a:pt x="655980" y="58420"/>
                  </a:lnTo>
                  <a:lnTo>
                    <a:pt x="655980" y="43180"/>
                  </a:lnTo>
                  <a:lnTo>
                    <a:pt x="670560" y="43180"/>
                  </a:lnTo>
                  <a:lnTo>
                    <a:pt x="670560" y="58420"/>
                  </a:lnTo>
                  <a:lnTo>
                    <a:pt x="655980" y="58420"/>
                  </a:lnTo>
                  <a:lnTo>
                    <a:pt x="655980" y="116840"/>
                  </a:lnTo>
                  <a:lnTo>
                    <a:pt x="670560" y="116840"/>
                  </a:lnTo>
                  <a:lnTo>
                    <a:pt x="670560" y="72390"/>
                  </a:lnTo>
                  <a:lnTo>
                    <a:pt x="685139" y="72390"/>
                  </a:lnTo>
                  <a:lnTo>
                    <a:pt x="699719" y="72390"/>
                  </a:lnTo>
                  <a:lnTo>
                    <a:pt x="699719" y="101600"/>
                  </a:lnTo>
                  <a:lnTo>
                    <a:pt x="714298" y="101600"/>
                  </a:lnTo>
                  <a:lnTo>
                    <a:pt x="714298" y="58420"/>
                  </a:lnTo>
                  <a:close/>
                </a:path>
                <a:path w="948054" h="160020">
                  <a:moveTo>
                    <a:pt x="714298" y="13970"/>
                  </a:moveTo>
                  <a:lnTo>
                    <a:pt x="699719" y="13970"/>
                  </a:lnTo>
                  <a:lnTo>
                    <a:pt x="699719" y="29210"/>
                  </a:lnTo>
                  <a:lnTo>
                    <a:pt x="714298" y="29210"/>
                  </a:lnTo>
                  <a:lnTo>
                    <a:pt x="714298" y="13970"/>
                  </a:lnTo>
                  <a:close/>
                </a:path>
                <a:path w="948054" h="160020">
                  <a:moveTo>
                    <a:pt x="728865" y="29210"/>
                  </a:moveTo>
                  <a:lnTo>
                    <a:pt x="714298" y="29210"/>
                  </a:lnTo>
                  <a:lnTo>
                    <a:pt x="714298" y="43180"/>
                  </a:lnTo>
                  <a:lnTo>
                    <a:pt x="728865" y="43180"/>
                  </a:lnTo>
                  <a:lnTo>
                    <a:pt x="728865" y="29210"/>
                  </a:lnTo>
                  <a:close/>
                </a:path>
                <a:path w="948054" h="160020">
                  <a:moveTo>
                    <a:pt x="816330" y="29210"/>
                  </a:moveTo>
                  <a:lnTo>
                    <a:pt x="801763" y="29210"/>
                  </a:lnTo>
                  <a:lnTo>
                    <a:pt x="801763" y="13970"/>
                  </a:lnTo>
                  <a:lnTo>
                    <a:pt x="787184" y="13970"/>
                  </a:lnTo>
                  <a:lnTo>
                    <a:pt x="787184" y="43180"/>
                  </a:lnTo>
                  <a:lnTo>
                    <a:pt x="801763" y="43180"/>
                  </a:lnTo>
                  <a:lnTo>
                    <a:pt x="816330" y="43180"/>
                  </a:lnTo>
                  <a:lnTo>
                    <a:pt x="816330" y="29210"/>
                  </a:lnTo>
                  <a:close/>
                </a:path>
                <a:path w="948054" h="160020">
                  <a:moveTo>
                    <a:pt x="845489" y="58420"/>
                  </a:moveTo>
                  <a:lnTo>
                    <a:pt x="830910" y="58420"/>
                  </a:lnTo>
                  <a:lnTo>
                    <a:pt x="816330" y="58420"/>
                  </a:lnTo>
                  <a:lnTo>
                    <a:pt x="816330" y="101600"/>
                  </a:lnTo>
                  <a:lnTo>
                    <a:pt x="830910" y="101600"/>
                  </a:lnTo>
                  <a:lnTo>
                    <a:pt x="830910" y="72390"/>
                  </a:lnTo>
                  <a:lnTo>
                    <a:pt x="845489" y="72390"/>
                  </a:lnTo>
                  <a:lnTo>
                    <a:pt x="845489" y="58420"/>
                  </a:lnTo>
                  <a:close/>
                </a:path>
                <a:path w="948054" h="160020">
                  <a:moveTo>
                    <a:pt x="874649" y="29210"/>
                  </a:moveTo>
                  <a:lnTo>
                    <a:pt x="860069" y="29210"/>
                  </a:lnTo>
                  <a:lnTo>
                    <a:pt x="845489" y="29210"/>
                  </a:lnTo>
                  <a:lnTo>
                    <a:pt x="830910" y="29210"/>
                  </a:lnTo>
                  <a:lnTo>
                    <a:pt x="830910" y="43180"/>
                  </a:lnTo>
                  <a:lnTo>
                    <a:pt x="845489" y="43180"/>
                  </a:lnTo>
                  <a:lnTo>
                    <a:pt x="845489" y="58420"/>
                  </a:lnTo>
                  <a:lnTo>
                    <a:pt x="860069" y="58420"/>
                  </a:lnTo>
                  <a:lnTo>
                    <a:pt x="874649" y="58420"/>
                  </a:lnTo>
                  <a:lnTo>
                    <a:pt x="874649" y="29210"/>
                  </a:lnTo>
                  <a:close/>
                </a:path>
                <a:path w="948054" h="160020">
                  <a:moveTo>
                    <a:pt x="889228" y="58420"/>
                  </a:moveTo>
                  <a:lnTo>
                    <a:pt x="874649" y="58420"/>
                  </a:lnTo>
                  <a:lnTo>
                    <a:pt x="874649" y="72390"/>
                  </a:lnTo>
                  <a:lnTo>
                    <a:pt x="889228" y="72390"/>
                  </a:lnTo>
                  <a:lnTo>
                    <a:pt x="889228" y="58420"/>
                  </a:lnTo>
                  <a:close/>
                </a:path>
                <a:path w="948054" h="160020">
                  <a:moveTo>
                    <a:pt x="918375" y="13970"/>
                  </a:moveTo>
                  <a:lnTo>
                    <a:pt x="903795" y="13970"/>
                  </a:lnTo>
                  <a:lnTo>
                    <a:pt x="903795" y="29210"/>
                  </a:lnTo>
                  <a:lnTo>
                    <a:pt x="889228" y="29210"/>
                  </a:lnTo>
                  <a:lnTo>
                    <a:pt x="889228" y="58420"/>
                  </a:lnTo>
                  <a:lnTo>
                    <a:pt x="903795" y="58420"/>
                  </a:lnTo>
                  <a:lnTo>
                    <a:pt x="903795" y="43180"/>
                  </a:lnTo>
                  <a:lnTo>
                    <a:pt x="918375" y="43180"/>
                  </a:lnTo>
                  <a:lnTo>
                    <a:pt x="918375" y="13970"/>
                  </a:lnTo>
                  <a:close/>
                </a:path>
                <a:path w="948054" h="160020">
                  <a:moveTo>
                    <a:pt x="932954" y="58420"/>
                  </a:moveTo>
                  <a:lnTo>
                    <a:pt x="918375" y="58420"/>
                  </a:lnTo>
                  <a:lnTo>
                    <a:pt x="918375" y="130810"/>
                  </a:lnTo>
                  <a:lnTo>
                    <a:pt x="932954" y="130810"/>
                  </a:lnTo>
                  <a:lnTo>
                    <a:pt x="932954" y="58420"/>
                  </a:lnTo>
                  <a:close/>
                </a:path>
                <a:path w="948054" h="160020">
                  <a:moveTo>
                    <a:pt x="947534" y="43180"/>
                  </a:moveTo>
                  <a:lnTo>
                    <a:pt x="932954" y="43180"/>
                  </a:lnTo>
                  <a:lnTo>
                    <a:pt x="932954" y="58420"/>
                  </a:lnTo>
                  <a:lnTo>
                    <a:pt x="947534" y="58420"/>
                  </a:lnTo>
                  <a:lnTo>
                    <a:pt x="947534" y="43180"/>
                  </a:lnTo>
                  <a:close/>
                </a:path>
                <a:path w="948054" h="160020">
                  <a:moveTo>
                    <a:pt x="947534" y="0"/>
                  </a:moveTo>
                  <a:lnTo>
                    <a:pt x="932954" y="0"/>
                  </a:lnTo>
                  <a:lnTo>
                    <a:pt x="932954" y="29210"/>
                  </a:lnTo>
                  <a:lnTo>
                    <a:pt x="947534" y="29210"/>
                  </a:lnTo>
                  <a:lnTo>
                    <a:pt x="9475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033706" y="3655008"/>
              <a:ext cx="948055" cy="144780"/>
            </a:xfrm>
            <a:custGeom>
              <a:avLst/>
              <a:gdLst/>
              <a:ahLst/>
              <a:cxnLst/>
              <a:rect l="l" t="t" r="r" b="b"/>
              <a:pathLst>
                <a:path w="948054" h="144779">
                  <a:moveTo>
                    <a:pt x="43738" y="58420"/>
                  </a:moveTo>
                  <a:lnTo>
                    <a:pt x="29159" y="58420"/>
                  </a:lnTo>
                  <a:lnTo>
                    <a:pt x="29159" y="43180"/>
                  </a:lnTo>
                  <a:lnTo>
                    <a:pt x="14579" y="43180"/>
                  </a:lnTo>
                  <a:lnTo>
                    <a:pt x="14579" y="58420"/>
                  </a:lnTo>
                  <a:lnTo>
                    <a:pt x="0" y="58420"/>
                  </a:lnTo>
                  <a:lnTo>
                    <a:pt x="0" y="72390"/>
                  </a:lnTo>
                  <a:lnTo>
                    <a:pt x="14579" y="72390"/>
                  </a:lnTo>
                  <a:lnTo>
                    <a:pt x="29159" y="72390"/>
                  </a:lnTo>
                  <a:lnTo>
                    <a:pt x="43738" y="72390"/>
                  </a:lnTo>
                  <a:lnTo>
                    <a:pt x="43738" y="58420"/>
                  </a:lnTo>
                  <a:close/>
                </a:path>
                <a:path w="948054" h="144779">
                  <a:moveTo>
                    <a:pt x="58305" y="13970"/>
                  </a:moveTo>
                  <a:lnTo>
                    <a:pt x="43738" y="13970"/>
                  </a:lnTo>
                  <a:lnTo>
                    <a:pt x="29159" y="13970"/>
                  </a:lnTo>
                  <a:lnTo>
                    <a:pt x="29159" y="43180"/>
                  </a:lnTo>
                  <a:lnTo>
                    <a:pt x="43738" y="43180"/>
                  </a:lnTo>
                  <a:lnTo>
                    <a:pt x="43738" y="58420"/>
                  </a:lnTo>
                  <a:lnTo>
                    <a:pt x="58305" y="58420"/>
                  </a:lnTo>
                  <a:lnTo>
                    <a:pt x="58305" y="13970"/>
                  </a:lnTo>
                  <a:close/>
                </a:path>
                <a:path w="948054" h="144779">
                  <a:moveTo>
                    <a:pt x="102044" y="58420"/>
                  </a:moveTo>
                  <a:lnTo>
                    <a:pt x="87464" y="58420"/>
                  </a:lnTo>
                  <a:lnTo>
                    <a:pt x="87464" y="43180"/>
                  </a:lnTo>
                  <a:lnTo>
                    <a:pt x="72885" y="43180"/>
                  </a:lnTo>
                  <a:lnTo>
                    <a:pt x="72885" y="58420"/>
                  </a:lnTo>
                  <a:lnTo>
                    <a:pt x="58305" y="58420"/>
                  </a:lnTo>
                  <a:lnTo>
                    <a:pt x="58305" y="72390"/>
                  </a:lnTo>
                  <a:lnTo>
                    <a:pt x="72885" y="72390"/>
                  </a:lnTo>
                  <a:lnTo>
                    <a:pt x="72885" y="116840"/>
                  </a:lnTo>
                  <a:lnTo>
                    <a:pt x="87464" y="116840"/>
                  </a:lnTo>
                  <a:lnTo>
                    <a:pt x="87464" y="72390"/>
                  </a:lnTo>
                  <a:lnTo>
                    <a:pt x="102044" y="72390"/>
                  </a:lnTo>
                  <a:lnTo>
                    <a:pt x="102044" y="58420"/>
                  </a:lnTo>
                  <a:close/>
                </a:path>
                <a:path w="948054" h="144779">
                  <a:moveTo>
                    <a:pt x="131203" y="43180"/>
                  </a:moveTo>
                  <a:lnTo>
                    <a:pt x="116624" y="43180"/>
                  </a:lnTo>
                  <a:lnTo>
                    <a:pt x="116624" y="29210"/>
                  </a:lnTo>
                  <a:lnTo>
                    <a:pt x="102044" y="29210"/>
                  </a:lnTo>
                  <a:lnTo>
                    <a:pt x="87464" y="29210"/>
                  </a:lnTo>
                  <a:lnTo>
                    <a:pt x="87464" y="43180"/>
                  </a:lnTo>
                  <a:lnTo>
                    <a:pt x="102044" y="43180"/>
                  </a:lnTo>
                  <a:lnTo>
                    <a:pt x="102044" y="58420"/>
                  </a:lnTo>
                  <a:lnTo>
                    <a:pt x="116624" y="58420"/>
                  </a:lnTo>
                  <a:lnTo>
                    <a:pt x="131203" y="58420"/>
                  </a:lnTo>
                  <a:lnTo>
                    <a:pt x="131203" y="43180"/>
                  </a:lnTo>
                  <a:close/>
                </a:path>
                <a:path w="948054" h="144779">
                  <a:moveTo>
                    <a:pt x="145770" y="72390"/>
                  </a:moveTo>
                  <a:lnTo>
                    <a:pt x="131203" y="72390"/>
                  </a:lnTo>
                  <a:lnTo>
                    <a:pt x="116624" y="72390"/>
                  </a:lnTo>
                  <a:lnTo>
                    <a:pt x="116624" y="116840"/>
                  </a:lnTo>
                  <a:lnTo>
                    <a:pt x="131203" y="116840"/>
                  </a:lnTo>
                  <a:lnTo>
                    <a:pt x="131203" y="87630"/>
                  </a:lnTo>
                  <a:lnTo>
                    <a:pt x="145770" y="87630"/>
                  </a:lnTo>
                  <a:lnTo>
                    <a:pt x="145770" y="72390"/>
                  </a:lnTo>
                  <a:close/>
                </a:path>
                <a:path w="948054" h="144779">
                  <a:moveTo>
                    <a:pt x="160350" y="29210"/>
                  </a:moveTo>
                  <a:lnTo>
                    <a:pt x="145770" y="29210"/>
                  </a:lnTo>
                  <a:lnTo>
                    <a:pt x="131203" y="29210"/>
                  </a:lnTo>
                  <a:lnTo>
                    <a:pt x="131203" y="43180"/>
                  </a:lnTo>
                  <a:lnTo>
                    <a:pt x="145770" y="43180"/>
                  </a:lnTo>
                  <a:lnTo>
                    <a:pt x="145770" y="58420"/>
                  </a:lnTo>
                  <a:lnTo>
                    <a:pt x="160350" y="58420"/>
                  </a:lnTo>
                  <a:lnTo>
                    <a:pt x="160350" y="29210"/>
                  </a:lnTo>
                  <a:close/>
                </a:path>
                <a:path w="948054" h="144779">
                  <a:moveTo>
                    <a:pt x="174929" y="72390"/>
                  </a:moveTo>
                  <a:lnTo>
                    <a:pt x="160350" y="72390"/>
                  </a:lnTo>
                  <a:lnTo>
                    <a:pt x="160350" y="101600"/>
                  </a:lnTo>
                  <a:lnTo>
                    <a:pt x="174929" y="101600"/>
                  </a:lnTo>
                  <a:lnTo>
                    <a:pt x="174929" y="72390"/>
                  </a:lnTo>
                  <a:close/>
                </a:path>
                <a:path w="948054" h="144779">
                  <a:moveTo>
                    <a:pt x="174929" y="13970"/>
                  </a:moveTo>
                  <a:lnTo>
                    <a:pt x="160350" y="13970"/>
                  </a:lnTo>
                  <a:lnTo>
                    <a:pt x="160350" y="29210"/>
                  </a:lnTo>
                  <a:lnTo>
                    <a:pt x="174929" y="29210"/>
                  </a:lnTo>
                  <a:lnTo>
                    <a:pt x="174929" y="13970"/>
                  </a:lnTo>
                  <a:close/>
                </a:path>
                <a:path w="948054" h="144779">
                  <a:moveTo>
                    <a:pt x="189509" y="43180"/>
                  </a:moveTo>
                  <a:lnTo>
                    <a:pt x="174929" y="43180"/>
                  </a:lnTo>
                  <a:lnTo>
                    <a:pt x="174929" y="58420"/>
                  </a:lnTo>
                  <a:lnTo>
                    <a:pt x="189509" y="58420"/>
                  </a:lnTo>
                  <a:lnTo>
                    <a:pt x="189509" y="43180"/>
                  </a:lnTo>
                  <a:close/>
                </a:path>
                <a:path w="948054" h="144779">
                  <a:moveTo>
                    <a:pt x="204089" y="58420"/>
                  </a:moveTo>
                  <a:lnTo>
                    <a:pt x="189509" y="58420"/>
                  </a:lnTo>
                  <a:lnTo>
                    <a:pt x="189509" y="87630"/>
                  </a:lnTo>
                  <a:lnTo>
                    <a:pt x="204089" y="87630"/>
                  </a:lnTo>
                  <a:lnTo>
                    <a:pt x="204089" y="58420"/>
                  </a:lnTo>
                  <a:close/>
                </a:path>
                <a:path w="948054" h="144779">
                  <a:moveTo>
                    <a:pt x="204089" y="13970"/>
                  </a:moveTo>
                  <a:lnTo>
                    <a:pt x="189509" y="13970"/>
                  </a:lnTo>
                  <a:lnTo>
                    <a:pt x="189509" y="29210"/>
                  </a:lnTo>
                  <a:lnTo>
                    <a:pt x="204089" y="29210"/>
                  </a:lnTo>
                  <a:lnTo>
                    <a:pt x="204089" y="13970"/>
                  </a:lnTo>
                  <a:close/>
                </a:path>
                <a:path w="948054" h="144779">
                  <a:moveTo>
                    <a:pt x="247815" y="13970"/>
                  </a:moveTo>
                  <a:lnTo>
                    <a:pt x="233235" y="13970"/>
                  </a:lnTo>
                  <a:lnTo>
                    <a:pt x="218668" y="13970"/>
                  </a:lnTo>
                  <a:lnTo>
                    <a:pt x="218668" y="29210"/>
                  </a:lnTo>
                  <a:lnTo>
                    <a:pt x="233235" y="29210"/>
                  </a:lnTo>
                  <a:lnTo>
                    <a:pt x="247815" y="29210"/>
                  </a:lnTo>
                  <a:lnTo>
                    <a:pt x="247815" y="13970"/>
                  </a:lnTo>
                  <a:close/>
                </a:path>
                <a:path w="948054" h="144779">
                  <a:moveTo>
                    <a:pt x="291553" y="43180"/>
                  </a:moveTo>
                  <a:lnTo>
                    <a:pt x="276974" y="43180"/>
                  </a:lnTo>
                  <a:lnTo>
                    <a:pt x="276974" y="29210"/>
                  </a:lnTo>
                  <a:lnTo>
                    <a:pt x="262394" y="29210"/>
                  </a:lnTo>
                  <a:lnTo>
                    <a:pt x="262394" y="43180"/>
                  </a:lnTo>
                  <a:lnTo>
                    <a:pt x="247815" y="43180"/>
                  </a:lnTo>
                  <a:lnTo>
                    <a:pt x="233235" y="43180"/>
                  </a:lnTo>
                  <a:lnTo>
                    <a:pt x="218668" y="43180"/>
                  </a:lnTo>
                  <a:lnTo>
                    <a:pt x="218668" y="58420"/>
                  </a:lnTo>
                  <a:lnTo>
                    <a:pt x="233235" y="58420"/>
                  </a:lnTo>
                  <a:lnTo>
                    <a:pt x="247815" y="58420"/>
                  </a:lnTo>
                  <a:lnTo>
                    <a:pt x="262394" y="58420"/>
                  </a:lnTo>
                  <a:lnTo>
                    <a:pt x="262394" y="72390"/>
                  </a:lnTo>
                  <a:lnTo>
                    <a:pt x="276974" y="72390"/>
                  </a:lnTo>
                  <a:lnTo>
                    <a:pt x="276974" y="58420"/>
                  </a:lnTo>
                  <a:lnTo>
                    <a:pt x="291553" y="58420"/>
                  </a:lnTo>
                  <a:lnTo>
                    <a:pt x="291553" y="43180"/>
                  </a:lnTo>
                  <a:close/>
                </a:path>
                <a:path w="948054" h="144779">
                  <a:moveTo>
                    <a:pt x="320700" y="43180"/>
                  </a:moveTo>
                  <a:lnTo>
                    <a:pt x="306133" y="43180"/>
                  </a:lnTo>
                  <a:lnTo>
                    <a:pt x="306133" y="87630"/>
                  </a:lnTo>
                  <a:lnTo>
                    <a:pt x="320700" y="87630"/>
                  </a:lnTo>
                  <a:lnTo>
                    <a:pt x="320700" y="43180"/>
                  </a:lnTo>
                  <a:close/>
                </a:path>
                <a:path w="948054" h="144779">
                  <a:moveTo>
                    <a:pt x="320700" y="13970"/>
                  </a:moveTo>
                  <a:lnTo>
                    <a:pt x="306133" y="13970"/>
                  </a:lnTo>
                  <a:lnTo>
                    <a:pt x="306133" y="29210"/>
                  </a:lnTo>
                  <a:lnTo>
                    <a:pt x="320700" y="29210"/>
                  </a:lnTo>
                  <a:lnTo>
                    <a:pt x="320700" y="13970"/>
                  </a:lnTo>
                  <a:close/>
                </a:path>
                <a:path w="948054" h="144779">
                  <a:moveTo>
                    <a:pt x="364439" y="43180"/>
                  </a:moveTo>
                  <a:lnTo>
                    <a:pt x="349859" y="43180"/>
                  </a:lnTo>
                  <a:lnTo>
                    <a:pt x="349859" y="29210"/>
                  </a:lnTo>
                  <a:lnTo>
                    <a:pt x="335280" y="29210"/>
                  </a:lnTo>
                  <a:lnTo>
                    <a:pt x="335280" y="87630"/>
                  </a:lnTo>
                  <a:lnTo>
                    <a:pt x="349859" y="87630"/>
                  </a:lnTo>
                  <a:lnTo>
                    <a:pt x="349859" y="72390"/>
                  </a:lnTo>
                  <a:lnTo>
                    <a:pt x="364439" y="72390"/>
                  </a:lnTo>
                  <a:lnTo>
                    <a:pt x="364439" y="43180"/>
                  </a:lnTo>
                  <a:close/>
                </a:path>
                <a:path w="948054" h="144779">
                  <a:moveTo>
                    <a:pt x="466483" y="43180"/>
                  </a:moveTo>
                  <a:lnTo>
                    <a:pt x="451904" y="43180"/>
                  </a:lnTo>
                  <a:lnTo>
                    <a:pt x="451904" y="29210"/>
                  </a:lnTo>
                  <a:lnTo>
                    <a:pt x="437324" y="29210"/>
                  </a:lnTo>
                  <a:lnTo>
                    <a:pt x="437324" y="58420"/>
                  </a:lnTo>
                  <a:lnTo>
                    <a:pt x="422744" y="58420"/>
                  </a:lnTo>
                  <a:lnTo>
                    <a:pt x="422744" y="29210"/>
                  </a:lnTo>
                  <a:lnTo>
                    <a:pt x="408165" y="29210"/>
                  </a:lnTo>
                  <a:lnTo>
                    <a:pt x="393585" y="29210"/>
                  </a:lnTo>
                  <a:lnTo>
                    <a:pt x="393585" y="43180"/>
                  </a:lnTo>
                  <a:lnTo>
                    <a:pt x="408165" y="43180"/>
                  </a:lnTo>
                  <a:lnTo>
                    <a:pt x="408165" y="58420"/>
                  </a:lnTo>
                  <a:lnTo>
                    <a:pt x="393585" y="58420"/>
                  </a:lnTo>
                  <a:lnTo>
                    <a:pt x="379018" y="58420"/>
                  </a:lnTo>
                  <a:lnTo>
                    <a:pt x="379018" y="87630"/>
                  </a:lnTo>
                  <a:lnTo>
                    <a:pt x="393585" y="87630"/>
                  </a:lnTo>
                  <a:lnTo>
                    <a:pt x="393585" y="144780"/>
                  </a:lnTo>
                  <a:lnTo>
                    <a:pt x="408165" y="144780"/>
                  </a:lnTo>
                  <a:lnTo>
                    <a:pt x="408165" y="87630"/>
                  </a:lnTo>
                  <a:lnTo>
                    <a:pt x="422744" y="87630"/>
                  </a:lnTo>
                  <a:lnTo>
                    <a:pt x="422744" y="72390"/>
                  </a:lnTo>
                  <a:lnTo>
                    <a:pt x="437324" y="72390"/>
                  </a:lnTo>
                  <a:lnTo>
                    <a:pt x="451904" y="72390"/>
                  </a:lnTo>
                  <a:lnTo>
                    <a:pt x="451904" y="58420"/>
                  </a:lnTo>
                  <a:lnTo>
                    <a:pt x="466483" y="58420"/>
                  </a:lnTo>
                  <a:lnTo>
                    <a:pt x="466483" y="43180"/>
                  </a:lnTo>
                  <a:close/>
                </a:path>
                <a:path w="948054" h="144779">
                  <a:moveTo>
                    <a:pt x="510209" y="29210"/>
                  </a:moveTo>
                  <a:lnTo>
                    <a:pt x="495630" y="29210"/>
                  </a:lnTo>
                  <a:lnTo>
                    <a:pt x="495630" y="43180"/>
                  </a:lnTo>
                  <a:lnTo>
                    <a:pt x="481050" y="43180"/>
                  </a:lnTo>
                  <a:lnTo>
                    <a:pt x="481050" y="72390"/>
                  </a:lnTo>
                  <a:lnTo>
                    <a:pt x="495630" y="72390"/>
                  </a:lnTo>
                  <a:lnTo>
                    <a:pt x="495630" y="58420"/>
                  </a:lnTo>
                  <a:lnTo>
                    <a:pt x="510209" y="58420"/>
                  </a:lnTo>
                  <a:lnTo>
                    <a:pt x="510209" y="29210"/>
                  </a:lnTo>
                  <a:close/>
                </a:path>
                <a:path w="948054" h="144779">
                  <a:moveTo>
                    <a:pt x="553948" y="29210"/>
                  </a:moveTo>
                  <a:lnTo>
                    <a:pt x="539369" y="29210"/>
                  </a:lnTo>
                  <a:lnTo>
                    <a:pt x="539369" y="43180"/>
                  </a:lnTo>
                  <a:lnTo>
                    <a:pt x="553948" y="43180"/>
                  </a:lnTo>
                  <a:lnTo>
                    <a:pt x="553948" y="29210"/>
                  </a:lnTo>
                  <a:close/>
                </a:path>
                <a:path w="948054" h="144779">
                  <a:moveTo>
                    <a:pt x="568515" y="43180"/>
                  </a:moveTo>
                  <a:lnTo>
                    <a:pt x="553948" y="43180"/>
                  </a:lnTo>
                  <a:lnTo>
                    <a:pt x="553948" y="58420"/>
                  </a:lnTo>
                  <a:lnTo>
                    <a:pt x="539369" y="58420"/>
                  </a:lnTo>
                  <a:lnTo>
                    <a:pt x="539369" y="72390"/>
                  </a:lnTo>
                  <a:lnTo>
                    <a:pt x="553948" y="72390"/>
                  </a:lnTo>
                  <a:lnTo>
                    <a:pt x="568515" y="72390"/>
                  </a:lnTo>
                  <a:lnTo>
                    <a:pt x="568515" y="43180"/>
                  </a:lnTo>
                  <a:close/>
                </a:path>
                <a:path w="948054" h="144779">
                  <a:moveTo>
                    <a:pt x="568515" y="13970"/>
                  </a:moveTo>
                  <a:lnTo>
                    <a:pt x="553948" y="13970"/>
                  </a:lnTo>
                  <a:lnTo>
                    <a:pt x="553948" y="29210"/>
                  </a:lnTo>
                  <a:lnTo>
                    <a:pt x="568515" y="29210"/>
                  </a:lnTo>
                  <a:lnTo>
                    <a:pt x="568515" y="13970"/>
                  </a:lnTo>
                  <a:close/>
                </a:path>
                <a:path w="948054" h="144779">
                  <a:moveTo>
                    <a:pt x="626833" y="58420"/>
                  </a:moveTo>
                  <a:lnTo>
                    <a:pt x="612254" y="58420"/>
                  </a:lnTo>
                  <a:lnTo>
                    <a:pt x="612254" y="72390"/>
                  </a:lnTo>
                  <a:lnTo>
                    <a:pt x="626833" y="72390"/>
                  </a:lnTo>
                  <a:lnTo>
                    <a:pt x="626833" y="58420"/>
                  </a:lnTo>
                  <a:close/>
                </a:path>
                <a:path w="948054" h="144779">
                  <a:moveTo>
                    <a:pt x="626833" y="29210"/>
                  </a:moveTo>
                  <a:lnTo>
                    <a:pt x="612254" y="29210"/>
                  </a:lnTo>
                  <a:lnTo>
                    <a:pt x="612254" y="13970"/>
                  </a:lnTo>
                  <a:lnTo>
                    <a:pt x="597674" y="13970"/>
                  </a:lnTo>
                  <a:lnTo>
                    <a:pt x="597674" y="29210"/>
                  </a:lnTo>
                  <a:lnTo>
                    <a:pt x="583095" y="29210"/>
                  </a:lnTo>
                  <a:lnTo>
                    <a:pt x="583095" y="58420"/>
                  </a:lnTo>
                  <a:lnTo>
                    <a:pt x="597674" y="58420"/>
                  </a:lnTo>
                  <a:lnTo>
                    <a:pt x="612254" y="58420"/>
                  </a:lnTo>
                  <a:lnTo>
                    <a:pt x="612254" y="43180"/>
                  </a:lnTo>
                  <a:lnTo>
                    <a:pt x="626833" y="43180"/>
                  </a:lnTo>
                  <a:lnTo>
                    <a:pt x="626833" y="29210"/>
                  </a:lnTo>
                  <a:close/>
                </a:path>
                <a:path w="948054" h="144779">
                  <a:moveTo>
                    <a:pt x="655980" y="13970"/>
                  </a:moveTo>
                  <a:lnTo>
                    <a:pt x="641413" y="13970"/>
                  </a:lnTo>
                  <a:lnTo>
                    <a:pt x="641413" y="87630"/>
                  </a:lnTo>
                  <a:lnTo>
                    <a:pt x="655980" y="87630"/>
                  </a:lnTo>
                  <a:lnTo>
                    <a:pt x="655980" y="13970"/>
                  </a:lnTo>
                  <a:close/>
                </a:path>
                <a:path w="948054" h="144779">
                  <a:moveTo>
                    <a:pt x="685139" y="29210"/>
                  </a:moveTo>
                  <a:lnTo>
                    <a:pt x="670560" y="29210"/>
                  </a:lnTo>
                  <a:lnTo>
                    <a:pt x="670560" y="43180"/>
                  </a:lnTo>
                  <a:lnTo>
                    <a:pt x="685139" y="43180"/>
                  </a:lnTo>
                  <a:lnTo>
                    <a:pt x="685139" y="29210"/>
                  </a:lnTo>
                  <a:close/>
                </a:path>
                <a:path w="948054" h="144779">
                  <a:moveTo>
                    <a:pt x="699719" y="58420"/>
                  </a:moveTo>
                  <a:lnTo>
                    <a:pt x="685139" y="58420"/>
                  </a:lnTo>
                  <a:lnTo>
                    <a:pt x="685139" y="101600"/>
                  </a:lnTo>
                  <a:lnTo>
                    <a:pt x="699719" y="101600"/>
                  </a:lnTo>
                  <a:lnTo>
                    <a:pt x="699719" y="58420"/>
                  </a:lnTo>
                  <a:close/>
                </a:path>
                <a:path w="948054" h="144779">
                  <a:moveTo>
                    <a:pt x="728865" y="29210"/>
                  </a:moveTo>
                  <a:lnTo>
                    <a:pt x="714298" y="29210"/>
                  </a:lnTo>
                  <a:lnTo>
                    <a:pt x="714298" y="43180"/>
                  </a:lnTo>
                  <a:lnTo>
                    <a:pt x="728865" y="43180"/>
                  </a:lnTo>
                  <a:lnTo>
                    <a:pt x="728865" y="29210"/>
                  </a:lnTo>
                  <a:close/>
                </a:path>
                <a:path w="948054" h="144779">
                  <a:moveTo>
                    <a:pt x="743445" y="13970"/>
                  </a:moveTo>
                  <a:lnTo>
                    <a:pt x="728865" y="13970"/>
                  </a:lnTo>
                  <a:lnTo>
                    <a:pt x="728865" y="29210"/>
                  </a:lnTo>
                  <a:lnTo>
                    <a:pt x="743445" y="29210"/>
                  </a:lnTo>
                  <a:lnTo>
                    <a:pt x="743445" y="13970"/>
                  </a:lnTo>
                  <a:close/>
                </a:path>
                <a:path w="948054" h="144779">
                  <a:moveTo>
                    <a:pt x="758024" y="58420"/>
                  </a:moveTo>
                  <a:lnTo>
                    <a:pt x="743445" y="58420"/>
                  </a:lnTo>
                  <a:lnTo>
                    <a:pt x="743445" y="43180"/>
                  </a:lnTo>
                  <a:lnTo>
                    <a:pt x="728865" y="43180"/>
                  </a:lnTo>
                  <a:lnTo>
                    <a:pt x="728865" y="58420"/>
                  </a:lnTo>
                  <a:lnTo>
                    <a:pt x="714298" y="58420"/>
                  </a:lnTo>
                  <a:lnTo>
                    <a:pt x="714298" y="72390"/>
                  </a:lnTo>
                  <a:lnTo>
                    <a:pt x="728865" y="72390"/>
                  </a:lnTo>
                  <a:lnTo>
                    <a:pt x="743445" y="72390"/>
                  </a:lnTo>
                  <a:lnTo>
                    <a:pt x="758024" y="72390"/>
                  </a:lnTo>
                  <a:lnTo>
                    <a:pt x="758024" y="58420"/>
                  </a:lnTo>
                  <a:close/>
                </a:path>
                <a:path w="948054" h="144779">
                  <a:moveTo>
                    <a:pt x="772604" y="13970"/>
                  </a:moveTo>
                  <a:lnTo>
                    <a:pt x="758024" y="13970"/>
                  </a:lnTo>
                  <a:lnTo>
                    <a:pt x="758024" y="58420"/>
                  </a:lnTo>
                  <a:lnTo>
                    <a:pt x="772604" y="58420"/>
                  </a:lnTo>
                  <a:lnTo>
                    <a:pt x="772604" y="13970"/>
                  </a:lnTo>
                  <a:close/>
                </a:path>
                <a:path w="948054" h="144779">
                  <a:moveTo>
                    <a:pt x="801763" y="58420"/>
                  </a:moveTo>
                  <a:lnTo>
                    <a:pt x="787184" y="58420"/>
                  </a:lnTo>
                  <a:lnTo>
                    <a:pt x="772604" y="58420"/>
                  </a:lnTo>
                  <a:lnTo>
                    <a:pt x="772604" y="87630"/>
                  </a:lnTo>
                  <a:lnTo>
                    <a:pt x="787184" y="87630"/>
                  </a:lnTo>
                  <a:lnTo>
                    <a:pt x="787184" y="72390"/>
                  </a:lnTo>
                  <a:lnTo>
                    <a:pt x="801763" y="72390"/>
                  </a:lnTo>
                  <a:lnTo>
                    <a:pt x="801763" y="58420"/>
                  </a:lnTo>
                  <a:close/>
                </a:path>
                <a:path w="948054" h="144779">
                  <a:moveTo>
                    <a:pt x="816330" y="43180"/>
                  </a:moveTo>
                  <a:lnTo>
                    <a:pt x="801763" y="43180"/>
                  </a:lnTo>
                  <a:lnTo>
                    <a:pt x="801763" y="58420"/>
                  </a:lnTo>
                  <a:lnTo>
                    <a:pt x="816330" y="58420"/>
                  </a:lnTo>
                  <a:lnTo>
                    <a:pt x="816330" y="43180"/>
                  </a:lnTo>
                  <a:close/>
                </a:path>
                <a:path w="948054" h="144779">
                  <a:moveTo>
                    <a:pt x="816330" y="13970"/>
                  </a:moveTo>
                  <a:lnTo>
                    <a:pt x="801763" y="13970"/>
                  </a:lnTo>
                  <a:lnTo>
                    <a:pt x="801763" y="29210"/>
                  </a:lnTo>
                  <a:lnTo>
                    <a:pt x="816330" y="29210"/>
                  </a:lnTo>
                  <a:lnTo>
                    <a:pt x="816330" y="13970"/>
                  </a:lnTo>
                  <a:close/>
                </a:path>
                <a:path w="948054" h="144779">
                  <a:moveTo>
                    <a:pt x="830910" y="58420"/>
                  </a:moveTo>
                  <a:lnTo>
                    <a:pt x="816330" y="58420"/>
                  </a:lnTo>
                  <a:lnTo>
                    <a:pt x="816330" y="101600"/>
                  </a:lnTo>
                  <a:lnTo>
                    <a:pt x="830910" y="101600"/>
                  </a:lnTo>
                  <a:lnTo>
                    <a:pt x="830910" y="58420"/>
                  </a:lnTo>
                  <a:close/>
                </a:path>
                <a:path w="948054" h="144779">
                  <a:moveTo>
                    <a:pt x="874649" y="58420"/>
                  </a:moveTo>
                  <a:lnTo>
                    <a:pt x="860069" y="58420"/>
                  </a:lnTo>
                  <a:lnTo>
                    <a:pt x="860069" y="101600"/>
                  </a:lnTo>
                  <a:lnTo>
                    <a:pt x="874649" y="101600"/>
                  </a:lnTo>
                  <a:lnTo>
                    <a:pt x="874649" y="58420"/>
                  </a:lnTo>
                  <a:close/>
                </a:path>
                <a:path w="948054" h="144779">
                  <a:moveTo>
                    <a:pt x="889228" y="29210"/>
                  </a:moveTo>
                  <a:lnTo>
                    <a:pt x="874649" y="29210"/>
                  </a:lnTo>
                  <a:lnTo>
                    <a:pt x="860069" y="29210"/>
                  </a:lnTo>
                  <a:lnTo>
                    <a:pt x="860069" y="13970"/>
                  </a:lnTo>
                  <a:lnTo>
                    <a:pt x="845489" y="13970"/>
                  </a:lnTo>
                  <a:lnTo>
                    <a:pt x="845489" y="29210"/>
                  </a:lnTo>
                  <a:lnTo>
                    <a:pt x="830910" y="29210"/>
                  </a:lnTo>
                  <a:lnTo>
                    <a:pt x="830910" y="58420"/>
                  </a:lnTo>
                  <a:lnTo>
                    <a:pt x="845489" y="58420"/>
                  </a:lnTo>
                  <a:lnTo>
                    <a:pt x="845489" y="43180"/>
                  </a:lnTo>
                  <a:lnTo>
                    <a:pt x="860069" y="43180"/>
                  </a:lnTo>
                  <a:lnTo>
                    <a:pt x="874649" y="43180"/>
                  </a:lnTo>
                  <a:lnTo>
                    <a:pt x="889228" y="43180"/>
                  </a:lnTo>
                  <a:lnTo>
                    <a:pt x="889228" y="29210"/>
                  </a:lnTo>
                  <a:close/>
                </a:path>
                <a:path w="948054" h="144779">
                  <a:moveTo>
                    <a:pt x="903795" y="13970"/>
                  </a:moveTo>
                  <a:lnTo>
                    <a:pt x="889228" y="13970"/>
                  </a:lnTo>
                  <a:lnTo>
                    <a:pt x="889228" y="29210"/>
                  </a:lnTo>
                  <a:lnTo>
                    <a:pt x="903795" y="29210"/>
                  </a:lnTo>
                  <a:lnTo>
                    <a:pt x="903795" y="13970"/>
                  </a:lnTo>
                  <a:close/>
                </a:path>
                <a:path w="948054" h="144779">
                  <a:moveTo>
                    <a:pt x="947534" y="29210"/>
                  </a:moveTo>
                  <a:lnTo>
                    <a:pt x="932954" y="29210"/>
                  </a:lnTo>
                  <a:lnTo>
                    <a:pt x="932954" y="0"/>
                  </a:lnTo>
                  <a:lnTo>
                    <a:pt x="918375" y="0"/>
                  </a:lnTo>
                  <a:lnTo>
                    <a:pt x="918375" y="58420"/>
                  </a:lnTo>
                  <a:lnTo>
                    <a:pt x="903795" y="58420"/>
                  </a:lnTo>
                  <a:lnTo>
                    <a:pt x="903795" y="116840"/>
                  </a:lnTo>
                  <a:lnTo>
                    <a:pt x="918375" y="116840"/>
                  </a:lnTo>
                  <a:lnTo>
                    <a:pt x="918375" y="72390"/>
                  </a:lnTo>
                  <a:lnTo>
                    <a:pt x="932954" y="72390"/>
                  </a:lnTo>
                  <a:lnTo>
                    <a:pt x="932954" y="43180"/>
                  </a:lnTo>
                  <a:lnTo>
                    <a:pt x="947534" y="43180"/>
                  </a:lnTo>
                  <a:lnTo>
                    <a:pt x="947534" y="292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033706" y="3727398"/>
              <a:ext cx="948055" cy="116839"/>
            </a:xfrm>
            <a:custGeom>
              <a:avLst/>
              <a:gdLst/>
              <a:ahLst/>
              <a:cxnLst/>
              <a:rect l="l" t="t" r="r" b="b"/>
              <a:pathLst>
                <a:path w="948054" h="116839">
                  <a:moveTo>
                    <a:pt x="29159" y="58420"/>
                  </a:moveTo>
                  <a:lnTo>
                    <a:pt x="14579" y="58420"/>
                  </a:lnTo>
                  <a:lnTo>
                    <a:pt x="0" y="58420"/>
                  </a:lnTo>
                  <a:lnTo>
                    <a:pt x="0" y="72390"/>
                  </a:lnTo>
                  <a:lnTo>
                    <a:pt x="14579" y="72390"/>
                  </a:lnTo>
                  <a:lnTo>
                    <a:pt x="29159" y="72390"/>
                  </a:lnTo>
                  <a:lnTo>
                    <a:pt x="29159" y="58420"/>
                  </a:lnTo>
                  <a:close/>
                </a:path>
                <a:path w="948054" h="116839">
                  <a:moveTo>
                    <a:pt x="72885" y="44450"/>
                  </a:moveTo>
                  <a:lnTo>
                    <a:pt x="58305" y="44450"/>
                  </a:lnTo>
                  <a:lnTo>
                    <a:pt x="58305" y="15240"/>
                  </a:lnTo>
                  <a:lnTo>
                    <a:pt x="43738" y="15240"/>
                  </a:lnTo>
                  <a:lnTo>
                    <a:pt x="29159" y="15240"/>
                  </a:lnTo>
                  <a:lnTo>
                    <a:pt x="29159" y="29210"/>
                  </a:lnTo>
                  <a:lnTo>
                    <a:pt x="14579" y="29210"/>
                  </a:lnTo>
                  <a:lnTo>
                    <a:pt x="14579" y="44450"/>
                  </a:lnTo>
                  <a:lnTo>
                    <a:pt x="29159" y="44450"/>
                  </a:lnTo>
                  <a:lnTo>
                    <a:pt x="29159" y="58420"/>
                  </a:lnTo>
                  <a:lnTo>
                    <a:pt x="43738" y="58420"/>
                  </a:lnTo>
                  <a:lnTo>
                    <a:pt x="58305" y="58420"/>
                  </a:lnTo>
                  <a:lnTo>
                    <a:pt x="72885" y="58420"/>
                  </a:lnTo>
                  <a:lnTo>
                    <a:pt x="72885" y="44450"/>
                  </a:lnTo>
                  <a:close/>
                </a:path>
                <a:path w="948054" h="116839">
                  <a:moveTo>
                    <a:pt x="87464" y="58420"/>
                  </a:moveTo>
                  <a:lnTo>
                    <a:pt x="72885" y="58420"/>
                  </a:lnTo>
                  <a:lnTo>
                    <a:pt x="72885" y="72390"/>
                  </a:lnTo>
                  <a:lnTo>
                    <a:pt x="87464" y="72390"/>
                  </a:lnTo>
                  <a:lnTo>
                    <a:pt x="87464" y="58420"/>
                  </a:lnTo>
                  <a:close/>
                </a:path>
                <a:path w="948054" h="116839">
                  <a:moveTo>
                    <a:pt x="102044" y="44450"/>
                  </a:moveTo>
                  <a:lnTo>
                    <a:pt x="87464" y="44450"/>
                  </a:lnTo>
                  <a:lnTo>
                    <a:pt x="87464" y="58420"/>
                  </a:lnTo>
                  <a:lnTo>
                    <a:pt x="102044" y="58420"/>
                  </a:lnTo>
                  <a:lnTo>
                    <a:pt x="102044" y="44450"/>
                  </a:lnTo>
                  <a:close/>
                </a:path>
                <a:path w="948054" h="116839">
                  <a:moveTo>
                    <a:pt x="102044" y="15240"/>
                  </a:moveTo>
                  <a:lnTo>
                    <a:pt x="87464" y="15240"/>
                  </a:lnTo>
                  <a:lnTo>
                    <a:pt x="87464" y="29210"/>
                  </a:lnTo>
                  <a:lnTo>
                    <a:pt x="102044" y="29210"/>
                  </a:lnTo>
                  <a:lnTo>
                    <a:pt x="102044" y="15240"/>
                  </a:lnTo>
                  <a:close/>
                </a:path>
                <a:path w="948054" h="116839">
                  <a:moveTo>
                    <a:pt x="116624" y="58420"/>
                  </a:moveTo>
                  <a:lnTo>
                    <a:pt x="102044" y="58420"/>
                  </a:lnTo>
                  <a:lnTo>
                    <a:pt x="102044" y="116840"/>
                  </a:lnTo>
                  <a:lnTo>
                    <a:pt x="116624" y="116840"/>
                  </a:lnTo>
                  <a:lnTo>
                    <a:pt x="116624" y="58420"/>
                  </a:lnTo>
                  <a:close/>
                </a:path>
                <a:path w="948054" h="116839">
                  <a:moveTo>
                    <a:pt x="160350" y="58420"/>
                  </a:moveTo>
                  <a:lnTo>
                    <a:pt x="145770" y="58420"/>
                  </a:lnTo>
                  <a:lnTo>
                    <a:pt x="131203" y="58420"/>
                  </a:lnTo>
                  <a:lnTo>
                    <a:pt x="131203" y="87630"/>
                  </a:lnTo>
                  <a:lnTo>
                    <a:pt x="145770" y="87630"/>
                  </a:lnTo>
                  <a:lnTo>
                    <a:pt x="145770" y="72390"/>
                  </a:lnTo>
                  <a:lnTo>
                    <a:pt x="160350" y="72390"/>
                  </a:lnTo>
                  <a:lnTo>
                    <a:pt x="160350" y="58420"/>
                  </a:lnTo>
                  <a:close/>
                </a:path>
                <a:path w="948054" h="116839">
                  <a:moveTo>
                    <a:pt x="160350" y="29210"/>
                  </a:moveTo>
                  <a:lnTo>
                    <a:pt x="145770" y="29210"/>
                  </a:lnTo>
                  <a:lnTo>
                    <a:pt x="131203" y="29210"/>
                  </a:lnTo>
                  <a:lnTo>
                    <a:pt x="131203" y="44450"/>
                  </a:lnTo>
                  <a:lnTo>
                    <a:pt x="145770" y="44450"/>
                  </a:lnTo>
                  <a:lnTo>
                    <a:pt x="160350" y="44450"/>
                  </a:lnTo>
                  <a:lnTo>
                    <a:pt x="160350" y="29210"/>
                  </a:lnTo>
                  <a:close/>
                </a:path>
                <a:path w="948054" h="116839">
                  <a:moveTo>
                    <a:pt x="174929" y="0"/>
                  </a:moveTo>
                  <a:lnTo>
                    <a:pt x="160350" y="0"/>
                  </a:lnTo>
                  <a:lnTo>
                    <a:pt x="160350" y="29210"/>
                  </a:lnTo>
                  <a:lnTo>
                    <a:pt x="174929" y="29210"/>
                  </a:lnTo>
                  <a:lnTo>
                    <a:pt x="174929" y="0"/>
                  </a:lnTo>
                  <a:close/>
                </a:path>
                <a:path w="948054" h="116839">
                  <a:moveTo>
                    <a:pt x="247815" y="58420"/>
                  </a:moveTo>
                  <a:lnTo>
                    <a:pt x="233235" y="58420"/>
                  </a:lnTo>
                  <a:lnTo>
                    <a:pt x="233235" y="44450"/>
                  </a:lnTo>
                  <a:lnTo>
                    <a:pt x="218668" y="44450"/>
                  </a:lnTo>
                  <a:lnTo>
                    <a:pt x="218668" y="29210"/>
                  </a:lnTo>
                  <a:lnTo>
                    <a:pt x="204089" y="29210"/>
                  </a:lnTo>
                  <a:lnTo>
                    <a:pt x="204089" y="44450"/>
                  </a:lnTo>
                  <a:lnTo>
                    <a:pt x="189509" y="44450"/>
                  </a:lnTo>
                  <a:lnTo>
                    <a:pt x="174929" y="44450"/>
                  </a:lnTo>
                  <a:lnTo>
                    <a:pt x="160350" y="44450"/>
                  </a:lnTo>
                  <a:lnTo>
                    <a:pt x="160350" y="58420"/>
                  </a:lnTo>
                  <a:lnTo>
                    <a:pt x="174929" y="58420"/>
                  </a:lnTo>
                  <a:lnTo>
                    <a:pt x="189509" y="58420"/>
                  </a:lnTo>
                  <a:lnTo>
                    <a:pt x="189509" y="116840"/>
                  </a:lnTo>
                  <a:lnTo>
                    <a:pt x="204089" y="116840"/>
                  </a:lnTo>
                  <a:lnTo>
                    <a:pt x="204089" y="72390"/>
                  </a:lnTo>
                  <a:lnTo>
                    <a:pt x="218668" y="72390"/>
                  </a:lnTo>
                  <a:lnTo>
                    <a:pt x="218668" y="87630"/>
                  </a:lnTo>
                  <a:lnTo>
                    <a:pt x="233235" y="87630"/>
                  </a:lnTo>
                  <a:lnTo>
                    <a:pt x="233235" y="72390"/>
                  </a:lnTo>
                  <a:lnTo>
                    <a:pt x="247815" y="72390"/>
                  </a:lnTo>
                  <a:lnTo>
                    <a:pt x="247815" y="58420"/>
                  </a:lnTo>
                  <a:close/>
                </a:path>
                <a:path w="948054" h="116839">
                  <a:moveTo>
                    <a:pt x="306133" y="15240"/>
                  </a:moveTo>
                  <a:lnTo>
                    <a:pt x="291553" y="15240"/>
                  </a:lnTo>
                  <a:lnTo>
                    <a:pt x="291553" y="29210"/>
                  </a:lnTo>
                  <a:lnTo>
                    <a:pt x="306133" y="29210"/>
                  </a:lnTo>
                  <a:lnTo>
                    <a:pt x="306133" y="15240"/>
                  </a:lnTo>
                  <a:close/>
                </a:path>
                <a:path w="948054" h="116839">
                  <a:moveTo>
                    <a:pt x="320700" y="44450"/>
                  </a:moveTo>
                  <a:lnTo>
                    <a:pt x="306133" y="44450"/>
                  </a:lnTo>
                  <a:lnTo>
                    <a:pt x="291553" y="44450"/>
                  </a:lnTo>
                  <a:lnTo>
                    <a:pt x="276974" y="44450"/>
                  </a:lnTo>
                  <a:lnTo>
                    <a:pt x="262394" y="44450"/>
                  </a:lnTo>
                  <a:lnTo>
                    <a:pt x="262394" y="29210"/>
                  </a:lnTo>
                  <a:lnTo>
                    <a:pt x="247815" y="29210"/>
                  </a:lnTo>
                  <a:lnTo>
                    <a:pt x="247815" y="0"/>
                  </a:lnTo>
                  <a:lnTo>
                    <a:pt x="233235" y="0"/>
                  </a:lnTo>
                  <a:lnTo>
                    <a:pt x="218668" y="0"/>
                  </a:lnTo>
                  <a:lnTo>
                    <a:pt x="204089" y="0"/>
                  </a:lnTo>
                  <a:lnTo>
                    <a:pt x="204089" y="15240"/>
                  </a:lnTo>
                  <a:lnTo>
                    <a:pt x="218668" y="15240"/>
                  </a:lnTo>
                  <a:lnTo>
                    <a:pt x="233235" y="15240"/>
                  </a:lnTo>
                  <a:lnTo>
                    <a:pt x="233235" y="44450"/>
                  </a:lnTo>
                  <a:lnTo>
                    <a:pt x="247815" y="44450"/>
                  </a:lnTo>
                  <a:lnTo>
                    <a:pt x="247815" y="58420"/>
                  </a:lnTo>
                  <a:lnTo>
                    <a:pt x="262394" y="58420"/>
                  </a:lnTo>
                  <a:lnTo>
                    <a:pt x="262394" y="87630"/>
                  </a:lnTo>
                  <a:lnTo>
                    <a:pt x="276974" y="87630"/>
                  </a:lnTo>
                  <a:lnTo>
                    <a:pt x="276974" y="116840"/>
                  </a:lnTo>
                  <a:lnTo>
                    <a:pt x="291553" y="116840"/>
                  </a:lnTo>
                  <a:lnTo>
                    <a:pt x="291553" y="58420"/>
                  </a:lnTo>
                  <a:lnTo>
                    <a:pt x="306133" y="58420"/>
                  </a:lnTo>
                  <a:lnTo>
                    <a:pt x="320700" y="58420"/>
                  </a:lnTo>
                  <a:lnTo>
                    <a:pt x="320700" y="44450"/>
                  </a:lnTo>
                  <a:close/>
                </a:path>
                <a:path w="948054" h="116839">
                  <a:moveTo>
                    <a:pt x="379018" y="0"/>
                  </a:moveTo>
                  <a:lnTo>
                    <a:pt x="364439" y="0"/>
                  </a:lnTo>
                  <a:lnTo>
                    <a:pt x="364439" y="15240"/>
                  </a:lnTo>
                  <a:lnTo>
                    <a:pt x="379018" y="15240"/>
                  </a:lnTo>
                  <a:lnTo>
                    <a:pt x="379018" y="0"/>
                  </a:lnTo>
                  <a:close/>
                </a:path>
                <a:path w="948054" h="116839">
                  <a:moveTo>
                    <a:pt x="393585" y="29210"/>
                  </a:moveTo>
                  <a:lnTo>
                    <a:pt x="379018" y="29210"/>
                  </a:lnTo>
                  <a:lnTo>
                    <a:pt x="364439" y="29210"/>
                  </a:lnTo>
                  <a:lnTo>
                    <a:pt x="364439" y="58420"/>
                  </a:lnTo>
                  <a:lnTo>
                    <a:pt x="349859" y="58420"/>
                  </a:lnTo>
                  <a:lnTo>
                    <a:pt x="349859" y="29210"/>
                  </a:lnTo>
                  <a:lnTo>
                    <a:pt x="335280" y="29210"/>
                  </a:lnTo>
                  <a:lnTo>
                    <a:pt x="335280" y="15240"/>
                  </a:lnTo>
                  <a:lnTo>
                    <a:pt x="320700" y="15240"/>
                  </a:lnTo>
                  <a:lnTo>
                    <a:pt x="320700" y="44450"/>
                  </a:lnTo>
                  <a:lnTo>
                    <a:pt x="335280" y="44450"/>
                  </a:lnTo>
                  <a:lnTo>
                    <a:pt x="335280" y="58420"/>
                  </a:lnTo>
                  <a:lnTo>
                    <a:pt x="320700" y="58420"/>
                  </a:lnTo>
                  <a:lnTo>
                    <a:pt x="320700" y="72390"/>
                  </a:lnTo>
                  <a:lnTo>
                    <a:pt x="335280" y="72390"/>
                  </a:lnTo>
                  <a:lnTo>
                    <a:pt x="335280" y="101600"/>
                  </a:lnTo>
                  <a:lnTo>
                    <a:pt x="349859" y="101600"/>
                  </a:lnTo>
                  <a:lnTo>
                    <a:pt x="349859" y="72390"/>
                  </a:lnTo>
                  <a:lnTo>
                    <a:pt x="364439" y="72390"/>
                  </a:lnTo>
                  <a:lnTo>
                    <a:pt x="379018" y="72390"/>
                  </a:lnTo>
                  <a:lnTo>
                    <a:pt x="379018" y="44450"/>
                  </a:lnTo>
                  <a:lnTo>
                    <a:pt x="393585" y="44450"/>
                  </a:lnTo>
                  <a:lnTo>
                    <a:pt x="393585" y="29210"/>
                  </a:lnTo>
                  <a:close/>
                </a:path>
                <a:path w="948054" h="116839">
                  <a:moveTo>
                    <a:pt x="437324" y="15240"/>
                  </a:moveTo>
                  <a:lnTo>
                    <a:pt x="422744" y="15240"/>
                  </a:lnTo>
                  <a:lnTo>
                    <a:pt x="422744" y="29210"/>
                  </a:lnTo>
                  <a:lnTo>
                    <a:pt x="437324" y="29210"/>
                  </a:lnTo>
                  <a:lnTo>
                    <a:pt x="437324" y="15240"/>
                  </a:lnTo>
                  <a:close/>
                </a:path>
                <a:path w="948054" h="116839">
                  <a:moveTo>
                    <a:pt x="466483" y="58420"/>
                  </a:moveTo>
                  <a:lnTo>
                    <a:pt x="451904" y="58420"/>
                  </a:lnTo>
                  <a:lnTo>
                    <a:pt x="451904" y="72390"/>
                  </a:lnTo>
                  <a:lnTo>
                    <a:pt x="466483" y="72390"/>
                  </a:lnTo>
                  <a:lnTo>
                    <a:pt x="466483" y="58420"/>
                  </a:lnTo>
                  <a:close/>
                </a:path>
                <a:path w="948054" h="116839">
                  <a:moveTo>
                    <a:pt x="466483" y="15240"/>
                  </a:moveTo>
                  <a:lnTo>
                    <a:pt x="451904" y="15240"/>
                  </a:lnTo>
                  <a:lnTo>
                    <a:pt x="451904" y="29210"/>
                  </a:lnTo>
                  <a:lnTo>
                    <a:pt x="466483" y="29210"/>
                  </a:lnTo>
                  <a:lnTo>
                    <a:pt x="466483" y="15240"/>
                  </a:lnTo>
                  <a:close/>
                </a:path>
                <a:path w="948054" h="116839">
                  <a:moveTo>
                    <a:pt x="539369" y="0"/>
                  </a:moveTo>
                  <a:lnTo>
                    <a:pt x="524789" y="0"/>
                  </a:lnTo>
                  <a:lnTo>
                    <a:pt x="510209" y="0"/>
                  </a:lnTo>
                  <a:lnTo>
                    <a:pt x="495630" y="0"/>
                  </a:lnTo>
                  <a:lnTo>
                    <a:pt x="495630" y="15240"/>
                  </a:lnTo>
                  <a:lnTo>
                    <a:pt x="510209" y="15240"/>
                  </a:lnTo>
                  <a:lnTo>
                    <a:pt x="524789" y="15240"/>
                  </a:lnTo>
                  <a:lnTo>
                    <a:pt x="524789" y="29210"/>
                  </a:lnTo>
                  <a:lnTo>
                    <a:pt x="510209" y="29210"/>
                  </a:lnTo>
                  <a:lnTo>
                    <a:pt x="495630" y="29210"/>
                  </a:lnTo>
                  <a:lnTo>
                    <a:pt x="495630" y="15240"/>
                  </a:lnTo>
                  <a:lnTo>
                    <a:pt x="481050" y="15240"/>
                  </a:lnTo>
                  <a:lnTo>
                    <a:pt x="481050" y="29210"/>
                  </a:lnTo>
                  <a:lnTo>
                    <a:pt x="466483" y="29210"/>
                  </a:lnTo>
                  <a:lnTo>
                    <a:pt x="466483" y="44450"/>
                  </a:lnTo>
                  <a:lnTo>
                    <a:pt x="481050" y="44450"/>
                  </a:lnTo>
                  <a:lnTo>
                    <a:pt x="481050" y="58420"/>
                  </a:lnTo>
                  <a:lnTo>
                    <a:pt x="495630" y="58420"/>
                  </a:lnTo>
                  <a:lnTo>
                    <a:pt x="495630" y="44450"/>
                  </a:lnTo>
                  <a:lnTo>
                    <a:pt x="510209" y="44450"/>
                  </a:lnTo>
                  <a:lnTo>
                    <a:pt x="510209" y="58420"/>
                  </a:lnTo>
                  <a:lnTo>
                    <a:pt x="495630" y="58420"/>
                  </a:lnTo>
                  <a:lnTo>
                    <a:pt x="495630" y="72390"/>
                  </a:lnTo>
                  <a:lnTo>
                    <a:pt x="510209" y="72390"/>
                  </a:lnTo>
                  <a:lnTo>
                    <a:pt x="524789" y="72390"/>
                  </a:lnTo>
                  <a:lnTo>
                    <a:pt x="524789" y="44450"/>
                  </a:lnTo>
                  <a:lnTo>
                    <a:pt x="539369" y="44450"/>
                  </a:lnTo>
                  <a:lnTo>
                    <a:pt x="539369" y="0"/>
                  </a:lnTo>
                  <a:close/>
                </a:path>
                <a:path w="948054" h="116839">
                  <a:moveTo>
                    <a:pt x="553948" y="58420"/>
                  </a:moveTo>
                  <a:lnTo>
                    <a:pt x="539369" y="58420"/>
                  </a:lnTo>
                  <a:lnTo>
                    <a:pt x="539369" y="87630"/>
                  </a:lnTo>
                  <a:lnTo>
                    <a:pt x="553948" y="87630"/>
                  </a:lnTo>
                  <a:lnTo>
                    <a:pt x="553948" y="58420"/>
                  </a:lnTo>
                  <a:close/>
                </a:path>
                <a:path w="948054" h="116839">
                  <a:moveTo>
                    <a:pt x="568515" y="15240"/>
                  </a:moveTo>
                  <a:lnTo>
                    <a:pt x="553948" y="15240"/>
                  </a:lnTo>
                  <a:lnTo>
                    <a:pt x="553948" y="29210"/>
                  </a:lnTo>
                  <a:lnTo>
                    <a:pt x="568515" y="29210"/>
                  </a:lnTo>
                  <a:lnTo>
                    <a:pt x="568515" y="15240"/>
                  </a:lnTo>
                  <a:close/>
                </a:path>
                <a:path w="948054" h="116839">
                  <a:moveTo>
                    <a:pt x="612254" y="44450"/>
                  </a:moveTo>
                  <a:lnTo>
                    <a:pt x="597674" y="44450"/>
                  </a:lnTo>
                  <a:lnTo>
                    <a:pt x="597674" y="15240"/>
                  </a:lnTo>
                  <a:lnTo>
                    <a:pt x="583095" y="15240"/>
                  </a:lnTo>
                  <a:lnTo>
                    <a:pt x="583095" y="44450"/>
                  </a:lnTo>
                  <a:lnTo>
                    <a:pt x="568515" y="44450"/>
                  </a:lnTo>
                  <a:lnTo>
                    <a:pt x="568515" y="58420"/>
                  </a:lnTo>
                  <a:lnTo>
                    <a:pt x="583095" y="58420"/>
                  </a:lnTo>
                  <a:lnTo>
                    <a:pt x="597674" y="58420"/>
                  </a:lnTo>
                  <a:lnTo>
                    <a:pt x="597674" y="101600"/>
                  </a:lnTo>
                  <a:lnTo>
                    <a:pt x="612254" y="101600"/>
                  </a:lnTo>
                  <a:lnTo>
                    <a:pt x="612254" y="44450"/>
                  </a:lnTo>
                  <a:close/>
                </a:path>
                <a:path w="948054" h="116839">
                  <a:moveTo>
                    <a:pt x="612254" y="0"/>
                  </a:moveTo>
                  <a:lnTo>
                    <a:pt x="597674" y="0"/>
                  </a:lnTo>
                  <a:lnTo>
                    <a:pt x="597674" y="15240"/>
                  </a:lnTo>
                  <a:lnTo>
                    <a:pt x="612254" y="15240"/>
                  </a:lnTo>
                  <a:lnTo>
                    <a:pt x="612254" y="0"/>
                  </a:lnTo>
                  <a:close/>
                </a:path>
                <a:path w="948054" h="116839">
                  <a:moveTo>
                    <a:pt x="641413" y="15240"/>
                  </a:moveTo>
                  <a:lnTo>
                    <a:pt x="626833" y="15240"/>
                  </a:lnTo>
                  <a:lnTo>
                    <a:pt x="626833" y="72390"/>
                  </a:lnTo>
                  <a:lnTo>
                    <a:pt x="641413" y="72390"/>
                  </a:lnTo>
                  <a:lnTo>
                    <a:pt x="641413" y="15240"/>
                  </a:lnTo>
                  <a:close/>
                </a:path>
                <a:path w="948054" h="116839">
                  <a:moveTo>
                    <a:pt x="685139" y="0"/>
                  </a:moveTo>
                  <a:lnTo>
                    <a:pt x="670560" y="0"/>
                  </a:lnTo>
                  <a:lnTo>
                    <a:pt x="655980" y="0"/>
                  </a:lnTo>
                  <a:lnTo>
                    <a:pt x="655980" y="44450"/>
                  </a:lnTo>
                  <a:lnTo>
                    <a:pt x="670560" y="44450"/>
                  </a:lnTo>
                  <a:lnTo>
                    <a:pt x="670560" y="15240"/>
                  </a:lnTo>
                  <a:lnTo>
                    <a:pt x="685139" y="15240"/>
                  </a:lnTo>
                  <a:lnTo>
                    <a:pt x="685139" y="0"/>
                  </a:lnTo>
                  <a:close/>
                </a:path>
                <a:path w="948054" h="116839">
                  <a:moveTo>
                    <a:pt x="699719" y="44450"/>
                  </a:moveTo>
                  <a:lnTo>
                    <a:pt x="685139" y="44450"/>
                  </a:lnTo>
                  <a:lnTo>
                    <a:pt x="685139" y="72390"/>
                  </a:lnTo>
                  <a:lnTo>
                    <a:pt x="699719" y="72390"/>
                  </a:lnTo>
                  <a:lnTo>
                    <a:pt x="699719" y="44450"/>
                  </a:lnTo>
                  <a:close/>
                </a:path>
                <a:path w="948054" h="116839">
                  <a:moveTo>
                    <a:pt x="714298" y="0"/>
                  </a:moveTo>
                  <a:lnTo>
                    <a:pt x="699719" y="0"/>
                  </a:lnTo>
                  <a:lnTo>
                    <a:pt x="699719" y="15240"/>
                  </a:lnTo>
                  <a:lnTo>
                    <a:pt x="714298" y="15240"/>
                  </a:lnTo>
                  <a:lnTo>
                    <a:pt x="714298" y="0"/>
                  </a:lnTo>
                  <a:close/>
                </a:path>
                <a:path w="948054" h="116839">
                  <a:moveTo>
                    <a:pt x="772604" y="44450"/>
                  </a:moveTo>
                  <a:lnTo>
                    <a:pt x="758024" y="44450"/>
                  </a:lnTo>
                  <a:lnTo>
                    <a:pt x="758024" y="29210"/>
                  </a:lnTo>
                  <a:lnTo>
                    <a:pt x="743445" y="29210"/>
                  </a:lnTo>
                  <a:lnTo>
                    <a:pt x="743445" y="15240"/>
                  </a:lnTo>
                  <a:lnTo>
                    <a:pt x="728865" y="15240"/>
                  </a:lnTo>
                  <a:lnTo>
                    <a:pt x="728865" y="58420"/>
                  </a:lnTo>
                  <a:lnTo>
                    <a:pt x="743445" y="58420"/>
                  </a:lnTo>
                  <a:lnTo>
                    <a:pt x="743445" y="101600"/>
                  </a:lnTo>
                  <a:lnTo>
                    <a:pt x="758024" y="101600"/>
                  </a:lnTo>
                  <a:lnTo>
                    <a:pt x="758024" y="58420"/>
                  </a:lnTo>
                  <a:lnTo>
                    <a:pt x="772604" y="58420"/>
                  </a:lnTo>
                  <a:lnTo>
                    <a:pt x="772604" y="44450"/>
                  </a:lnTo>
                  <a:close/>
                </a:path>
                <a:path w="948054" h="116839">
                  <a:moveTo>
                    <a:pt x="772604" y="0"/>
                  </a:moveTo>
                  <a:lnTo>
                    <a:pt x="758024" y="0"/>
                  </a:lnTo>
                  <a:lnTo>
                    <a:pt x="758024" y="15240"/>
                  </a:lnTo>
                  <a:lnTo>
                    <a:pt x="772604" y="15240"/>
                  </a:lnTo>
                  <a:lnTo>
                    <a:pt x="772604" y="0"/>
                  </a:lnTo>
                  <a:close/>
                </a:path>
                <a:path w="948054" h="116839">
                  <a:moveTo>
                    <a:pt x="816330" y="15240"/>
                  </a:moveTo>
                  <a:lnTo>
                    <a:pt x="801763" y="15240"/>
                  </a:lnTo>
                  <a:lnTo>
                    <a:pt x="787184" y="15240"/>
                  </a:lnTo>
                  <a:lnTo>
                    <a:pt x="787184" y="29210"/>
                  </a:lnTo>
                  <a:lnTo>
                    <a:pt x="801763" y="29210"/>
                  </a:lnTo>
                  <a:lnTo>
                    <a:pt x="801763" y="58420"/>
                  </a:lnTo>
                  <a:lnTo>
                    <a:pt x="816330" y="58420"/>
                  </a:lnTo>
                  <a:lnTo>
                    <a:pt x="816330" y="15240"/>
                  </a:lnTo>
                  <a:close/>
                </a:path>
                <a:path w="948054" h="116839">
                  <a:moveTo>
                    <a:pt x="860069" y="44450"/>
                  </a:moveTo>
                  <a:lnTo>
                    <a:pt x="845489" y="44450"/>
                  </a:lnTo>
                  <a:lnTo>
                    <a:pt x="845489" y="58420"/>
                  </a:lnTo>
                  <a:lnTo>
                    <a:pt x="860069" y="58420"/>
                  </a:lnTo>
                  <a:lnTo>
                    <a:pt x="860069" y="44450"/>
                  </a:lnTo>
                  <a:close/>
                </a:path>
                <a:path w="948054" h="116839">
                  <a:moveTo>
                    <a:pt x="860069" y="0"/>
                  </a:moveTo>
                  <a:lnTo>
                    <a:pt x="845489" y="0"/>
                  </a:lnTo>
                  <a:lnTo>
                    <a:pt x="845489" y="15240"/>
                  </a:lnTo>
                  <a:lnTo>
                    <a:pt x="860069" y="15240"/>
                  </a:lnTo>
                  <a:lnTo>
                    <a:pt x="860069" y="0"/>
                  </a:lnTo>
                  <a:close/>
                </a:path>
                <a:path w="948054" h="116839">
                  <a:moveTo>
                    <a:pt x="903795" y="0"/>
                  </a:moveTo>
                  <a:lnTo>
                    <a:pt x="889228" y="0"/>
                  </a:lnTo>
                  <a:lnTo>
                    <a:pt x="889228" y="15240"/>
                  </a:lnTo>
                  <a:lnTo>
                    <a:pt x="874649" y="15240"/>
                  </a:lnTo>
                  <a:lnTo>
                    <a:pt x="874649" y="29210"/>
                  </a:lnTo>
                  <a:lnTo>
                    <a:pt x="889228" y="29210"/>
                  </a:lnTo>
                  <a:lnTo>
                    <a:pt x="889228" y="44450"/>
                  </a:lnTo>
                  <a:lnTo>
                    <a:pt x="903795" y="44450"/>
                  </a:lnTo>
                  <a:lnTo>
                    <a:pt x="903795" y="0"/>
                  </a:lnTo>
                  <a:close/>
                </a:path>
                <a:path w="948054" h="116839">
                  <a:moveTo>
                    <a:pt x="947534" y="29210"/>
                  </a:moveTo>
                  <a:lnTo>
                    <a:pt x="932954" y="29210"/>
                  </a:lnTo>
                  <a:lnTo>
                    <a:pt x="918375" y="29210"/>
                  </a:lnTo>
                  <a:lnTo>
                    <a:pt x="918375" y="44450"/>
                  </a:lnTo>
                  <a:lnTo>
                    <a:pt x="932954" y="44450"/>
                  </a:lnTo>
                  <a:lnTo>
                    <a:pt x="932954" y="72390"/>
                  </a:lnTo>
                  <a:lnTo>
                    <a:pt x="947534" y="72390"/>
                  </a:lnTo>
                  <a:lnTo>
                    <a:pt x="947534" y="292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033706" y="3785818"/>
              <a:ext cx="948055" cy="146050"/>
            </a:xfrm>
            <a:custGeom>
              <a:avLst/>
              <a:gdLst/>
              <a:ahLst/>
              <a:cxnLst/>
              <a:rect l="l" t="t" r="r" b="b"/>
              <a:pathLst>
                <a:path w="948054" h="146050">
                  <a:moveTo>
                    <a:pt x="29159" y="43180"/>
                  </a:moveTo>
                  <a:lnTo>
                    <a:pt x="14579" y="43180"/>
                  </a:lnTo>
                  <a:lnTo>
                    <a:pt x="0" y="43180"/>
                  </a:lnTo>
                  <a:lnTo>
                    <a:pt x="0" y="72390"/>
                  </a:lnTo>
                  <a:lnTo>
                    <a:pt x="14579" y="72390"/>
                  </a:lnTo>
                  <a:lnTo>
                    <a:pt x="29159" y="72390"/>
                  </a:lnTo>
                  <a:lnTo>
                    <a:pt x="29159" y="43180"/>
                  </a:lnTo>
                  <a:close/>
                </a:path>
                <a:path w="948054" h="146050">
                  <a:moveTo>
                    <a:pt x="58305" y="43180"/>
                  </a:moveTo>
                  <a:lnTo>
                    <a:pt x="43738" y="43180"/>
                  </a:lnTo>
                  <a:lnTo>
                    <a:pt x="43738" y="58420"/>
                  </a:lnTo>
                  <a:lnTo>
                    <a:pt x="58305" y="58420"/>
                  </a:lnTo>
                  <a:lnTo>
                    <a:pt x="58305" y="43180"/>
                  </a:lnTo>
                  <a:close/>
                </a:path>
                <a:path w="948054" h="146050">
                  <a:moveTo>
                    <a:pt x="72885" y="29210"/>
                  </a:moveTo>
                  <a:lnTo>
                    <a:pt x="58305" y="29210"/>
                  </a:lnTo>
                  <a:lnTo>
                    <a:pt x="58305" y="43180"/>
                  </a:lnTo>
                  <a:lnTo>
                    <a:pt x="72885" y="43180"/>
                  </a:lnTo>
                  <a:lnTo>
                    <a:pt x="72885" y="29210"/>
                  </a:lnTo>
                  <a:close/>
                </a:path>
                <a:path w="948054" h="146050">
                  <a:moveTo>
                    <a:pt x="102044" y="43180"/>
                  </a:moveTo>
                  <a:lnTo>
                    <a:pt x="87464" y="43180"/>
                  </a:lnTo>
                  <a:lnTo>
                    <a:pt x="72885" y="43180"/>
                  </a:lnTo>
                  <a:lnTo>
                    <a:pt x="72885" y="58420"/>
                  </a:lnTo>
                  <a:lnTo>
                    <a:pt x="58305" y="58420"/>
                  </a:lnTo>
                  <a:lnTo>
                    <a:pt x="58305" y="72390"/>
                  </a:lnTo>
                  <a:lnTo>
                    <a:pt x="72885" y="72390"/>
                  </a:lnTo>
                  <a:lnTo>
                    <a:pt x="72885" y="101600"/>
                  </a:lnTo>
                  <a:lnTo>
                    <a:pt x="87464" y="101600"/>
                  </a:lnTo>
                  <a:lnTo>
                    <a:pt x="87464" y="58420"/>
                  </a:lnTo>
                  <a:lnTo>
                    <a:pt x="102044" y="58420"/>
                  </a:lnTo>
                  <a:lnTo>
                    <a:pt x="102044" y="43180"/>
                  </a:lnTo>
                  <a:close/>
                </a:path>
                <a:path w="948054" h="146050">
                  <a:moveTo>
                    <a:pt x="102044" y="13970"/>
                  </a:moveTo>
                  <a:lnTo>
                    <a:pt x="87464" y="13970"/>
                  </a:lnTo>
                  <a:lnTo>
                    <a:pt x="87464" y="29210"/>
                  </a:lnTo>
                  <a:lnTo>
                    <a:pt x="102044" y="29210"/>
                  </a:lnTo>
                  <a:lnTo>
                    <a:pt x="102044" y="13970"/>
                  </a:lnTo>
                  <a:close/>
                </a:path>
                <a:path w="948054" h="146050">
                  <a:moveTo>
                    <a:pt x="131203" y="13970"/>
                  </a:moveTo>
                  <a:lnTo>
                    <a:pt x="116624" y="13970"/>
                  </a:lnTo>
                  <a:lnTo>
                    <a:pt x="116624" y="43180"/>
                  </a:lnTo>
                  <a:lnTo>
                    <a:pt x="131203" y="43180"/>
                  </a:lnTo>
                  <a:lnTo>
                    <a:pt x="131203" y="13970"/>
                  </a:lnTo>
                  <a:close/>
                </a:path>
                <a:path w="948054" h="146050">
                  <a:moveTo>
                    <a:pt x="145770" y="58420"/>
                  </a:moveTo>
                  <a:lnTo>
                    <a:pt x="131203" y="58420"/>
                  </a:lnTo>
                  <a:lnTo>
                    <a:pt x="116624" y="58420"/>
                  </a:lnTo>
                  <a:lnTo>
                    <a:pt x="116624" y="72390"/>
                  </a:lnTo>
                  <a:lnTo>
                    <a:pt x="131203" y="72390"/>
                  </a:lnTo>
                  <a:lnTo>
                    <a:pt x="145770" y="72390"/>
                  </a:lnTo>
                  <a:lnTo>
                    <a:pt x="145770" y="58420"/>
                  </a:lnTo>
                  <a:close/>
                </a:path>
                <a:path w="948054" h="146050">
                  <a:moveTo>
                    <a:pt x="160350" y="29210"/>
                  </a:moveTo>
                  <a:lnTo>
                    <a:pt x="145770" y="29210"/>
                  </a:lnTo>
                  <a:lnTo>
                    <a:pt x="145770" y="43180"/>
                  </a:lnTo>
                  <a:lnTo>
                    <a:pt x="160350" y="43180"/>
                  </a:lnTo>
                  <a:lnTo>
                    <a:pt x="160350" y="29210"/>
                  </a:lnTo>
                  <a:close/>
                </a:path>
                <a:path w="948054" h="146050">
                  <a:moveTo>
                    <a:pt x="189509" y="58420"/>
                  </a:moveTo>
                  <a:lnTo>
                    <a:pt x="174929" y="58420"/>
                  </a:lnTo>
                  <a:lnTo>
                    <a:pt x="174929" y="72390"/>
                  </a:lnTo>
                  <a:lnTo>
                    <a:pt x="189509" y="72390"/>
                  </a:lnTo>
                  <a:lnTo>
                    <a:pt x="189509" y="58420"/>
                  </a:lnTo>
                  <a:close/>
                </a:path>
                <a:path w="948054" h="146050">
                  <a:moveTo>
                    <a:pt x="189509" y="13970"/>
                  </a:moveTo>
                  <a:lnTo>
                    <a:pt x="174929" y="13970"/>
                  </a:lnTo>
                  <a:lnTo>
                    <a:pt x="174929" y="43180"/>
                  </a:lnTo>
                  <a:lnTo>
                    <a:pt x="189509" y="43180"/>
                  </a:lnTo>
                  <a:lnTo>
                    <a:pt x="189509" y="13970"/>
                  </a:lnTo>
                  <a:close/>
                </a:path>
                <a:path w="948054" h="146050">
                  <a:moveTo>
                    <a:pt x="233235" y="58420"/>
                  </a:moveTo>
                  <a:lnTo>
                    <a:pt x="218668" y="58420"/>
                  </a:lnTo>
                  <a:lnTo>
                    <a:pt x="218668" y="130810"/>
                  </a:lnTo>
                  <a:lnTo>
                    <a:pt x="233235" y="130810"/>
                  </a:lnTo>
                  <a:lnTo>
                    <a:pt x="233235" y="58420"/>
                  </a:lnTo>
                  <a:close/>
                </a:path>
                <a:path w="948054" h="146050">
                  <a:moveTo>
                    <a:pt x="262394" y="29210"/>
                  </a:moveTo>
                  <a:lnTo>
                    <a:pt x="247815" y="29210"/>
                  </a:lnTo>
                  <a:lnTo>
                    <a:pt x="233235" y="29210"/>
                  </a:lnTo>
                  <a:lnTo>
                    <a:pt x="233235" y="43180"/>
                  </a:lnTo>
                  <a:lnTo>
                    <a:pt x="247815" y="43180"/>
                  </a:lnTo>
                  <a:lnTo>
                    <a:pt x="262394" y="43180"/>
                  </a:lnTo>
                  <a:lnTo>
                    <a:pt x="262394" y="29210"/>
                  </a:lnTo>
                  <a:close/>
                </a:path>
                <a:path w="948054" h="146050">
                  <a:moveTo>
                    <a:pt x="335280" y="43180"/>
                  </a:moveTo>
                  <a:lnTo>
                    <a:pt x="320700" y="43180"/>
                  </a:lnTo>
                  <a:lnTo>
                    <a:pt x="306133" y="43180"/>
                  </a:lnTo>
                  <a:lnTo>
                    <a:pt x="306133" y="29210"/>
                  </a:lnTo>
                  <a:lnTo>
                    <a:pt x="291553" y="29210"/>
                  </a:lnTo>
                  <a:lnTo>
                    <a:pt x="291553" y="146050"/>
                  </a:lnTo>
                  <a:lnTo>
                    <a:pt x="306133" y="146050"/>
                  </a:lnTo>
                  <a:lnTo>
                    <a:pt x="320700" y="146050"/>
                  </a:lnTo>
                  <a:lnTo>
                    <a:pt x="320700" y="58420"/>
                  </a:lnTo>
                  <a:lnTo>
                    <a:pt x="335280" y="58420"/>
                  </a:lnTo>
                  <a:lnTo>
                    <a:pt x="335280" y="43180"/>
                  </a:lnTo>
                  <a:close/>
                </a:path>
                <a:path w="948054" h="146050">
                  <a:moveTo>
                    <a:pt x="379018" y="58420"/>
                  </a:moveTo>
                  <a:lnTo>
                    <a:pt x="364439" y="58420"/>
                  </a:lnTo>
                  <a:lnTo>
                    <a:pt x="364439" y="29210"/>
                  </a:lnTo>
                  <a:lnTo>
                    <a:pt x="349859" y="29210"/>
                  </a:lnTo>
                  <a:lnTo>
                    <a:pt x="349859" y="58420"/>
                  </a:lnTo>
                  <a:lnTo>
                    <a:pt x="335280" y="58420"/>
                  </a:lnTo>
                  <a:lnTo>
                    <a:pt x="335280" y="72390"/>
                  </a:lnTo>
                  <a:lnTo>
                    <a:pt x="349859" y="72390"/>
                  </a:lnTo>
                  <a:lnTo>
                    <a:pt x="349859" y="87630"/>
                  </a:lnTo>
                  <a:lnTo>
                    <a:pt x="364439" y="87630"/>
                  </a:lnTo>
                  <a:lnTo>
                    <a:pt x="364439" y="101600"/>
                  </a:lnTo>
                  <a:lnTo>
                    <a:pt x="379018" y="101600"/>
                  </a:lnTo>
                  <a:lnTo>
                    <a:pt x="379018" y="58420"/>
                  </a:lnTo>
                  <a:close/>
                </a:path>
                <a:path w="948054" h="146050">
                  <a:moveTo>
                    <a:pt x="393585" y="29210"/>
                  </a:moveTo>
                  <a:lnTo>
                    <a:pt x="379018" y="29210"/>
                  </a:lnTo>
                  <a:lnTo>
                    <a:pt x="379018" y="43180"/>
                  </a:lnTo>
                  <a:lnTo>
                    <a:pt x="393585" y="43180"/>
                  </a:lnTo>
                  <a:lnTo>
                    <a:pt x="393585" y="29210"/>
                  </a:lnTo>
                  <a:close/>
                </a:path>
                <a:path w="948054" h="146050">
                  <a:moveTo>
                    <a:pt x="451904" y="13970"/>
                  </a:moveTo>
                  <a:lnTo>
                    <a:pt x="437324" y="13970"/>
                  </a:lnTo>
                  <a:lnTo>
                    <a:pt x="437324" y="29210"/>
                  </a:lnTo>
                  <a:lnTo>
                    <a:pt x="451904" y="29210"/>
                  </a:lnTo>
                  <a:lnTo>
                    <a:pt x="451904" y="13970"/>
                  </a:lnTo>
                  <a:close/>
                </a:path>
                <a:path w="948054" h="146050">
                  <a:moveTo>
                    <a:pt x="481050" y="58420"/>
                  </a:moveTo>
                  <a:lnTo>
                    <a:pt x="466483" y="58420"/>
                  </a:lnTo>
                  <a:lnTo>
                    <a:pt x="451904" y="58420"/>
                  </a:lnTo>
                  <a:lnTo>
                    <a:pt x="437324" y="58420"/>
                  </a:lnTo>
                  <a:lnTo>
                    <a:pt x="437324" y="43180"/>
                  </a:lnTo>
                  <a:lnTo>
                    <a:pt x="422744" y="43180"/>
                  </a:lnTo>
                  <a:lnTo>
                    <a:pt x="408165" y="43180"/>
                  </a:lnTo>
                  <a:lnTo>
                    <a:pt x="393585" y="43180"/>
                  </a:lnTo>
                  <a:lnTo>
                    <a:pt x="393585" y="101600"/>
                  </a:lnTo>
                  <a:lnTo>
                    <a:pt x="408165" y="101600"/>
                  </a:lnTo>
                  <a:lnTo>
                    <a:pt x="408165" y="58420"/>
                  </a:lnTo>
                  <a:lnTo>
                    <a:pt x="422744" y="58420"/>
                  </a:lnTo>
                  <a:lnTo>
                    <a:pt x="422744" y="116840"/>
                  </a:lnTo>
                  <a:lnTo>
                    <a:pt x="437324" y="116840"/>
                  </a:lnTo>
                  <a:lnTo>
                    <a:pt x="437324" y="72390"/>
                  </a:lnTo>
                  <a:lnTo>
                    <a:pt x="451904" y="72390"/>
                  </a:lnTo>
                  <a:lnTo>
                    <a:pt x="451904" y="87630"/>
                  </a:lnTo>
                  <a:lnTo>
                    <a:pt x="466483" y="87630"/>
                  </a:lnTo>
                  <a:lnTo>
                    <a:pt x="466483" y="72390"/>
                  </a:lnTo>
                  <a:lnTo>
                    <a:pt x="481050" y="72390"/>
                  </a:lnTo>
                  <a:lnTo>
                    <a:pt x="481050" y="58420"/>
                  </a:lnTo>
                  <a:close/>
                </a:path>
                <a:path w="948054" h="146050">
                  <a:moveTo>
                    <a:pt x="481050" y="29210"/>
                  </a:moveTo>
                  <a:lnTo>
                    <a:pt x="466483" y="29210"/>
                  </a:lnTo>
                  <a:lnTo>
                    <a:pt x="451904" y="29210"/>
                  </a:lnTo>
                  <a:lnTo>
                    <a:pt x="451904" y="43180"/>
                  </a:lnTo>
                  <a:lnTo>
                    <a:pt x="466483" y="43180"/>
                  </a:lnTo>
                  <a:lnTo>
                    <a:pt x="481050" y="43180"/>
                  </a:lnTo>
                  <a:lnTo>
                    <a:pt x="481050" y="29210"/>
                  </a:lnTo>
                  <a:close/>
                </a:path>
                <a:path w="948054" h="146050">
                  <a:moveTo>
                    <a:pt x="495630" y="43180"/>
                  </a:moveTo>
                  <a:lnTo>
                    <a:pt x="481050" y="43180"/>
                  </a:lnTo>
                  <a:lnTo>
                    <a:pt x="481050" y="58420"/>
                  </a:lnTo>
                  <a:lnTo>
                    <a:pt x="495630" y="58420"/>
                  </a:lnTo>
                  <a:lnTo>
                    <a:pt x="495630" y="43180"/>
                  </a:lnTo>
                  <a:close/>
                </a:path>
                <a:path w="948054" h="146050">
                  <a:moveTo>
                    <a:pt x="495630" y="13970"/>
                  </a:moveTo>
                  <a:lnTo>
                    <a:pt x="481050" y="13970"/>
                  </a:lnTo>
                  <a:lnTo>
                    <a:pt x="481050" y="29210"/>
                  </a:lnTo>
                  <a:lnTo>
                    <a:pt x="495630" y="29210"/>
                  </a:lnTo>
                  <a:lnTo>
                    <a:pt x="495630" y="13970"/>
                  </a:lnTo>
                  <a:close/>
                </a:path>
                <a:path w="948054" h="146050">
                  <a:moveTo>
                    <a:pt x="553948" y="0"/>
                  </a:moveTo>
                  <a:lnTo>
                    <a:pt x="539369" y="0"/>
                  </a:lnTo>
                  <a:lnTo>
                    <a:pt x="539369" y="13970"/>
                  </a:lnTo>
                  <a:lnTo>
                    <a:pt x="524789" y="13970"/>
                  </a:lnTo>
                  <a:lnTo>
                    <a:pt x="524789" y="58420"/>
                  </a:lnTo>
                  <a:lnTo>
                    <a:pt x="510209" y="58420"/>
                  </a:lnTo>
                  <a:lnTo>
                    <a:pt x="495630" y="58420"/>
                  </a:lnTo>
                  <a:lnTo>
                    <a:pt x="495630" y="87630"/>
                  </a:lnTo>
                  <a:lnTo>
                    <a:pt x="510209" y="87630"/>
                  </a:lnTo>
                  <a:lnTo>
                    <a:pt x="510209" y="72390"/>
                  </a:lnTo>
                  <a:lnTo>
                    <a:pt x="524789" y="72390"/>
                  </a:lnTo>
                  <a:lnTo>
                    <a:pt x="524789" y="87630"/>
                  </a:lnTo>
                  <a:lnTo>
                    <a:pt x="539369" y="87630"/>
                  </a:lnTo>
                  <a:lnTo>
                    <a:pt x="539369" y="58420"/>
                  </a:lnTo>
                  <a:lnTo>
                    <a:pt x="553948" y="58420"/>
                  </a:lnTo>
                  <a:lnTo>
                    <a:pt x="553948" y="43180"/>
                  </a:lnTo>
                  <a:lnTo>
                    <a:pt x="539369" y="43180"/>
                  </a:lnTo>
                  <a:lnTo>
                    <a:pt x="539369" y="29210"/>
                  </a:lnTo>
                  <a:lnTo>
                    <a:pt x="553948" y="29210"/>
                  </a:lnTo>
                  <a:lnTo>
                    <a:pt x="553948" y="0"/>
                  </a:lnTo>
                  <a:close/>
                </a:path>
                <a:path w="948054" h="146050">
                  <a:moveTo>
                    <a:pt x="583095" y="13970"/>
                  </a:moveTo>
                  <a:lnTo>
                    <a:pt x="568515" y="13970"/>
                  </a:lnTo>
                  <a:lnTo>
                    <a:pt x="568515" y="29210"/>
                  </a:lnTo>
                  <a:lnTo>
                    <a:pt x="583095" y="29210"/>
                  </a:lnTo>
                  <a:lnTo>
                    <a:pt x="583095" y="13970"/>
                  </a:lnTo>
                  <a:close/>
                </a:path>
                <a:path w="948054" h="146050">
                  <a:moveTo>
                    <a:pt x="597674" y="58420"/>
                  </a:moveTo>
                  <a:lnTo>
                    <a:pt x="583095" y="58420"/>
                  </a:lnTo>
                  <a:lnTo>
                    <a:pt x="568515" y="58420"/>
                  </a:lnTo>
                  <a:lnTo>
                    <a:pt x="553948" y="58420"/>
                  </a:lnTo>
                  <a:lnTo>
                    <a:pt x="553948" y="87630"/>
                  </a:lnTo>
                  <a:lnTo>
                    <a:pt x="568515" y="87630"/>
                  </a:lnTo>
                  <a:lnTo>
                    <a:pt x="583095" y="87630"/>
                  </a:lnTo>
                  <a:lnTo>
                    <a:pt x="583095" y="72390"/>
                  </a:lnTo>
                  <a:lnTo>
                    <a:pt x="597674" y="72390"/>
                  </a:lnTo>
                  <a:lnTo>
                    <a:pt x="597674" y="58420"/>
                  </a:lnTo>
                  <a:close/>
                </a:path>
                <a:path w="948054" h="146050">
                  <a:moveTo>
                    <a:pt x="597674" y="29210"/>
                  </a:moveTo>
                  <a:lnTo>
                    <a:pt x="583095" y="29210"/>
                  </a:lnTo>
                  <a:lnTo>
                    <a:pt x="583095" y="43180"/>
                  </a:lnTo>
                  <a:lnTo>
                    <a:pt x="597674" y="43180"/>
                  </a:lnTo>
                  <a:lnTo>
                    <a:pt x="597674" y="29210"/>
                  </a:lnTo>
                  <a:close/>
                </a:path>
                <a:path w="948054" h="146050">
                  <a:moveTo>
                    <a:pt x="626833" y="0"/>
                  </a:moveTo>
                  <a:lnTo>
                    <a:pt x="612254" y="0"/>
                  </a:lnTo>
                  <a:lnTo>
                    <a:pt x="612254" y="29210"/>
                  </a:lnTo>
                  <a:lnTo>
                    <a:pt x="626833" y="29210"/>
                  </a:lnTo>
                  <a:lnTo>
                    <a:pt x="626833" y="0"/>
                  </a:lnTo>
                  <a:close/>
                </a:path>
                <a:path w="948054" h="146050">
                  <a:moveTo>
                    <a:pt x="641413" y="29210"/>
                  </a:moveTo>
                  <a:lnTo>
                    <a:pt x="626833" y="29210"/>
                  </a:lnTo>
                  <a:lnTo>
                    <a:pt x="626833" y="58420"/>
                  </a:lnTo>
                  <a:lnTo>
                    <a:pt x="641413" y="58420"/>
                  </a:lnTo>
                  <a:lnTo>
                    <a:pt x="641413" y="29210"/>
                  </a:lnTo>
                  <a:close/>
                </a:path>
                <a:path w="948054" h="146050">
                  <a:moveTo>
                    <a:pt x="670560" y="0"/>
                  </a:moveTo>
                  <a:lnTo>
                    <a:pt x="655980" y="0"/>
                  </a:lnTo>
                  <a:lnTo>
                    <a:pt x="641413" y="0"/>
                  </a:lnTo>
                  <a:lnTo>
                    <a:pt x="641413" y="13970"/>
                  </a:lnTo>
                  <a:lnTo>
                    <a:pt x="655980" y="13970"/>
                  </a:lnTo>
                  <a:lnTo>
                    <a:pt x="670560" y="13970"/>
                  </a:lnTo>
                  <a:lnTo>
                    <a:pt x="670560" y="0"/>
                  </a:lnTo>
                  <a:close/>
                </a:path>
                <a:path w="948054" h="146050">
                  <a:moveTo>
                    <a:pt x="728865" y="0"/>
                  </a:moveTo>
                  <a:lnTo>
                    <a:pt x="714298" y="0"/>
                  </a:lnTo>
                  <a:lnTo>
                    <a:pt x="699719" y="0"/>
                  </a:lnTo>
                  <a:lnTo>
                    <a:pt x="699719" y="29210"/>
                  </a:lnTo>
                  <a:lnTo>
                    <a:pt x="685139" y="29210"/>
                  </a:lnTo>
                  <a:lnTo>
                    <a:pt x="685139" y="13970"/>
                  </a:lnTo>
                  <a:lnTo>
                    <a:pt x="670560" y="13970"/>
                  </a:lnTo>
                  <a:lnTo>
                    <a:pt x="670560" y="29210"/>
                  </a:lnTo>
                  <a:lnTo>
                    <a:pt x="655980" y="29210"/>
                  </a:lnTo>
                  <a:lnTo>
                    <a:pt x="655980" y="43180"/>
                  </a:lnTo>
                  <a:lnTo>
                    <a:pt x="670560" y="43180"/>
                  </a:lnTo>
                  <a:lnTo>
                    <a:pt x="685139" y="43180"/>
                  </a:lnTo>
                  <a:lnTo>
                    <a:pt x="699719" y="43180"/>
                  </a:lnTo>
                  <a:lnTo>
                    <a:pt x="699719" y="58420"/>
                  </a:lnTo>
                  <a:lnTo>
                    <a:pt x="714298" y="58420"/>
                  </a:lnTo>
                  <a:lnTo>
                    <a:pt x="714298" y="43180"/>
                  </a:lnTo>
                  <a:lnTo>
                    <a:pt x="728865" y="43180"/>
                  </a:lnTo>
                  <a:lnTo>
                    <a:pt x="728865" y="29210"/>
                  </a:lnTo>
                  <a:lnTo>
                    <a:pt x="714298" y="29210"/>
                  </a:lnTo>
                  <a:lnTo>
                    <a:pt x="714298" y="13970"/>
                  </a:lnTo>
                  <a:lnTo>
                    <a:pt x="728865" y="13970"/>
                  </a:lnTo>
                  <a:lnTo>
                    <a:pt x="728865" y="0"/>
                  </a:lnTo>
                  <a:close/>
                </a:path>
                <a:path w="948054" h="146050">
                  <a:moveTo>
                    <a:pt x="801763" y="0"/>
                  </a:moveTo>
                  <a:lnTo>
                    <a:pt x="787184" y="0"/>
                  </a:lnTo>
                  <a:lnTo>
                    <a:pt x="772604" y="0"/>
                  </a:lnTo>
                  <a:lnTo>
                    <a:pt x="772604" y="29210"/>
                  </a:lnTo>
                  <a:lnTo>
                    <a:pt x="758024" y="29210"/>
                  </a:lnTo>
                  <a:lnTo>
                    <a:pt x="758024" y="43180"/>
                  </a:lnTo>
                  <a:lnTo>
                    <a:pt x="772604" y="43180"/>
                  </a:lnTo>
                  <a:lnTo>
                    <a:pt x="787184" y="43180"/>
                  </a:lnTo>
                  <a:lnTo>
                    <a:pt x="787184" y="58420"/>
                  </a:lnTo>
                  <a:lnTo>
                    <a:pt x="801763" y="58420"/>
                  </a:lnTo>
                  <a:lnTo>
                    <a:pt x="801763" y="29210"/>
                  </a:lnTo>
                  <a:lnTo>
                    <a:pt x="787184" y="29210"/>
                  </a:lnTo>
                  <a:lnTo>
                    <a:pt x="787184" y="13970"/>
                  </a:lnTo>
                  <a:lnTo>
                    <a:pt x="801763" y="13970"/>
                  </a:lnTo>
                  <a:lnTo>
                    <a:pt x="801763" y="0"/>
                  </a:lnTo>
                  <a:close/>
                </a:path>
                <a:path w="948054" h="146050">
                  <a:moveTo>
                    <a:pt x="830910" y="0"/>
                  </a:moveTo>
                  <a:lnTo>
                    <a:pt x="816330" y="0"/>
                  </a:lnTo>
                  <a:lnTo>
                    <a:pt x="816330" y="13970"/>
                  </a:lnTo>
                  <a:lnTo>
                    <a:pt x="830910" y="13970"/>
                  </a:lnTo>
                  <a:lnTo>
                    <a:pt x="830910" y="0"/>
                  </a:lnTo>
                  <a:close/>
                </a:path>
                <a:path w="948054" h="146050">
                  <a:moveTo>
                    <a:pt x="845489" y="13970"/>
                  </a:moveTo>
                  <a:lnTo>
                    <a:pt x="830910" y="13970"/>
                  </a:lnTo>
                  <a:lnTo>
                    <a:pt x="830910" y="29210"/>
                  </a:lnTo>
                  <a:lnTo>
                    <a:pt x="845489" y="29210"/>
                  </a:lnTo>
                  <a:lnTo>
                    <a:pt x="845489" y="13970"/>
                  </a:lnTo>
                  <a:close/>
                </a:path>
                <a:path w="948054" h="146050">
                  <a:moveTo>
                    <a:pt x="932954" y="43180"/>
                  </a:moveTo>
                  <a:lnTo>
                    <a:pt x="918375" y="43180"/>
                  </a:lnTo>
                  <a:lnTo>
                    <a:pt x="903795" y="43180"/>
                  </a:lnTo>
                  <a:lnTo>
                    <a:pt x="903795" y="0"/>
                  </a:lnTo>
                  <a:lnTo>
                    <a:pt x="889228" y="0"/>
                  </a:lnTo>
                  <a:lnTo>
                    <a:pt x="874649" y="0"/>
                  </a:lnTo>
                  <a:lnTo>
                    <a:pt x="860069" y="0"/>
                  </a:lnTo>
                  <a:lnTo>
                    <a:pt x="860069" y="13970"/>
                  </a:lnTo>
                  <a:lnTo>
                    <a:pt x="874649" y="13970"/>
                  </a:lnTo>
                  <a:lnTo>
                    <a:pt x="874649" y="43180"/>
                  </a:lnTo>
                  <a:lnTo>
                    <a:pt x="860069" y="43180"/>
                  </a:lnTo>
                  <a:lnTo>
                    <a:pt x="845489" y="43180"/>
                  </a:lnTo>
                  <a:lnTo>
                    <a:pt x="830910" y="43180"/>
                  </a:lnTo>
                  <a:lnTo>
                    <a:pt x="816330" y="43180"/>
                  </a:lnTo>
                  <a:lnTo>
                    <a:pt x="816330" y="58420"/>
                  </a:lnTo>
                  <a:lnTo>
                    <a:pt x="830910" y="58420"/>
                  </a:lnTo>
                  <a:lnTo>
                    <a:pt x="830910" y="116840"/>
                  </a:lnTo>
                  <a:lnTo>
                    <a:pt x="845489" y="116840"/>
                  </a:lnTo>
                  <a:lnTo>
                    <a:pt x="845489" y="58420"/>
                  </a:lnTo>
                  <a:lnTo>
                    <a:pt x="860069" y="58420"/>
                  </a:lnTo>
                  <a:lnTo>
                    <a:pt x="874649" y="58420"/>
                  </a:lnTo>
                  <a:lnTo>
                    <a:pt x="889228" y="58420"/>
                  </a:lnTo>
                  <a:lnTo>
                    <a:pt x="903795" y="58420"/>
                  </a:lnTo>
                  <a:lnTo>
                    <a:pt x="903795" y="87630"/>
                  </a:lnTo>
                  <a:lnTo>
                    <a:pt x="918375" y="87630"/>
                  </a:lnTo>
                  <a:lnTo>
                    <a:pt x="918375" y="101600"/>
                  </a:lnTo>
                  <a:lnTo>
                    <a:pt x="932954" y="101600"/>
                  </a:lnTo>
                  <a:lnTo>
                    <a:pt x="932954" y="43180"/>
                  </a:lnTo>
                  <a:close/>
                </a:path>
                <a:path w="948054" h="146050">
                  <a:moveTo>
                    <a:pt x="947534" y="29210"/>
                  </a:moveTo>
                  <a:lnTo>
                    <a:pt x="932954" y="29210"/>
                  </a:lnTo>
                  <a:lnTo>
                    <a:pt x="932954" y="43180"/>
                  </a:lnTo>
                  <a:lnTo>
                    <a:pt x="947534" y="43180"/>
                  </a:lnTo>
                  <a:lnTo>
                    <a:pt x="947534" y="292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033706" y="3844238"/>
              <a:ext cx="948055" cy="116839"/>
            </a:xfrm>
            <a:custGeom>
              <a:avLst/>
              <a:gdLst/>
              <a:ahLst/>
              <a:cxnLst/>
              <a:rect l="l" t="t" r="r" b="b"/>
              <a:pathLst>
                <a:path w="948054" h="116839">
                  <a:moveTo>
                    <a:pt x="29159" y="29210"/>
                  </a:moveTo>
                  <a:lnTo>
                    <a:pt x="14579" y="29210"/>
                  </a:lnTo>
                  <a:lnTo>
                    <a:pt x="14579" y="43180"/>
                  </a:lnTo>
                  <a:lnTo>
                    <a:pt x="0" y="43180"/>
                  </a:lnTo>
                  <a:lnTo>
                    <a:pt x="0" y="72390"/>
                  </a:lnTo>
                  <a:lnTo>
                    <a:pt x="14579" y="72390"/>
                  </a:lnTo>
                  <a:lnTo>
                    <a:pt x="14579" y="58420"/>
                  </a:lnTo>
                  <a:lnTo>
                    <a:pt x="29159" y="58420"/>
                  </a:lnTo>
                  <a:lnTo>
                    <a:pt x="29159" y="29210"/>
                  </a:lnTo>
                  <a:close/>
                </a:path>
                <a:path w="948054" h="116839">
                  <a:moveTo>
                    <a:pt x="72885" y="43180"/>
                  </a:moveTo>
                  <a:lnTo>
                    <a:pt x="58305" y="43180"/>
                  </a:lnTo>
                  <a:lnTo>
                    <a:pt x="58305" y="58420"/>
                  </a:lnTo>
                  <a:lnTo>
                    <a:pt x="43738" y="58420"/>
                  </a:lnTo>
                  <a:lnTo>
                    <a:pt x="43738" y="101600"/>
                  </a:lnTo>
                  <a:lnTo>
                    <a:pt x="58305" y="101600"/>
                  </a:lnTo>
                  <a:lnTo>
                    <a:pt x="58305" y="72390"/>
                  </a:lnTo>
                  <a:lnTo>
                    <a:pt x="72885" y="72390"/>
                  </a:lnTo>
                  <a:lnTo>
                    <a:pt x="72885" y="43180"/>
                  </a:lnTo>
                  <a:close/>
                </a:path>
                <a:path w="948054" h="116839">
                  <a:moveTo>
                    <a:pt x="102044" y="43180"/>
                  </a:moveTo>
                  <a:lnTo>
                    <a:pt x="87464" y="43180"/>
                  </a:lnTo>
                  <a:lnTo>
                    <a:pt x="87464" y="58420"/>
                  </a:lnTo>
                  <a:lnTo>
                    <a:pt x="102044" y="58420"/>
                  </a:lnTo>
                  <a:lnTo>
                    <a:pt x="102044" y="43180"/>
                  </a:lnTo>
                  <a:close/>
                </a:path>
                <a:path w="948054" h="116839">
                  <a:moveTo>
                    <a:pt x="102044" y="13970"/>
                  </a:moveTo>
                  <a:lnTo>
                    <a:pt x="87464" y="13970"/>
                  </a:lnTo>
                  <a:lnTo>
                    <a:pt x="87464" y="29210"/>
                  </a:lnTo>
                  <a:lnTo>
                    <a:pt x="102044" y="29210"/>
                  </a:lnTo>
                  <a:lnTo>
                    <a:pt x="102044" y="13970"/>
                  </a:lnTo>
                  <a:close/>
                </a:path>
                <a:path w="948054" h="116839">
                  <a:moveTo>
                    <a:pt x="116624" y="58420"/>
                  </a:moveTo>
                  <a:lnTo>
                    <a:pt x="102044" y="58420"/>
                  </a:lnTo>
                  <a:lnTo>
                    <a:pt x="102044" y="72390"/>
                  </a:lnTo>
                  <a:lnTo>
                    <a:pt x="116624" y="72390"/>
                  </a:lnTo>
                  <a:lnTo>
                    <a:pt x="116624" y="58420"/>
                  </a:lnTo>
                  <a:close/>
                </a:path>
                <a:path w="948054" h="116839">
                  <a:moveTo>
                    <a:pt x="160350" y="29210"/>
                  </a:moveTo>
                  <a:lnTo>
                    <a:pt x="145770" y="29210"/>
                  </a:lnTo>
                  <a:lnTo>
                    <a:pt x="145770" y="43180"/>
                  </a:lnTo>
                  <a:lnTo>
                    <a:pt x="160350" y="43180"/>
                  </a:lnTo>
                  <a:lnTo>
                    <a:pt x="160350" y="29210"/>
                  </a:lnTo>
                  <a:close/>
                </a:path>
                <a:path w="948054" h="116839">
                  <a:moveTo>
                    <a:pt x="174929" y="43180"/>
                  </a:moveTo>
                  <a:lnTo>
                    <a:pt x="160350" y="43180"/>
                  </a:lnTo>
                  <a:lnTo>
                    <a:pt x="160350" y="58420"/>
                  </a:lnTo>
                  <a:lnTo>
                    <a:pt x="145770" y="58420"/>
                  </a:lnTo>
                  <a:lnTo>
                    <a:pt x="145770" y="43180"/>
                  </a:lnTo>
                  <a:lnTo>
                    <a:pt x="131203" y="43180"/>
                  </a:lnTo>
                  <a:lnTo>
                    <a:pt x="131203" y="29210"/>
                  </a:lnTo>
                  <a:lnTo>
                    <a:pt x="116624" y="29210"/>
                  </a:lnTo>
                  <a:lnTo>
                    <a:pt x="102044" y="29210"/>
                  </a:lnTo>
                  <a:lnTo>
                    <a:pt x="102044" y="43180"/>
                  </a:lnTo>
                  <a:lnTo>
                    <a:pt x="116624" y="43180"/>
                  </a:lnTo>
                  <a:lnTo>
                    <a:pt x="116624" y="58420"/>
                  </a:lnTo>
                  <a:lnTo>
                    <a:pt x="131203" y="58420"/>
                  </a:lnTo>
                  <a:lnTo>
                    <a:pt x="131203" y="87630"/>
                  </a:lnTo>
                  <a:lnTo>
                    <a:pt x="145770" y="87630"/>
                  </a:lnTo>
                  <a:lnTo>
                    <a:pt x="145770" y="101600"/>
                  </a:lnTo>
                  <a:lnTo>
                    <a:pt x="160350" y="101600"/>
                  </a:lnTo>
                  <a:lnTo>
                    <a:pt x="160350" y="72390"/>
                  </a:lnTo>
                  <a:lnTo>
                    <a:pt x="174929" y="72390"/>
                  </a:lnTo>
                  <a:lnTo>
                    <a:pt x="174929" y="43180"/>
                  </a:lnTo>
                  <a:close/>
                </a:path>
                <a:path w="948054" h="116839">
                  <a:moveTo>
                    <a:pt x="218668" y="13970"/>
                  </a:moveTo>
                  <a:lnTo>
                    <a:pt x="204089" y="13970"/>
                  </a:lnTo>
                  <a:lnTo>
                    <a:pt x="189509" y="13970"/>
                  </a:lnTo>
                  <a:lnTo>
                    <a:pt x="189509" y="29210"/>
                  </a:lnTo>
                  <a:lnTo>
                    <a:pt x="174929" y="29210"/>
                  </a:lnTo>
                  <a:lnTo>
                    <a:pt x="174929" y="43180"/>
                  </a:lnTo>
                  <a:lnTo>
                    <a:pt x="189509" y="43180"/>
                  </a:lnTo>
                  <a:lnTo>
                    <a:pt x="189509" y="58420"/>
                  </a:lnTo>
                  <a:lnTo>
                    <a:pt x="204089" y="58420"/>
                  </a:lnTo>
                  <a:lnTo>
                    <a:pt x="204089" y="72390"/>
                  </a:lnTo>
                  <a:lnTo>
                    <a:pt x="218668" y="72390"/>
                  </a:lnTo>
                  <a:lnTo>
                    <a:pt x="218668" y="13970"/>
                  </a:lnTo>
                  <a:close/>
                </a:path>
                <a:path w="948054" h="116839">
                  <a:moveTo>
                    <a:pt x="247815" y="13970"/>
                  </a:moveTo>
                  <a:lnTo>
                    <a:pt x="233235" y="13970"/>
                  </a:lnTo>
                  <a:lnTo>
                    <a:pt x="233235" y="58420"/>
                  </a:lnTo>
                  <a:lnTo>
                    <a:pt x="247815" y="58420"/>
                  </a:lnTo>
                  <a:lnTo>
                    <a:pt x="247815" y="13970"/>
                  </a:lnTo>
                  <a:close/>
                </a:path>
                <a:path w="948054" h="116839">
                  <a:moveTo>
                    <a:pt x="276974" y="58420"/>
                  </a:moveTo>
                  <a:lnTo>
                    <a:pt x="262394" y="58420"/>
                  </a:lnTo>
                  <a:lnTo>
                    <a:pt x="262394" y="87630"/>
                  </a:lnTo>
                  <a:lnTo>
                    <a:pt x="276974" y="87630"/>
                  </a:lnTo>
                  <a:lnTo>
                    <a:pt x="276974" y="58420"/>
                  </a:lnTo>
                  <a:close/>
                </a:path>
                <a:path w="948054" h="116839">
                  <a:moveTo>
                    <a:pt x="291553" y="13970"/>
                  </a:moveTo>
                  <a:lnTo>
                    <a:pt x="276974" y="13970"/>
                  </a:lnTo>
                  <a:lnTo>
                    <a:pt x="262394" y="13970"/>
                  </a:lnTo>
                  <a:lnTo>
                    <a:pt x="262394" y="29210"/>
                  </a:lnTo>
                  <a:lnTo>
                    <a:pt x="276974" y="29210"/>
                  </a:lnTo>
                  <a:lnTo>
                    <a:pt x="276974" y="43180"/>
                  </a:lnTo>
                  <a:lnTo>
                    <a:pt x="291553" y="43180"/>
                  </a:lnTo>
                  <a:lnTo>
                    <a:pt x="291553" y="13970"/>
                  </a:lnTo>
                  <a:close/>
                </a:path>
                <a:path w="948054" h="116839">
                  <a:moveTo>
                    <a:pt x="364439" y="43180"/>
                  </a:moveTo>
                  <a:lnTo>
                    <a:pt x="349859" y="43180"/>
                  </a:lnTo>
                  <a:lnTo>
                    <a:pt x="349859" y="29210"/>
                  </a:lnTo>
                  <a:lnTo>
                    <a:pt x="335280" y="29210"/>
                  </a:lnTo>
                  <a:lnTo>
                    <a:pt x="335280" y="13970"/>
                  </a:lnTo>
                  <a:lnTo>
                    <a:pt x="320700" y="13970"/>
                  </a:lnTo>
                  <a:lnTo>
                    <a:pt x="320700" y="72390"/>
                  </a:lnTo>
                  <a:lnTo>
                    <a:pt x="335280" y="72390"/>
                  </a:lnTo>
                  <a:lnTo>
                    <a:pt x="335280" y="58420"/>
                  </a:lnTo>
                  <a:lnTo>
                    <a:pt x="349859" y="58420"/>
                  </a:lnTo>
                  <a:lnTo>
                    <a:pt x="364439" y="58420"/>
                  </a:lnTo>
                  <a:lnTo>
                    <a:pt x="364439" y="43180"/>
                  </a:lnTo>
                  <a:close/>
                </a:path>
                <a:path w="948054" h="116839">
                  <a:moveTo>
                    <a:pt x="393585" y="13970"/>
                  </a:moveTo>
                  <a:lnTo>
                    <a:pt x="379018" y="13970"/>
                  </a:lnTo>
                  <a:lnTo>
                    <a:pt x="379018" y="29210"/>
                  </a:lnTo>
                  <a:lnTo>
                    <a:pt x="393585" y="29210"/>
                  </a:lnTo>
                  <a:lnTo>
                    <a:pt x="393585" y="13970"/>
                  </a:lnTo>
                  <a:close/>
                </a:path>
                <a:path w="948054" h="116839">
                  <a:moveTo>
                    <a:pt x="422744" y="43180"/>
                  </a:moveTo>
                  <a:lnTo>
                    <a:pt x="408165" y="43180"/>
                  </a:lnTo>
                  <a:lnTo>
                    <a:pt x="408165" y="58420"/>
                  </a:lnTo>
                  <a:lnTo>
                    <a:pt x="393585" y="58420"/>
                  </a:lnTo>
                  <a:lnTo>
                    <a:pt x="393585" y="43180"/>
                  </a:lnTo>
                  <a:lnTo>
                    <a:pt x="379018" y="43180"/>
                  </a:lnTo>
                  <a:lnTo>
                    <a:pt x="379018" y="58420"/>
                  </a:lnTo>
                  <a:lnTo>
                    <a:pt x="364439" y="58420"/>
                  </a:lnTo>
                  <a:lnTo>
                    <a:pt x="364439" y="72390"/>
                  </a:lnTo>
                  <a:lnTo>
                    <a:pt x="379018" y="72390"/>
                  </a:lnTo>
                  <a:lnTo>
                    <a:pt x="379018" y="87630"/>
                  </a:lnTo>
                  <a:lnTo>
                    <a:pt x="393585" y="87630"/>
                  </a:lnTo>
                  <a:lnTo>
                    <a:pt x="393585" y="72390"/>
                  </a:lnTo>
                  <a:lnTo>
                    <a:pt x="408165" y="72390"/>
                  </a:lnTo>
                  <a:lnTo>
                    <a:pt x="408165" y="101600"/>
                  </a:lnTo>
                  <a:lnTo>
                    <a:pt x="422744" y="101600"/>
                  </a:lnTo>
                  <a:lnTo>
                    <a:pt x="422744" y="43180"/>
                  </a:lnTo>
                  <a:close/>
                </a:path>
                <a:path w="948054" h="116839">
                  <a:moveTo>
                    <a:pt x="466483" y="58420"/>
                  </a:moveTo>
                  <a:lnTo>
                    <a:pt x="451904" y="58420"/>
                  </a:lnTo>
                  <a:lnTo>
                    <a:pt x="437324" y="58420"/>
                  </a:lnTo>
                  <a:lnTo>
                    <a:pt x="437324" y="72390"/>
                  </a:lnTo>
                  <a:lnTo>
                    <a:pt x="451904" y="72390"/>
                  </a:lnTo>
                  <a:lnTo>
                    <a:pt x="451904" y="87630"/>
                  </a:lnTo>
                  <a:lnTo>
                    <a:pt x="466483" y="87630"/>
                  </a:lnTo>
                  <a:lnTo>
                    <a:pt x="466483" y="58420"/>
                  </a:lnTo>
                  <a:close/>
                </a:path>
                <a:path w="948054" h="116839">
                  <a:moveTo>
                    <a:pt x="510209" y="43180"/>
                  </a:moveTo>
                  <a:lnTo>
                    <a:pt x="495630" y="43180"/>
                  </a:lnTo>
                  <a:lnTo>
                    <a:pt x="495630" y="13970"/>
                  </a:lnTo>
                  <a:lnTo>
                    <a:pt x="481050" y="13970"/>
                  </a:lnTo>
                  <a:lnTo>
                    <a:pt x="481050" y="72390"/>
                  </a:lnTo>
                  <a:lnTo>
                    <a:pt x="495630" y="72390"/>
                  </a:lnTo>
                  <a:lnTo>
                    <a:pt x="495630" y="58420"/>
                  </a:lnTo>
                  <a:lnTo>
                    <a:pt x="510209" y="58420"/>
                  </a:lnTo>
                  <a:lnTo>
                    <a:pt x="510209" y="43180"/>
                  </a:lnTo>
                  <a:close/>
                </a:path>
                <a:path w="948054" h="116839">
                  <a:moveTo>
                    <a:pt x="539369" y="58420"/>
                  </a:moveTo>
                  <a:lnTo>
                    <a:pt x="524789" y="58420"/>
                  </a:lnTo>
                  <a:lnTo>
                    <a:pt x="524789" y="87630"/>
                  </a:lnTo>
                  <a:lnTo>
                    <a:pt x="539369" y="87630"/>
                  </a:lnTo>
                  <a:lnTo>
                    <a:pt x="539369" y="58420"/>
                  </a:lnTo>
                  <a:close/>
                </a:path>
                <a:path w="948054" h="116839">
                  <a:moveTo>
                    <a:pt x="553948" y="29210"/>
                  </a:moveTo>
                  <a:lnTo>
                    <a:pt x="539369" y="29210"/>
                  </a:lnTo>
                  <a:lnTo>
                    <a:pt x="539369" y="43180"/>
                  </a:lnTo>
                  <a:lnTo>
                    <a:pt x="553948" y="43180"/>
                  </a:lnTo>
                  <a:lnTo>
                    <a:pt x="553948" y="29210"/>
                  </a:lnTo>
                  <a:close/>
                </a:path>
                <a:path w="948054" h="116839">
                  <a:moveTo>
                    <a:pt x="583095" y="43180"/>
                  </a:moveTo>
                  <a:lnTo>
                    <a:pt x="568515" y="43180"/>
                  </a:lnTo>
                  <a:lnTo>
                    <a:pt x="553948" y="43180"/>
                  </a:lnTo>
                  <a:lnTo>
                    <a:pt x="553948" y="58420"/>
                  </a:lnTo>
                  <a:lnTo>
                    <a:pt x="568515" y="58420"/>
                  </a:lnTo>
                  <a:lnTo>
                    <a:pt x="568515" y="87630"/>
                  </a:lnTo>
                  <a:lnTo>
                    <a:pt x="583095" y="87630"/>
                  </a:lnTo>
                  <a:lnTo>
                    <a:pt x="583095" y="43180"/>
                  </a:lnTo>
                  <a:close/>
                </a:path>
                <a:path w="948054" h="116839">
                  <a:moveTo>
                    <a:pt x="597674" y="29210"/>
                  </a:moveTo>
                  <a:lnTo>
                    <a:pt x="583095" y="29210"/>
                  </a:lnTo>
                  <a:lnTo>
                    <a:pt x="583095" y="43180"/>
                  </a:lnTo>
                  <a:lnTo>
                    <a:pt x="597674" y="43180"/>
                  </a:lnTo>
                  <a:lnTo>
                    <a:pt x="597674" y="29210"/>
                  </a:lnTo>
                  <a:close/>
                </a:path>
                <a:path w="948054" h="116839">
                  <a:moveTo>
                    <a:pt x="597674" y="0"/>
                  </a:moveTo>
                  <a:lnTo>
                    <a:pt x="583095" y="0"/>
                  </a:lnTo>
                  <a:lnTo>
                    <a:pt x="583095" y="13970"/>
                  </a:lnTo>
                  <a:lnTo>
                    <a:pt x="597674" y="13970"/>
                  </a:lnTo>
                  <a:lnTo>
                    <a:pt x="597674" y="0"/>
                  </a:lnTo>
                  <a:close/>
                </a:path>
                <a:path w="948054" h="116839">
                  <a:moveTo>
                    <a:pt x="612254" y="58420"/>
                  </a:moveTo>
                  <a:lnTo>
                    <a:pt x="597674" y="58420"/>
                  </a:lnTo>
                  <a:lnTo>
                    <a:pt x="597674" y="72390"/>
                  </a:lnTo>
                  <a:lnTo>
                    <a:pt x="612254" y="72390"/>
                  </a:lnTo>
                  <a:lnTo>
                    <a:pt x="612254" y="58420"/>
                  </a:lnTo>
                  <a:close/>
                </a:path>
                <a:path w="948054" h="116839">
                  <a:moveTo>
                    <a:pt x="626833" y="29210"/>
                  </a:moveTo>
                  <a:lnTo>
                    <a:pt x="612254" y="29210"/>
                  </a:lnTo>
                  <a:lnTo>
                    <a:pt x="612254" y="43180"/>
                  </a:lnTo>
                  <a:lnTo>
                    <a:pt x="626833" y="43180"/>
                  </a:lnTo>
                  <a:lnTo>
                    <a:pt x="626833" y="29210"/>
                  </a:lnTo>
                  <a:close/>
                </a:path>
                <a:path w="948054" h="116839">
                  <a:moveTo>
                    <a:pt x="655980" y="43180"/>
                  </a:moveTo>
                  <a:lnTo>
                    <a:pt x="641413" y="43180"/>
                  </a:lnTo>
                  <a:lnTo>
                    <a:pt x="626833" y="43180"/>
                  </a:lnTo>
                  <a:lnTo>
                    <a:pt x="626833" y="72390"/>
                  </a:lnTo>
                  <a:lnTo>
                    <a:pt x="641413" y="72390"/>
                  </a:lnTo>
                  <a:lnTo>
                    <a:pt x="641413" y="58420"/>
                  </a:lnTo>
                  <a:lnTo>
                    <a:pt x="655980" y="58420"/>
                  </a:lnTo>
                  <a:lnTo>
                    <a:pt x="655980" y="43180"/>
                  </a:lnTo>
                  <a:close/>
                </a:path>
                <a:path w="948054" h="116839">
                  <a:moveTo>
                    <a:pt x="670560" y="29210"/>
                  </a:moveTo>
                  <a:lnTo>
                    <a:pt x="655980" y="29210"/>
                  </a:lnTo>
                  <a:lnTo>
                    <a:pt x="655980" y="43180"/>
                  </a:lnTo>
                  <a:lnTo>
                    <a:pt x="670560" y="43180"/>
                  </a:lnTo>
                  <a:lnTo>
                    <a:pt x="670560" y="29210"/>
                  </a:lnTo>
                  <a:close/>
                </a:path>
                <a:path w="948054" h="116839">
                  <a:moveTo>
                    <a:pt x="670560" y="0"/>
                  </a:moveTo>
                  <a:lnTo>
                    <a:pt x="655980" y="0"/>
                  </a:lnTo>
                  <a:lnTo>
                    <a:pt x="641413" y="0"/>
                  </a:lnTo>
                  <a:lnTo>
                    <a:pt x="641413" y="29210"/>
                  </a:lnTo>
                  <a:lnTo>
                    <a:pt x="655980" y="29210"/>
                  </a:lnTo>
                  <a:lnTo>
                    <a:pt x="655980" y="13970"/>
                  </a:lnTo>
                  <a:lnTo>
                    <a:pt x="670560" y="13970"/>
                  </a:lnTo>
                  <a:lnTo>
                    <a:pt x="670560" y="0"/>
                  </a:lnTo>
                  <a:close/>
                </a:path>
                <a:path w="948054" h="116839">
                  <a:moveTo>
                    <a:pt x="685139" y="43180"/>
                  </a:moveTo>
                  <a:lnTo>
                    <a:pt x="670560" y="43180"/>
                  </a:lnTo>
                  <a:lnTo>
                    <a:pt x="670560" y="58420"/>
                  </a:lnTo>
                  <a:lnTo>
                    <a:pt x="655980" y="58420"/>
                  </a:lnTo>
                  <a:lnTo>
                    <a:pt x="655980" y="116840"/>
                  </a:lnTo>
                  <a:lnTo>
                    <a:pt x="670560" y="116840"/>
                  </a:lnTo>
                  <a:lnTo>
                    <a:pt x="670560" y="72390"/>
                  </a:lnTo>
                  <a:lnTo>
                    <a:pt x="685139" y="72390"/>
                  </a:lnTo>
                  <a:lnTo>
                    <a:pt x="685139" y="43180"/>
                  </a:lnTo>
                  <a:close/>
                </a:path>
                <a:path w="948054" h="116839">
                  <a:moveTo>
                    <a:pt x="699719" y="13970"/>
                  </a:moveTo>
                  <a:lnTo>
                    <a:pt x="685139" y="13970"/>
                  </a:lnTo>
                  <a:lnTo>
                    <a:pt x="670560" y="13970"/>
                  </a:lnTo>
                  <a:lnTo>
                    <a:pt x="670560" y="29210"/>
                  </a:lnTo>
                  <a:lnTo>
                    <a:pt x="685139" y="29210"/>
                  </a:lnTo>
                  <a:lnTo>
                    <a:pt x="699719" y="29210"/>
                  </a:lnTo>
                  <a:lnTo>
                    <a:pt x="699719" y="13970"/>
                  </a:lnTo>
                  <a:close/>
                </a:path>
                <a:path w="948054" h="116839">
                  <a:moveTo>
                    <a:pt x="787184" y="58420"/>
                  </a:moveTo>
                  <a:lnTo>
                    <a:pt x="772604" y="58420"/>
                  </a:lnTo>
                  <a:lnTo>
                    <a:pt x="758024" y="58420"/>
                  </a:lnTo>
                  <a:lnTo>
                    <a:pt x="758024" y="87630"/>
                  </a:lnTo>
                  <a:lnTo>
                    <a:pt x="772604" y="87630"/>
                  </a:lnTo>
                  <a:lnTo>
                    <a:pt x="787184" y="87630"/>
                  </a:lnTo>
                  <a:lnTo>
                    <a:pt x="787184" y="58420"/>
                  </a:lnTo>
                  <a:close/>
                </a:path>
                <a:path w="948054" h="116839">
                  <a:moveTo>
                    <a:pt x="801763" y="43180"/>
                  </a:moveTo>
                  <a:lnTo>
                    <a:pt x="787184" y="43180"/>
                  </a:lnTo>
                  <a:lnTo>
                    <a:pt x="787184" y="58420"/>
                  </a:lnTo>
                  <a:lnTo>
                    <a:pt x="801763" y="58420"/>
                  </a:lnTo>
                  <a:lnTo>
                    <a:pt x="801763" y="43180"/>
                  </a:lnTo>
                  <a:close/>
                </a:path>
                <a:path w="948054" h="116839">
                  <a:moveTo>
                    <a:pt x="830910" y="43180"/>
                  </a:moveTo>
                  <a:lnTo>
                    <a:pt x="816330" y="43180"/>
                  </a:lnTo>
                  <a:lnTo>
                    <a:pt x="816330" y="58420"/>
                  </a:lnTo>
                  <a:lnTo>
                    <a:pt x="801763" y="58420"/>
                  </a:lnTo>
                  <a:lnTo>
                    <a:pt x="801763" y="87630"/>
                  </a:lnTo>
                  <a:lnTo>
                    <a:pt x="816330" y="87630"/>
                  </a:lnTo>
                  <a:lnTo>
                    <a:pt x="816330" y="72390"/>
                  </a:lnTo>
                  <a:lnTo>
                    <a:pt x="830910" y="72390"/>
                  </a:lnTo>
                  <a:lnTo>
                    <a:pt x="830910" y="43180"/>
                  </a:lnTo>
                  <a:close/>
                </a:path>
                <a:path w="948054" h="116839">
                  <a:moveTo>
                    <a:pt x="830910" y="13970"/>
                  </a:moveTo>
                  <a:lnTo>
                    <a:pt x="816330" y="13970"/>
                  </a:lnTo>
                  <a:lnTo>
                    <a:pt x="801763" y="13970"/>
                  </a:lnTo>
                  <a:lnTo>
                    <a:pt x="787184" y="13970"/>
                  </a:lnTo>
                  <a:lnTo>
                    <a:pt x="787184" y="0"/>
                  </a:lnTo>
                  <a:lnTo>
                    <a:pt x="714298" y="0"/>
                  </a:lnTo>
                  <a:lnTo>
                    <a:pt x="714298" y="87630"/>
                  </a:lnTo>
                  <a:lnTo>
                    <a:pt x="728865" y="87630"/>
                  </a:lnTo>
                  <a:lnTo>
                    <a:pt x="728865" y="58420"/>
                  </a:lnTo>
                  <a:lnTo>
                    <a:pt x="743445" y="58420"/>
                  </a:lnTo>
                  <a:lnTo>
                    <a:pt x="758024" y="58420"/>
                  </a:lnTo>
                  <a:lnTo>
                    <a:pt x="758024" y="29210"/>
                  </a:lnTo>
                  <a:lnTo>
                    <a:pt x="743445" y="29210"/>
                  </a:lnTo>
                  <a:lnTo>
                    <a:pt x="743445" y="43180"/>
                  </a:lnTo>
                  <a:lnTo>
                    <a:pt x="728865" y="43180"/>
                  </a:lnTo>
                  <a:lnTo>
                    <a:pt x="728865" y="13970"/>
                  </a:lnTo>
                  <a:lnTo>
                    <a:pt x="743445" y="13970"/>
                  </a:lnTo>
                  <a:lnTo>
                    <a:pt x="758024" y="13970"/>
                  </a:lnTo>
                  <a:lnTo>
                    <a:pt x="772604" y="13970"/>
                  </a:lnTo>
                  <a:lnTo>
                    <a:pt x="772604" y="29210"/>
                  </a:lnTo>
                  <a:lnTo>
                    <a:pt x="787184" y="29210"/>
                  </a:lnTo>
                  <a:lnTo>
                    <a:pt x="801763" y="29210"/>
                  </a:lnTo>
                  <a:lnTo>
                    <a:pt x="801763" y="43180"/>
                  </a:lnTo>
                  <a:lnTo>
                    <a:pt x="816330" y="43180"/>
                  </a:lnTo>
                  <a:lnTo>
                    <a:pt x="816330" y="29210"/>
                  </a:lnTo>
                  <a:lnTo>
                    <a:pt x="830910" y="29210"/>
                  </a:lnTo>
                  <a:lnTo>
                    <a:pt x="830910" y="13970"/>
                  </a:lnTo>
                  <a:close/>
                </a:path>
                <a:path w="948054" h="116839">
                  <a:moveTo>
                    <a:pt x="860069" y="43180"/>
                  </a:moveTo>
                  <a:lnTo>
                    <a:pt x="845489" y="43180"/>
                  </a:lnTo>
                  <a:lnTo>
                    <a:pt x="845489" y="58420"/>
                  </a:lnTo>
                  <a:lnTo>
                    <a:pt x="860069" y="58420"/>
                  </a:lnTo>
                  <a:lnTo>
                    <a:pt x="860069" y="43180"/>
                  </a:lnTo>
                  <a:close/>
                </a:path>
                <a:path w="948054" h="116839">
                  <a:moveTo>
                    <a:pt x="860069" y="13970"/>
                  </a:moveTo>
                  <a:lnTo>
                    <a:pt x="845489" y="13970"/>
                  </a:lnTo>
                  <a:lnTo>
                    <a:pt x="845489" y="29210"/>
                  </a:lnTo>
                  <a:lnTo>
                    <a:pt x="860069" y="29210"/>
                  </a:lnTo>
                  <a:lnTo>
                    <a:pt x="860069" y="13970"/>
                  </a:lnTo>
                  <a:close/>
                </a:path>
                <a:path w="948054" h="116839">
                  <a:moveTo>
                    <a:pt x="903795" y="13970"/>
                  </a:moveTo>
                  <a:lnTo>
                    <a:pt x="889228" y="13970"/>
                  </a:lnTo>
                  <a:lnTo>
                    <a:pt x="889228" y="29210"/>
                  </a:lnTo>
                  <a:lnTo>
                    <a:pt x="874649" y="29210"/>
                  </a:lnTo>
                  <a:lnTo>
                    <a:pt x="860069" y="29210"/>
                  </a:lnTo>
                  <a:lnTo>
                    <a:pt x="860069" y="43180"/>
                  </a:lnTo>
                  <a:lnTo>
                    <a:pt x="874649" y="43180"/>
                  </a:lnTo>
                  <a:lnTo>
                    <a:pt x="889228" y="43180"/>
                  </a:lnTo>
                  <a:lnTo>
                    <a:pt x="903795" y="43180"/>
                  </a:lnTo>
                  <a:lnTo>
                    <a:pt x="903795" y="13970"/>
                  </a:lnTo>
                  <a:close/>
                </a:path>
                <a:path w="948054" h="116839">
                  <a:moveTo>
                    <a:pt x="918375" y="43180"/>
                  </a:moveTo>
                  <a:lnTo>
                    <a:pt x="903795" y="43180"/>
                  </a:lnTo>
                  <a:lnTo>
                    <a:pt x="903795" y="72390"/>
                  </a:lnTo>
                  <a:lnTo>
                    <a:pt x="918375" y="72390"/>
                  </a:lnTo>
                  <a:lnTo>
                    <a:pt x="918375" y="43180"/>
                  </a:lnTo>
                  <a:close/>
                </a:path>
                <a:path w="948054" h="116839">
                  <a:moveTo>
                    <a:pt x="947534" y="0"/>
                  </a:moveTo>
                  <a:lnTo>
                    <a:pt x="932954" y="0"/>
                  </a:lnTo>
                  <a:lnTo>
                    <a:pt x="932954" y="29210"/>
                  </a:lnTo>
                  <a:lnTo>
                    <a:pt x="947534" y="29210"/>
                  </a:lnTo>
                  <a:lnTo>
                    <a:pt x="9475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033706" y="3902658"/>
              <a:ext cx="948055" cy="175260"/>
            </a:xfrm>
            <a:custGeom>
              <a:avLst/>
              <a:gdLst/>
              <a:ahLst/>
              <a:cxnLst/>
              <a:rect l="l" t="t" r="r" b="b"/>
              <a:pathLst>
                <a:path w="948054" h="175260">
                  <a:moveTo>
                    <a:pt x="14579" y="29210"/>
                  </a:moveTo>
                  <a:lnTo>
                    <a:pt x="0" y="29210"/>
                  </a:lnTo>
                  <a:lnTo>
                    <a:pt x="0" y="43180"/>
                  </a:lnTo>
                  <a:lnTo>
                    <a:pt x="14579" y="43180"/>
                  </a:lnTo>
                  <a:lnTo>
                    <a:pt x="14579" y="29210"/>
                  </a:lnTo>
                  <a:close/>
                </a:path>
                <a:path w="948054" h="175260">
                  <a:moveTo>
                    <a:pt x="43738" y="43180"/>
                  </a:moveTo>
                  <a:lnTo>
                    <a:pt x="29159" y="43180"/>
                  </a:lnTo>
                  <a:lnTo>
                    <a:pt x="14579" y="43180"/>
                  </a:lnTo>
                  <a:lnTo>
                    <a:pt x="14579" y="58420"/>
                  </a:lnTo>
                  <a:lnTo>
                    <a:pt x="29159" y="58420"/>
                  </a:lnTo>
                  <a:lnTo>
                    <a:pt x="43738" y="58420"/>
                  </a:lnTo>
                  <a:lnTo>
                    <a:pt x="43738" y="43180"/>
                  </a:lnTo>
                  <a:close/>
                </a:path>
                <a:path w="948054" h="175260">
                  <a:moveTo>
                    <a:pt x="43738" y="13970"/>
                  </a:moveTo>
                  <a:lnTo>
                    <a:pt x="29159" y="13970"/>
                  </a:lnTo>
                  <a:lnTo>
                    <a:pt x="29159" y="29210"/>
                  </a:lnTo>
                  <a:lnTo>
                    <a:pt x="43738" y="29210"/>
                  </a:lnTo>
                  <a:lnTo>
                    <a:pt x="43738" y="13970"/>
                  </a:lnTo>
                  <a:close/>
                </a:path>
                <a:path w="948054" h="175260">
                  <a:moveTo>
                    <a:pt x="72885" y="72390"/>
                  </a:moveTo>
                  <a:lnTo>
                    <a:pt x="72885" y="72390"/>
                  </a:lnTo>
                  <a:lnTo>
                    <a:pt x="0" y="72390"/>
                  </a:lnTo>
                  <a:lnTo>
                    <a:pt x="0" y="175260"/>
                  </a:lnTo>
                  <a:lnTo>
                    <a:pt x="14579" y="175260"/>
                  </a:lnTo>
                  <a:lnTo>
                    <a:pt x="14579" y="87630"/>
                  </a:lnTo>
                  <a:lnTo>
                    <a:pt x="29159" y="87630"/>
                  </a:lnTo>
                  <a:lnTo>
                    <a:pt x="43738" y="87630"/>
                  </a:lnTo>
                  <a:lnTo>
                    <a:pt x="58305" y="87630"/>
                  </a:lnTo>
                  <a:lnTo>
                    <a:pt x="72885" y="87630"/>
                  </a:lnTo>
                  <a:lnTo>
                    <a:pt x="72885" y="72390"/>
                  </a:lnTo>
                  <a:close/>
                </a:path>
                <a:path w="948054" h="175260">
                  <a:moveTo>
                    <a:pt x="72885" y="43180"/>
                  </a:moveTo>
                  <a:lnTo>
                    <a:pt x="58305" y="43180"/>
                  </a:lnTo>
                  <a:lnTo>
                    <a:pt x="58305" y="58420"/>
                  </a:lnTo>
                  <a:lnTo>
                    <a:pt x="72885" y="58420"/>
                  </a:lnTo>
                  <a:lnTo>
                    <a:pt x="72885" y="43180"/>
                  </a:lnTo>
                  <a:close/>
                </a:path>
                <a:path w="948054" h="175260">
                  <a:moveTo>
                    <a:pt x="102044" y="43180"/>
                  </a:moveTo>
                  <a:lnTo>
                    <a:pt x="87464" y="43180"/>
                  </a:lnTo>
                  <a:lnTo>
                    <a:pt x="87464" y="58420"/>
                  </a:lnTo>
                  <a:lnTo>
                    <a:pt x="102044" y="58420"/>
                  </a:lnTo>
                  <a:lnTo>
                    <a:pt x="102044" y="43180"/>
                  </a:lnTo>
                  <a:close/>
                </a:path>
                <a:path w="948054" h="175260">
                  <a:moveTo>
                    <a:pt x="102044" y="13970"/>
                  </a:moveTo>
                  <a:lnTo>
                    <a:pt x="87464" y="13970"/>
                  </a:lnTo>
                  <a:lnTo>
                    <a:pt x="72885" y="13970"/>
                  </a:lnTo>
                  <a:lnTo>
                    <a:pt x="72885" y="29210"/>
                  </a:lnTo>
                  <a:lnTo>
                    <a:pt x="87464" y="29210"/>
                  </a:lnTo>
                  <a:lnTo>
                    <a:pt x="102044" y="29210"/>
                  </a:lnTo>
                  <a:lnTo>
                    <a:pt x="102044" y="13970"/>
                  </a:lnTo>
                  <a:close/>
                </a:path>
                <a:path w="948054" h="175260">
                  <a:moveTo>
                    <a:pt x="131203" y="58420"/>
                  </a:moveTo>
                  <a:lnTo>
                    <a:pt x="116624" y="58420"/>
                  </a:lnTo>
                  <a:lnTo>
                    <a:pt x="116624" y="101600"/>
                  </a:lnTo>
                  <a:lnTo>
                    <a:pt x="131203" y="101600"/>
                  </a:lnTo>
                  <a:lnTo>
                    <a:pt x="131203" y="58420"/>
                  </a:lnTo>
                  <a:close/>
                </a:path>
                <a:path w="948054" h="175260">
                  <a:moveTo>
                    <a:pt x="131203" y="29210"/>
                  </a:moveTo>
                  <a:lnTo>
                    <a:pt x="116624" y="29210"/>
                  </a:lnTo>
                  <a:lnTo>
                    <a:pt x="102044" y="29210"/>
                  </a:lnTo>
                  <a:lnTo>
                    <a:pt x="102044" y="43180"/>
                  </a:lnTo>
                  <a:lnTo>
                    <a:pt x="116624" y="43180"/>
                  </a:lnTo>
                  <a:lnTo>
                    <a:pt x="131203" y="43180"/>
                  </a:lnTo>
                  <a:lnTo>
                    <a:pt x="131203" y="29210"/>
                  </a:lnTo>
                  <a:close/>
                </a:path>
                <a:path w="948054" h="175260">
                  <a:moveTo>
                    <a:pt x="189509" y="58420"/>
                  </a:moveTo>
                  <a:lnTo>
                    <a:pt x="174929" y="58420"/>
                  </a:lnTo>
                  <a:lnTo>
                    <a:pt x="174929" y="29210"/>
                  </a:lnTo>
                  <a:lnTo>
                    <a:pt x="160350" y="29210"/>
                  </a:lnTo>
                  <a:lnTo>
                    <a:pt x="160350" y="72390"/>
                  </a:lnTo>
                  <a:lnTo>
                    <a:pt x="174929" y="72390"/>
                  </a:lnTo>
                  <a:lnTo>
                    <a:pt x="174929" y="87630"/>
                  </a:lnTo>
                  <a:lnTo>
                    <a:pt x="189509" y="87630"/>
                  </a:lnTo>
                  <a:lnTo>
                    <a:pt x="189509" y="58420"/>
                  </a:lnTo>
                  <a:close/>
                </a:path>
                <a:path w="948054" h="175260">
                  <a:moveTo>
                    <a:pt x="218668" y="29210"/>
                  </a:moveTo>
                  <a:lnTo>
                    <a:pt x="204089" y="29210"/>
                  </a:lnTo>
                  <a:lnTo>
                    <a:pt x="204089" y="43180"/>
                  </a:lnTo>
                  <a:lnTo>
                    <a:pt x="218668" y="43180"/>
                  </a:lnTo>
                  <a:lnTo>
                    <a:pt x="218668" y="29210"/>
                  </a:lnTo>
                  <a:close/>
                </a:path>
                <a:path w="948054" h="175260">
                  <a:moveTo>
                    <a:pt x="247815" y="58420"/>
                  </a:moveTo>
                  <a:lnTo>
                    <a:pt x="233235" y="58420"/>
                  </a:lnTo>
                  <a:lnTo>
                    <a:pt x="233235" y="43180"/>
                  </a:lnTo>
                  <a:lnTo>
                    <a:pt x="218668" y="43180"/>
                  </a:lnTo>
                  <a:lnTo>
                    <a:pt x="218668" y="58420"/>
                  </a:lnTo>
                  <a:lnTo>
                    <a:pt x="204089" y="58420"/>
                  </a:lnTo>
                  <a:lnTo>
                    <a:pt x="204089" y="72390"/>
                  </a:lnTo>
                  <a:lnTo>
                    <a:pt x="218668" y="72390"/>
                  </a:lnTo>
                  <a:lnTo>
                    <a:pt x="218668" y="116840"/>
                  </a:lnTo>
                  <a:lnTo>
                    <a:pt x="233235" y="116840"/>
                  </a:lnTo>
                  <a:lnTo>
                    <a:pt x="233235" y="72390"/>
                  </a:lnTo>
                  <a:lnTo>
                    <a:pt x="247815" y="72390"/>
                  </a:lnTo>
                  <a:lnTo>
                    <a:pt x="247815" y="58420"/>
                  </a:lnTo>
                  <a:close/>
                </a:path>
                <a:path w="948054" h="175260">
                  <a:moveTo>
                    <a:pt x="262394" y="29210"/>
                  </a:moveTo>
                  <a:lnTo>
                    <a:pt x="247815" y="29210"/>
                  </a:lnTo>
                  <a:lnTo>
                    <a:pt x="247815" y="13970"/>
                  </a:lnTo>
                  <a:lnTo>
                    <a:pt x="233235" y="13970"/>
                  </a:lnTo>
                  <a:lnTo>
                    <a:pt x="233235" y="43180"/>
                  </a:lnTo>
                  <a:lnTo>
                    <a:pt x="247815" y="43180"/>
                  </a:lnTo>
                  <a:lnTo>
                    <a:pt x="262394" y="43180"/>
                  </a:lnTo>
                  <a:lnTo>
                    <a:pt x="262394" y="29210"/>
                  </a:lnTo>
                  <a:close/>
                </a:path>
                <a:path w="948054" h="175260">
                  <a:moveTo>
                    <a:pt x="276974" y="43180"/>
                  </a:moveTo>
                  <a:lnTo>
                    <a:pt x="262394" y="43180"/>
                  </a:lnTo>
                  <a:lnTo>
                    <a:pt x="262394" y="72390"/>
                  </a:lnTo>
                  <a:lnTo>
                    <a:pt x="276974" y="72390"/>
                  </a:lnTo>
                  <a:lnTo>
                    <a:pt x="276974" y="43180"/>
                  </a:lnTo>
                  <a:close/>
                </a:path>
                <a:path w="948054" h="175260">
                  <a:moveTo>
                    <a:pt x="291553" y="13970"/>
                  </a:moveTo>
                  <a:lnTo>
                    <a:pt x="276974" y="13970"/>
                  </a:lnTo>
                  <a:lnTo>
                    <a:pt x="276974" y="29210"/>
                  </a:lnTo>
                  <a:lnTo>
                    <a:pt x="291553" y="29210"/>
                  </a:lnTo>
                  <a:lnTo>
                    <a:pt x="291553" y="13970"/>
                  </a:lnTo>
                  <a:close/>
                </a:path>
                <a:path w="948054" h="175260">
                  <a:moveTo>
                    <a:pt x="306133" y="58420"/>
                  </a:moveTo>
                  <a:lnTo>
                    <a:pt x="291553" y="58420"/>
                  </a:lnTo>
                  <a:lnTo>
                    <a:pt x="291553" y="72390"/>
                  </a:lnTo>
                  <a:lnTo>
                    <a:pt x="306133" y="72390"/>
                  </a:lnTo>
                  <a:lnTo>
                    <a:pt x="306133" y="58420"/>
                  </a:lnTo>
                  <a:close/>
                </a:path>
                <a:path w="948054" h="175260">
                  <a:moveTo>
                    <a:pt x="379018" y="29210"/>
                  </a:moveTo>
                  <a:lnTo>
                    <a:pt x="364439" y="29210"/>
                  </a:lnTo>
                  <a:lnTo>
                    <a:pt x="364439" y="58420"/>
                  </a:lnTo>
                  <a:lnTo>
                    <a:pt x="349859" y="58420"/>
                  </a:lnTo>
                  <a:lnTo>
                    <a:pt x="349859" y="13970"/>
                  </a:lnTo>
                  <a:lnTo>
                    <a:pt x="335280" y="13970"/>
                  </a:lnTo>
                  <a:lnTo>
                    <a:pt x="335280" y="101600"/>
                  </a:lnTo>
                  <a:lnTo>
                    <a:pt x="349859" y="101600"/>
                  </a:lnTo>
                  <a:lnTo>
                    <a:pt x="349859" y="175260"/>
                  </a:lnTo>
                  <a:lnTo>
                    <a:pt x="364439" y="175260"/>
                  </a:lnTo>
                  <a:lnTo>
                    <a:pt x="364439" y="72390"/>
                  </a:lnTo>
                  <a:lnTo>
                    <a:pt x="379018" y="72390"/>
                  </a:lnTo>
                  <a:lnTo>
                    <a:pt x="379018" y="29210"/>
                  </a:lnTo>
                  <a:close/>
                </a:path>
                <a:path w="948054" h="175260">
                  <a:moveTo>
                    <a:pt x="408165" y="29210"/>
                  </a:moveTo>
                  <a:lnTo>
                    <a:pt x="393585" y="29210"/>
                  </a:lnTo>
                  <a:lnTo>
                    <a:pt x="393585" y="43180"/>
                  </a:lnTo>
                  <a:lnTo>
                    <a:pt x="408165" y="43180"/>
                  </a:lnTo>
                  <a:lnTo>
                    <a:pt x="408165" y="29210"/>
                  </a:lnTo>
                  <a:close/>
                </a:path>
                <a:path w="948054" h="175260">
                  <a:moveTo>
                    <a:pt x="437324" y="13970"/>
                  </a:moveTo>
                  <a:lnTo>
                    <a:pt x="422744" y="13970"/>
                  </a:lnTo>
                  <a:lnTo>
                    <a:pt x="422744" y="29210"/>
                  </a:lnTo>
                  <a:lnTo>
                    <a:pt x="437324" y="29210"/>
                  </a:lnTo>
                  <a:lnTo>
                    <a:pt x="437324" y="13970"/>
                  </a:lnTo>
                  <a:close/>
                </a:path>
                <a:path w="948054" h="175260">
                  <a:moveTo>
                    <a:pt x="524789" y="13970"/>
                  </a:moveTo>
                  <a:lnTo>
                    <a:pt x="510209" y="13970"/>
                  </a:lnTo>
                  <a:lnTo>
                    <a:pt x="510209" y="29210"/>
                  </a:lnTo>
                  <a:lnTo>
                    <a:pt x="495630" y="29210"/>
                  </a:lnTo>
                  <a:lnTo>
                    <a:pt x="495630" y="43180"/>
                  </a:lnTo>
                  <a:lnTo>
                    <a:pt x="481050" y="43180"/>
                  </a:lnTo>
                  <a:lnTo>
                    <a:pt x="466483" y="43180"/>
                  </a:lnTo>
                  <a:lnTo>
                    <a:pt x="451904" y="43180"/>
                  </a:lnTo>
                  <a:lnTo>
                    <a:pt x="451904" y="29210"/>
                  </a:lnTo>
                  <a:lnTo>
                    <a:pt x="437324" y="29210"/>
                  </a:lnTo>
                  <a:lnTo>
                    <a:pt x="437324" y="43180"/>
                  </a:lnTo>
                  <a:lnTo>
                    <a:pt x="422744" y="43180"/>
                  </a:lnTo>
                  <a:lnTo>
                    <a:pt x="422744" y="72390"/>
                  </a:lnTo>
                  <a:lnTo>
                    <a:pt x="437324" y="72390"/>
                  </a:lnTo>
                  <a:lnTo>
                    <a:pt x="437324" y="146050"/>
                  </a:lnTo>
                  <a:lnTo>
                    <a:pt x="451904" y="146050"/>
                  </a:lnTo>
                  <a:lnTo>
                    <a:pt x="451904" y="58420"/>
                  </a:lnTo>
                  <a:lnTo>
                    <a:pt x="466483" y="58420"/>
                  </a:lnTo>
                  <a:lnTo>
                    <a:pt x="481050" y="58420"/>
                  </a:lnTo>
                  <a:lnTo>
                    <a:pt x="495630" y="58420"/>
                  </a:lnTo>
                  <a:lnTo>
                    <a:pt x="495630" y="116840"/>
                  </a:lnTo>
                  <a:lnTo>
                    <a:pt x="510209" y="116840"/>
                  </a:lnTo>
                  <a:lnTo>
                    <a:pt x="510209" y="43180"/>
                  </a:lnTo>
                  <a:lnTo>
                    <a:pt x="524789" y="43180"/>
                  </a:lnTo>
                  <a:lnTo>
                    <a:pt x="524789" y="13970"/>
                  </a:lnTo>
                  <a:close/>
                </a:path>
                <a:path w="948054" h="175260">
                  <a:moveTo>
                    <a:pt x="553948" y="58420"/>
                  </a:moveTo>
                  <a:lnTo>
                    <a:pt x="539369" y="58420"/>
                  </a:lnTo>
                  <a:lnTo>
                    <a:pt x="539369" y="72390"/>
                  </a:lnTo>
                  <a:lnTo>
                    <a:pt x="553948" y="72390"/>
                  </a:lnTo>
                  <a:lnTo>
                    <a:pt x="553948" y="58420"/>
                  </a:lnTo>
                  <a:close/>
                </a:path>
                <a:path w="948054" h="175260">
                  <a:moveTo>
                    <a:pt x="553948" y="29210"/>
                  </a:moveTo>
                  <a:lnTo>
                    <a:pt x="539369" y="29210"/>
                  </a:lnTo>
                  <a:lnTo>
                    <a:pt x="539369" y="43180"/>
                  </a:lnTo>
                  <a:lnTo>
                    <a:pt x="553948" y="43180"/>
                  </a:lnTo>
                  <a:lnTo>
                    <a:pt x="553948" y="29210"/>
                  </a:lnTo>
                  <a:close/>
                </a:path>
                <a:path w="948054" h="175260">
                  <a:moveTo>
                    <a:pt x="568515" y="13970"/>
                  </a:moveTo>
                  <a:lnTo>
                    <a:pt x="553948" y="13970"/>
                  </a:lnTo>
                  <a:lnTo>
                    <a:pt x="553948" y="29210"/>
                  </a:lnTo>
                  <a:lnTo>
                    <a:pt x="568515" y="29210"/>
                  </a:lnTo>
                  <a:lnTo>
                    <a:pt x="568515" y="13970"/>
                  </a:lnTo>
                  <a:close/>
                </a:path>
                <a:path w="948054" h="175260">
                  <a:moveTo>
                    <a:pt x="641413" y="43180"/>
                  </a:moveTo>
                  <a:lnTo>
                    <a:pt x="626833" y="43180"/>
                  </a:lnTo>
                  <a:lnTo>
                    <a:pt x="626833" y="29210"/>
                  </a:lnTo>
                  <a:lnTo>
                    <a:pt x="612254" y="29210"/>
                  </a:lnTo>
                  <a:lnTo>
                    <a:pt x="612254" y="43180"/>
                  </a:lnTo>
                  <a:lnTo>
                    <a:pt x="597674" y="43180"/>
                  </a:lnTo>
                  <a:lnTo>
                    <a:pt x="597674" y="29210"/>
                  </a:lnTo>
                  <a:lnTo>
                    <a:pt x="583095" y="29210"/>
                  </a:lnTo>
                  <a:lnTo>
                    <a:pt x="583095" y="43180"/>
                  </a:lnTo>
                  <a:lnTo>
                    <a:pt x="568515" y="43180"/>
                  </a:lnTo>
                  <a:lnTo>
                    <a:pt x="568515" y="58420"/>
                  </a:lnTo>
                  <a:lnTo>
                    <a:pt x="583095" y="58420"/>
                  </a:lnTo>
                  <a:lnTo>
                    <a:pt x="597674" y="58420"/>
                  </a:lnTo>
                  <a:lnTo>
                    <a:pt x="597674" y="101600"/>
                  </a:lnTo>
                  <a:lnTo>
                    <a:pt x="612254" y="101600"/>
                  </a:lnTo>
                  <a:lnTo>
                    <a:pt x="612254" y="87630"/>
                  </a:lnTo>
                  <a:lnTo>
                    <a:pt x="626833" y="87630"/>
                  </a:lnTo>
                  <a:lnTo>
                    <a:pt x="626833" y="58420"/>
                  </a:lnTo>
                  <a:lnTo>
                    <a:pt x="641413" y="58420"/>
                  </a:lnTo>
                  <a:lnTo>
                    <a:pt x="641413" y="43180"/>
                  </a:lnTo>
                  <a:close/>
                </a:path>
                <a:path w="948054" h="175260">
                  <a:moveTo>
                    <a:pt x="714298" y="29210"/>
                  </a:moveTo>
                  <a:lnTo>
                    <a:pt x="699719" y="29210"/>
                  </a:lnTo>
                  <a:lnTo>
                    <a:pt x="685139" y="29210"/>
                  </a:lnTo>
                  <a:lnTo>
                    <a:pt x="685139" y="130810"/>
                  </a:lnTo>
                  <a:lnTo>
                    <a:pt x="699719" y="130810"/>
                  </a:lnTo>
                  <a:lnTo>
                    <a:pt x="699719" y="72390"/>
                  </a:lnTo>
                  <a:lnTo>
                    <a:pt x="714298" y="72390"/>
                  </a:lnTo>
                  <a:lnTo>
                    <a:pt x="714298" y="58420"/>
                  </a:lnTo>
                  <a:lnTo>
                    <a:pt x="699719" y="58420"/>
                  </a:lnTo>
                  <a:lnTo>
                    <a:pt x="699719" y="43180"/>
                  </a:lnTo>
                  <a:lnTo>
                    <a:pt x="714298" y="43180"/>
                  </a:lnTo>
                  <a:lnTo>
                    <a:pt x="714298" y="29210"/>
                  </a:lnTo>
                  <a:close/>
                </a:path>
                <a:path w="948054" h="175260">
                  <a:moveTo>
                    <a:pt x="743445" y="13970"/>
                  </a:moveTo>
                  <a:lnTo>
                    <a:pt x="728865" y="13970"/>
                  </a:lnTo>
                  <a:lnTo>
                    <a:pt x="728865" y="29210"/>
                  </a:lnTo>
                  <a:lnTo>
                    <a:pt x="743445" y="29210"/>
                  </a:lnTo>
                  <a:lnTo>
                    <a:pt x="743445" y="13970"/>
                  </a:lnTo>
                  <a:close/>
                </a:path>
                <a:path w="948054" h="175260">
                  <a:moveTo>
                    <a:pt x="816330" y="0"/>
                  </a:moveTo>
                  <a:lnTo>
                    <a:pt x="801763" y="0"/>
                  </a:lnTo>
                  <a:lnTo>
                    <a:pt x="801763" y="13970"/>
                  </a:lnTo>
                  <a:lnTo>
                    <a:pt x="787184" y="13970"/>
                  </a:lnTo>
                  <a:lnTo>
                    <a:pt x="787184" y="29210"/>
                  </a:lnTo>
                  <a:lnTo>
                    <a:pt x="801763" y="29210"/>
                  </a:lnTo>
                  <a:lnTo>
                    <a:pt x="816330" y="29210"/>
                  </a:lnTo>
                  <a:lnTo>
                    <a:pt x="816330" y="0"/>
                  </a:lnTo>
                  <a:close/>
                </a:path>
                <a:path w="948054" h="175260">
                  <a:moveTo>
                    <a:pt x="874649" y="0"/>
                  </a:moveTo>
                  <a:lnTo>
                    <a:pt x="860069" y="0"/>
                  </a:lnTo>
                  <a:lnTo>
                    <a:pt x="860069" y="13970"/>
                  </a:lnTo>
                  <a:lnTo>
                    <a:pt x="874649" y="13970"/>
                  </a:lnTo>
                  <a:lnTo>
                    <a:pt x="874649" y="0"/>
                  </a:lnTo>
                  <a:close/>
                </a:path>
                <a:path w="948054" h="175260">
                  <a:moveTo>
                    <a:pt x="889228" y="29210"/>
                  </a:moveTo>
                  <a:lnTo>
                    <a:pt x="874649" y="29210"/>
                  </a:lnTo>
                  <a:lnTo>
                    <a:pt x="860069" y="29210"/>
                  </a:lnTo>
                  <a:lnTo>
                    <a:pt x="845489" y="29210"/>
                  </a:lnTo>
                  <a:lnTo>
                    <a:pt x="845489" y="13970"/>
                  </a:lnTo>
                  <a:lnTo>
                    <a:pt x="830910" y="13970"/>
                  </a:lnTo>
                  <a:lnTo>
                    <a:pt x="830910" y="43180"/>
                  </a:lnTo>
                  <a:lnTo>
                    <a:pt x="816330" y="43180"/>
                  </a:lnTo>
                  <a:lnTo>
                    <a:pt x="801763" y="43180"/>
                  </a:lnTo>
                  <a:lnTo>
                    <a:pt x="801763" y="58420"/>
                  </a:lnTo>
                  <a:lnTo>
                    <a:pt x="787184" y="58420"/>
                  </a:lnTo>
                  <a:lnTo>
                    <a:pt x="772604" y="58420"/>
                  </a:lnTo>
                  <a:lnTo>
                    <a:pt x="772604" y="43180"/>
                  </a:lnTo>
                  <a:lnTo>
                    <a:pt x="758024" y="43180"/>
                  </a:lnTo>
                  <a:lnTo>
                    <a:pt x="743445" y="43180"/>
                  </a:lnTo>
                  <a:lnTo>
                    <a:pt x="728865" y="43180"/>
                  </a:lnTo>
                  <a:lnTo>
                    <a:pt x="714298" y="43180"/>
                  </a:lnTo>
                  <a:lnTo>
                    <a:pt x="714298" y="58420"/>
                  </a:lnTo>
                  <a:lnTo>
                    <a:pt x="728865" y="58420"/>
                  </a:lnTo>
                  <a:lnTo>
                    <a:pt x="743445" y="58420"/>
                  </a:lnTo>
                  <a:lnTo>
                    <a:pt x="743445" y="87630"/>
                  </a:lnTo>
                  <a:lnTo>
                    <a:pt x="758024" y="87630"/>
                  </a:lnTo>
                  <a:lnTo>
                    <a:pt x="758024" y="72390"/>
                  </a:lnTo>
                  <a:lnTo>
                    <a:pt x="772604" y="72390"/>
                  </a:lnTo>
                  <a:lnTo>
                    <a:pt x="787184" y="72390"/>
                  </a:lnTo>
                  <a:lnTo>
                    <a:pt x="787184" y="101600"/>
                  </a:lnTo>
                  <a:lnTo>
                    <a:pt x="801763" y="101600"/>
                  </a:lnTo>
                  <a:lnTo>
                    <a:pt x="801763" y="72390"/>
                  </a:lnTo>
                  <a:lnTo>
                    <a:pt x="816330" y="72390"/>
                  </a:lnTo>
                  <a:lnTo>
                    <a:pt x="816330" y="130810"/>
                  </a:lnTo>
                  <a:lnTo>
                    <a:pt x="830910" y="130810"/>
                  </a:lnTo>
                  <a:lnTo>
                    <a:pt x="830910" y="58420"/>
                  </a:lnTo>
                  <a:lnTo>
                    <a:pt x="845489" y="58420"/>
                  </a:lnTo>
                  <a:lnTo>
                    <a:pt x="860069" y="58420"/>
                  </a:lnTo>
                  <a:lnTo>
                    <a:pt x="874649" y="58420"/>
                  </a:lnTo>
                  <a:lnTo>
                    <a:pt x="874649" y="116840"/>
                  </a:lnTo>
                  <a:lnTo>
                    <a:pt x="889228" y="116840"/>
                  </a:lnTo>
                  <a:lnTo>
                    <a:pt x="889228" y="29210"/>
                  </a:lnTo>
                  <a:close/>
                </a:path>
                <a:path w="948054" h="175260">
                  <a:moveTo>
                    <a:pt x="932954" y="13970"/>
                  </a:moveTo>
                  <a:lnTo>
                    <a:pt x="918375" y="13970"/>
                  </a:lnTo>
                  <a:lnTo>
                    <a:pt x="918375" y="29210"/>
                  </a:lnTo>
                  <a:lnTo>
                    <a:pt x="932954" y="29210"/>
                  </a:lnTo>
                  <a:lnTo>
                    <a:pt x="932954" y="13970"/>
                  </a:lnTo>
                  <a:close/>
                </a:path>
                <a:path w="948054" h="175260">
                  <a:moveTo>
                    <a:pt x="947534" y="58420"/>
                  </a:moveTo>
                  <a:lnTo>
                    <a:pt x="932954" y="58420"/>
                  </a:lnTo>
                  <a:lnTo>
                    <a:pt x="932954" y="43180"/>
                  </a:lnTo>
                  <a:lnTo>
                    <a:pt x="918375" y="43180"/>
                  </a:lnTo>
                  <a:lnTo>
                    <a:pt x="918375" y="29210"/>
                  </a:lnTo>
                  <a:lnTo>
                    <a:pt x="903795" y="29210"/>
                  </a:lnTo>
                  <a:lnTo>
                    <a:pt x="903795" y="87630"/>
                  </a:lnTo>
                  <a:lnTo>
                    <a:pt x="918375" y="87630"/>
                  </a:lnTo>
                  <a:lnTo>
                    <a:pt x="918375" y="116840"/>
                  </a:lnTo>
                  <a:lnTo>
                    <a:pt x="932954" y="116840"/>
                  </a:lnTo>
                  <a:lnTo>
                    <a:pt x="932954" y="72390"/>
                  </a:lnTo>
                  <a:lnTo>
                    <a:pt x="947534" y="72390"/>
                  </a:lnTo>
                  <a:lnTo>
                    <a:pt x="947534" y="58420"/>
                  </a:lnTo>
                  <a:close/>
                </a:path>
                <a:path w="948054" h="175260">
                  <a:moveTo>
                    <a:pt x="947534" y="29210"/>
                  </a:moveTo>
                  <a:lnTo>
                    <a:pt x="932954" y="29210"/>
                  </a:lnTo>
                  <a:lnTo>
                    <a:pt x="932954" y="43180"/>
                  </a:lnTo>
                  <a:lnTo>
                    <a:pt x="947534" y="43180"/>
                  </a:lnTo>
                  <a:lnTo>
                    <a:pt x="947534" y="292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6062866" y="3975048"/>
              <a:ext cx="918844" cy="102870"/>
            </a:xfrm>
            <a:custGeom>
              <a:avLst/>
              <a:gdLst/>
              <a:ahLst/>
              <a:cxnLst/>
              <a:rect l="l" t="t" r="r" b="b"/>
              <a:pathLst>
                <a:path w="918845" h="102870">
                  <a:moveTo>
                    <a:pt x="43726" y="29210"/>
                  </a:moveTo>
                  <a:lnTo>
                    <a:pt x="29146" y="29210"/>
                  </a:lnTo>
                  <a:lnTo>
                    <a:pt x="14579" y="29210"/>
                  </a:lnTo>
                  <a:lnTo>
                    <a:pt x="0" y="29210"/>
                  </a:lnTo>
                  <a:lnTo>
                    <a:pt x="0" y="73660"/>
                  </a:lnTo>
                  <a:lnTo>
                    <a:pt x="14579" y="73660"/>
                  </a:lnTo>
                  <a:lnTo>
                    <a:pt x="29146" y="73660"/>
                  </a:lnTo>
                  <a:lnTo>
                    <a:pt x="43726" y="73660"/>
                  </a:lnTo>
                  <a:lnTo>
                    <a:pt x="43726" y="29210"/>
                  </a:lnTo>
                  <a:close/>
                </a:path>
                <a:path w="918845" h="102870">
                  <a:moveTo>
                    <a:pt x="72885" y="0"/>
                  </a:moveTo>
                  <a:lnTo>
                    <a:pt x="58305" y="0"/>
                  </a:lnTo>
                  <a:lnTo>
                    <a:pt x="43726" y="0"/>
                  </a:lnTo>
                  <a:lnTo>
                    <a:pt x="29146" y="0"/>
                  </a:lnTo>
                  <a:lnTo>
                    <a:pt x="29146" y="15240"/>
                  </a:lnTo>
                  <a:lnTo>
                    <a:pt x="43726" y="15240"/>
                  </a:lnTo>
                  <a:lnTo>
                    <a:pt x="58305" y="15240"/>
                  </a:lnTo>
                  <a:lnTo>
                    <a:pt x="58305" y="102870"/>
                  </a:lnTo>
                  <a:lnTo>
                    <a:pt x="72885" y="102870"/>
                  </a:lnTo>
                  <a:lnTo>
                    <a:pt x="72885" y="0"/>
                  </a:lnTo>
                  <a:close/>
                </a:path>
                <a:path w="918845" h="102870">
                  <a:moveTo>
                    <a:pt x="131191" y="29210"/>
                  </a:moveTo>
                  <a:lnTo>
                    <a:pt x="116611" y="29210"/>
                  </a:lnTo>
                  <a:lnTo>
                    <a:pt x="116611" y="0"/>
                  </a:lnTo>
                  <a:lnTo>
                    <a:pt x="102044" y="0"/>
                  </a:lnTo>
                  <a:lnTo>
                    <a:pt x="102044" y="44450"/>
                  </a:lnTo>
                  <a:lnTo>
                    <a:pt x="87464" y="44450"/>
                  </a:lnTo>
                  <a:lnTo>
                    <a:pt x="87464" y="73660"/>
                  </a:lnTo>
                  <a:lnTo>
                    <a:pt x="102044" y="73660"/>
                  </a:lnTo>
                  <a:lnTo>
                    <a:pt x="102044" y="58420"/>
                  </a:lnTo>
                  <a:lnTo>
                    <a:pt x="116611" y="58420"/>
                  </a:lnTo>
                  <a:lnTo>
                    <a:pt x="116611" y="44450"/>
                  </a:lnTo>
                  <a:lnTo>
                    <a:pt x="131191" y="44450"/>
                  </a:lnTo>
                  <a:lnTo>
                    <a:pt x="131191" y="29210"/>
                  </a:lnTo>
                  <a:close/>
                </a:path>
                <a:path w="918845" h="102870">
                  <a:moveTo>
                    <a:pt x="160350" y="58420"/>
                  </a:moveTo>
                  <a:lnTo>
                    <a:pt x="145770" y="58420"/>
                  </a:lnTo>
                  <a:lnTo>
                    <a:pt x="145770" y="44450"/>
                  </a:lnTo>
                  <a:lnTo>
                    <a:pt x="131191" y="44450"/>
                  </a:lnTo>
                  <a:lnTo>
                    <a:pt x="131191" y="73660"/>
                  </a:lnTo>
                  <a:lnTo>
                    <a:pt x="116611" y="73660"/>
                  </a:lnTo>
                  <a:lnTo>
                    <a:pt x="102044" y="73660"/>
                  </a:lnTo>
                  <a:lnTo>
                    <a:pt x="102044" y="102870"/>
                  </a:lnTo>
                  <a:lnTo>
                    <a:pt x="116611" y="102870"/>
                  </a:lnTo>
                  <a:lnTo>
                    <a:pt x="131191" y="102870"/>
                  </a:lnTo>
                  <a:lnTo>
                    <a:pt x="145770" y="102870"/>
                  </a:lnTo>
                  <a:lnTo>
                    <a:pt x="145770" y="73660"/>
                  </a:lnTo>
                  <a:lnTo>
                    <a:pt x="160350" y="73660"/>
                  </a:lnTo>
                  <a:lnTo>
                    <a:pt x="160350" y="58420"/>
                  </a:lnTo>
                  <a:close/>
                </a:path>
                <a:path w="918845" h="102870">
                  <a:moveTo>
                    <a:pt x="160350" y="29210"/>
                  </a:moveTo>
                  <a:lnTo>
                    <a:pt x="145770" y="29210"/>
                  </a:lnTo>
                  <a:lnTo>
                    <a:pt x="145770" y="44450"/>
                  </a:lnTo>
                  <a:lnTo>
                    <a:pt x="160350" y="44450"/>
                  </a:lnTo>
                  <a:lnTo>
                    <a:pt x="160350" y="29210"/>
                  </a:lnTo>
                  <a:close/>
                </a:path>
                <a:path w="918845" h="102870">
                  <a:moveTo>
                    <a:pt x="174929" y="73660"/>
                  </a:moveTo>
                  <a:lnTo>
                    <a:pt x="160350" y="73660"/>
                  </a:lnTo>
                  <a:lnTo>
                    <a:pt x="160350" y="102870"/>
                  </a:lnTo>
                  <a:lnTo>
                    <a:pt x="174929" y="102870"/>
                  </a:lnTo>
                  <a:lnTo>
                    <a:pt x="174929" y="73660"/>
                  </a:lnTo>
                  <a:close/>
                </a:path>
                <a:path w="918845" h="102870">
                  <a:moveTo>
                    <a:pt x="189509" y="15240"/>
                  </a:moveTo>
                  <a:lnTo>
                    <a:pt x="174929" y="15240"/>
                  </a:lnTo>
                  <a:lnTo>
                    <a:pt x="174929" y="29210"/>
                  </a:lnTo>
                  <a:lnTo>
                    <a:pt x="189509" y="29210"/>
                  </a:lnTo>
                  <a:lnTo>
                    <a:pt x="189509" y="15240"/>
                  </a:lnTo>
                  <a:close/>
                </a:path>
                <a:path w="918845" h="102870">
                  <a:moveTo>
                    <a:pt x="218655" y="15240"/>
                  </a:moveTo>
                  <a:lnTo>
                    <a:pt x="204076" y="15240"/>
                  </a:lnTo>
                  <a:lnTo>
                    <a:pt x="204076" y="29210"/>
                  </a:lnTo>
                  <a:lnTo>
                    <a:pt x="218655" y="29210"/>
                  </a:lnTo>
                  <a:lnTo>
                    <a:pt x="218655" y="15240"/>
                  </a:lnTo>
                  <a:close/>
                </a:path>
                <a:path w="918845" h="102870">
                  <a:moveTo>
                    <a:pt x="233235" y="73660"/>
                  </a:moveTo>
                  <a:lnTo>
                    <a:pt x="218655" y="73660"/>
                  </a:lnTo>
                  <a:lnTo>
                    <a:pt x="204076" y="73660"/>
                  </a:lnTo>
                  <a:lnTo>
                    <a:pt x="204076" y="87630"/>
                  </a:lnTo>
                  <a:lnTo>
                    <a:pt x="218655" y="87630"/>
                  </a:lnTo>
                  <a:lnTo>
                    <a:pt x="233235" y="87630"/>
                  </a:lnTo>
                  <a:lnTo>
                    <a:pt x="233235" y="73660"/>
                  </a:lnTo>
                  <a:close/>
                </a:path>
                <a:path w="918845" h="102870">
                  <a:moveTo>
                    <a:pt x="247815" y="29210"/>
                  </a:moveTo>
                  <a:lnTo>
                    <a:pt x="233235" y="29210"/>
                  </a:lnTo>
                  <a:lnTo>
                    <a:pt x="233235" y="44450"/>
                  </a:lnTo>
                  <a:lnTo>
                    <a:pt x="218655" y="44450"/>
                  </a:lnTo>
                  <a:lnTo>
                    <a:pt x="204076" y="44450"/>
                  </a:lnTo>
                  <a:lnTo>
                    <a:pt x="204076" y="58420"/>
                  </a:lnTo>
                  <a:lnTo>
                    <a:pt x="218655" y="58420"/>
                  </a:lnTo>
                  <a:lnTo>
                    <a:pt x="233235" y="58420"/>
                  </a:lnTo>
                  <a:lnTo>
                    <a:pt x="233235" y="73660"/>
                  </a:lnTo>
                  <a:lnTo>
                    <a:pt x="247815" y="73660"/>
                  </a:lnTo>
                  <a:lnTo>
                    <a:pt x="247815" y="29210"/>
                  </a:lnTo>
                  <a:close/>
                </a:path>
                <a:path w="918845" h="102870">
                  <a:moveTo>
                    <a:pt x="276974" y="29210"/>
                  </a:moveTo>
                  <a:lnTo>
                    <a:pt x="262394" y="29210"/>
                  </a:lnTo>
                  <a:lnTo>
                    <a:pt x="262394" y="73660"/>
                  </a:lnTo>
                  <a:lnTo>
                    <a:pt x="276974" y="73660"/>
                  </a:lnTo>
                  <a:lnTo>
                    <a:pt x="276974" y="29210"/>
                  </a:lnTo>
                  <a:close/>
                </a:path>
                <a:path w="918845" h="102870">
                  <a:moveTo>
                    <a:pt x="291541" y="0"/>
                  </a:moveTo>
                  <a:lnTo>
                    <a:pt x="276974" y="0"/>
                  </a:lnTo>
                  <a:lnTo>
                    <a:pt x="276974" y="15240"/>
                  </a:lnTo>
                  <a:lnTo>
                    <a:pt x="291541" y="15240"/>
                  </a:lnTo>
                  <a:lnTo>
                    <a:pt x="291541" y="0"/>
                  </a:lnTo>
                  <a:close/>
                </a:path>
                <a:path w="918845" h="102870">
                  <a:moveTo>
                    <a:pt x="306120" y="58420"/>
                  </a:moveTo>
                  <a:lnTo>
                    <a:pt x="291541" y="58420"/>
                  </a:lnTo>
                  <a:lnTo>
                    <a:pt x="291541" y="102870"/>
                  </a:lnTo>
                  <a:lnTo>
                    <a:pt x="306120" y="102870"/>
                  </a:lnTo>
                  <a:lnTo>
                    <a:pt x="306120" y="58420"/>
                  </a:lnTo>
                  <a:close/>
                </a:path>
                <a:path w="918845" h="102870">
                  <a:moveTo>
                    <a:pt x="349859" y="73660"/>
                  </a:moveTo>
                  <a:lnTo>
                    <a:pt x="335280" y="73660"/>
                  </a:lnTo>
                  <a:lnTo>
                    <a:pt x="335280" y="102870"/>
                  </a:lnTo>
                  <a:lnTo>
                    <a:pt x="349859" y="102870"/>
                  </a:lnTo>
                  <a:lnTo>
                    <a:pt x="349859" y="73660"/>
                  </a:lnTo>
                  <a:close/>
                </a:path>
                <a:path w="918845" h="102870">
                  <a:moveTo>
                    <a:pt x="349859" y="44450"/>
                  </a:moveTo>
                  <a:lnTo>
                    <a:pt x="335280" y="44450"/>
                  </a:lnTo>
                  <a:lnTo>
                    <a:pt x="335280" y="58420"/>
                  </a:lnTo>
                  <a:lnTo>
                    <a:pt x="349859" y="58420"/>
                  </a:lnTo>
                  <a:lnTo>
                    <a:pt x="349859" y="44450"/>
                  </a:lnTo>
                  <a:close/>
                </a:path>
                <a:path w="918845" h="102870">
                  <a:moveTo>
                    <a:pt x="379006" y="0"/>
                  </a:moveTo>
                  <a:lnTo>
                    <a:pt x="364426" y="0"/>
                  </a:lnTo>
                  <a:lnTo>
                    <a:pt x="349859" y="0"/>
                  </a:lnTo>
                  <a:lnTo>
                    <a:pt x="349859" y="29210"/>
                  </a:lnTo>
                  <a:lnTo>
                    <a:pt x="364426" y="29210"/>
                  </a:lnTo>
                  <a:lnTo>
                    <a:pt x="364426" y="15240"/>
                  </a:lnTo>
                  <a:lnTo>
                    <a:pt x="379006" y="15240"/>
                  </a:lnTo>
                  <a:lnTo>
                    <a:pt x="379006" y="0"/>
                  </a:lnTo>
                  <a:close/>
                </a:path>
                <a:path w="918845" h="102870">
                  <a:moveTo>
                    <a:pt x="408165" y="29210"/>
                  </a:moveTo>
                  <a:lnTo>
                    <a:pt x="393585" y="29210"/>
                  </a:lnTo>
                  <a:lnTo>
                    <a:pt x="393585" y="58420"/>
                  </a:lnTo>
                  <a:lnTo>
                    <a:pt x="379006" y="58420"/>
                  </a:lnTo>
                  <a:lnTo>
                    <a:pt x="379006" y="44450"/>
                  </a:lnTo>
                  <a:lnTo>
                    <a:pt x="364426" y="44450"/>
                  </a:lnTo>
                  <a:lnTo>
                    <a:pt x="364426" y="87630"/>
                  </a:lnTo>
                  <a:lnTo>
                    <a:pt x="379006" y="87630"/>
                  </a:lnTo>
                  <a:lnTo>
                    <a:pt x="379006" y="73660"/>
                  </a:lnTo>
                  <a:lnTo>
                    <a:pt x="393585" y="73660"/>
                  </a:lnTo>
                  <a:lnTo>
                    <a:pt x="408165" y="73660"/>
                  </a:lnTo>
                  <a:lnTo>
                    <a:pt x="408165" y="29210"/>
                  </a:lnTo>
                  <a:close/>
                </a:path>
                <a:path w="918845" h="102870">
                  <a:moveTo>
                    <a:pt x="437324" y="58420"/>
                  </a:moveTo>
                  <a:lnTo>
                    <a:pt x="422744" y="58420"/>
                  </a:lnTo>
                  <a:lnTo>
                    <a:pt x="422744" y="73660"/>
                  </a:lnTo>
                  <a:lnTo>
                    <a:pt x="437324" y="73660"/>
                  </a:lnTo>
                  <a:lnTo>
                    <a:pt x="437324" y="58420"/>
                  </a:lnTo>
                  <a:close/>
                </a:path>
                <a:path w="918845" h="102870">
                  <a:moveTo>
                    <a:pt x="451891" y="0"/>
                  </a:moveTo>
                  <a:lnTo>
                    <a:pt x="437324" y="0"/>
                  </a:lnTo>
                  <a:lnTo>
                    <a:pt x="437324" y="15240"/>
                  </a:lnTo>
                  <a:lnTo>
                    <a:pt x="451891" y="15240"/>
                  </a:lnTo>
                  <a:lnTo>
                    <a:pt x="451891" y="0"/>
                  </a:lnTo>
                  <a:close/>
                </a:path>
                <a:path w="918845" h="102870">
                  <a:moveTo>
                    <a:pt x="466471" y="73660"/>
                  </a:moveTo>
                  <a:lnTo>
                    <a:pt x="451891" y="73660"/>
                  </a:lnTo>
                  <a:lnTo>
                    <a:pt x="437324" y="73660"/>
                  </a:lnTo>
                  <a:lnTo>
                    <a:pt x="437324" y="87630"/>
                  </a:lnTo>
                  <a:lnTo>
                    <a:pt x="451891" y="87630"/>
                  </a:lnTo>
                  <a:lnTo>
                    <a:pt x="451891" y="102870"/>
                  </a:lnTo>
                  <a:lnTo>
                    <a:pt x="466471" y="102870"/>
                  </a:lnTo>
                  <a:lnTo>
                    <a:pt x="466471" y="73660"/>
                  </a:lnTo>
                  <a:close/>
                </a:path>
                <a:path w="918845" h="102870">
                  <a:moveTo>
                    <a:pt x="466471" y="29210"/>
                  </a:moveTo>
                  <a:lnTo>
                    <a:pt x="451891" y="29210"/>
                  </a:lnTo>
                  <a:lnTo>
                    <a:pt x="437324" y="29210"/>
                  </a:lnTo>
                  <a:lnTo>
                    <a:pt x="422744" y="29210"/>
                  </a:lnTo>
                  <a:lnTo>
                    <a:pt x="422744" y="44450"/>
                  </a:lnTo>
                  <a:lnTo>
                    <a:pt x="437324" y="44450"/>
                  </a:lnTo>
                  <a:lnTo>
                    <a:pt x="451891" y="44450"/>
                  </a:lnTo>
                  <a:lnTo>
                    <a:pt x="451891" y="58420"/>
                  </a:lnTo>
                  <a:lnTo>
                    <a:pt x="466471" y="58420"/>
                  </a:lnTo>
                  <a:lnTo>
                    <a:pt x="466471" y="29210"/>
                  </a:lnTo>
                  <a:close/>
                </a:path>
                <a:path w="918845" h="102870">
                  <a:moveTo>
                    <a:pt x="481050" y="58420"/>
                  </a:moveTo>
                  <a:lnTo>
                    <a:pt x="466471" y="58420"/>
                  </a:lnTo>
                  <a:lnTo>
                    <a:pt x="466471" y="73660"/>
                  </a:lnTo>
                  <a:lnTo>
                    <a:pt x="481050" y="73660"/>
                  </a:lnTo>
                  <a:lnTo>
                    <a:pt x="481050" y="58420"/>
                  </a:lnTo>
                  <a:close/>
                </a:path>
                <a:path w="918845" h="102870">
                  <a:moveTo>
                    <a:pt x="510209" y="0"/>
                  </a:moveTo>
                  <a:lnTo>
                    <a:pt x="495630" y="0"/>
                  </a:lnTo>
                  <a:lnTo>
                    <a:pt x="495630" y="15240"/>
                  </a:lnTo>
                  <a:lnTo>
                    <a:pt x="510209" y="15240"/>
                  </a:lnTo>
                  <a:lnTo>
                    <a:pt x="510209" y="0"/>
                  </a:lnTo>
                  <a:close/>
                </a:path>
                <a:path w="918845" h="102870">
                  <a:moveTo>
                    <a:pt x="539356" y="44450"/>
                  </a:moveTo>
                  <a:lnTo>
                    <a:pt x="524789" y="44450"/>
                  </a:lnTo>
                  <a:lnTo>
                    <a:pt x="524789" y="29210"/>
                  </a:lnTo>
                  <a:lnTo>
                    <a:pt x="510209" y="29210"/>
                  </a:lnTo>
                  <a:lnTo>
                    <a:pt x="495630" y="29210"/>
                  </a:lnTo>
                  <a:lnTo>
                    <a:pt x="481050" y="29210"/>
                  </a:lnTo>
                  <a:lnTo>
                    <a:pt x="481050" y="58420"/>
                  </a:lnTo>
                  <a:lnTo>
                    <a:pt x="495630" y="58420"/>
                  </a:lnTo>
                  <a:lnTo>
                    <a:pt x="495630" y="87630"/>
                  </a:lnTo>
                  <a:lnTo>
                    <a:pt x="510209" y="87630"/>
                  </a:lnTo>
                  <a:lnTo>
                    <a:pt x="510209" y="73660"/>
                  </a:lnTo>
                  <a:lnTo>
                    <a:pt x="524789" y="73660"/>
                  </a:lnTo>
                  <a:lnTo>
                    <a:pt x="524789" y="87630"/>
                  </a:lnTo>
                  <a:lnTo>
                    <a:pt x="539356" y="87630"/>
                  </a:lnTo>
                  <a:lnTo>
                    <a:pt x="539356" y="44450"/>
                  </a:lnTo>
                  <a:close/>
                </a:path>
                <a:path w="918845" h="102870">
                  <a:moveTo>
                    <a:pt x="553935" y="15240"/>
                  </a:moveTo>
                  <a:lnTo>
                    <a:pt x="539356" y="15240"/>
                  </a:lnTo>
                  <a:lnTo>
                    <a:pt x="539356" y="44450"/>
                  </a:lnTo>
                  <a:lnTo>
                    <a:pt x="553935" y="44450"/>
                  </a:lnTo>
                  <a:lnTo>
                    <a:pt x="553935" y="15240"/>
                  </a:lnTo>
                  <a:close/>
                </a:path>
                <a:path w="918845" h="102870">
                  <a:moveTo>
                    <a:pt x="568515" y="44450"/>
                  </a:moveTo>
                  <a:lnTo>
                    <a:pt x="553935" y="44450"/>
                  </a:lnTo>
                  <a:lnTo>
                    <a:pt x="553935" y="58420"/>
                  </a:lnTo>
                  <a:lnTo>
                    <a:pt x="568515" y="58420"/>
                  </a:lnTo>
                  <a:lnTo>
                    <a:pt x="568515" y="44450"/>
                  </a:lnTo>
                  <a:close/>
                </a:path>
                <a:path w="918845" h="102870">
                  <a:moveTo>
                    <a:pt x="612254" y="15240"/>
                  </a:moveTo>
                  <a:lnTo>
                    <a:pt x="597674" y="15240"/>
                  </a:lnTo>
                  <a:lnTo>
                    <a:pt x="597674" y="29210"/>
                  </a:lnTo>
                  <a:lnTo>
                    <a:pt x="583095" y="29210"/>
                  </a:lnTo>
                  <a:lnTo>
                    <a:pt x="583095" y="44450"/>
                  </a:lnTo>
                  <a:lnTo>
                    <a:pt x="597674" y="44450"/>
                  </a:lnTo>
                  <a:lnTo>
                    <a:pt x="597674" y="58420"/>
                  </a:lnTo>
                  <a:lnTo>
                    <a:pt x="583095" y="58420"/>
                  </a:lnTo>
                  <a:lnTo>
                    <a:pt x="583095" y="87630"/>
                  </a:lnTo>
                  <a:lnTo>
                    <a:pt x="597674" y="87630"/>
                  </a:lnTo>
                  <a:lnTo>
                    <a:pt x="597674" y="73660"/>
                  </a:lnTo>
                  <a:lnTo>
                    <a:pt x="612254" y="73660"/>
                  </a:lnTo>
                  <a:lnTo>
                    <a:pt x="612254" y="15240"/>
                  </a:lnTo>
                  <a:close/>
                </a:path>
                <a:path w="918845" h="102870">
                  <a:moveTo>
                    <a:pt x="655980" y="0"/>
                  </a:moveTo>
                  <a:lnTo>
                    <a:pt x="641400" y="0"/>
                  </a:lnTo>
                  <a:lnTo>
                    <a:pt x="626821" y="0"/>
                  </a:lnTo>
                  <a:lnTo>
                    <a:pt x="626821" y="58420"/>
                  </a:lnTo>
                  <a:lnTo>
                    <a:pt x="641400" y="58420"/>
                  </a:lnTo>
                  <a:lnTo>
                    <a:pt x="641400" y="15240"/>
                  </a:lnTo>
                  <a:lnTo>
                    <a:pt x="655980" y="15240"/>
                  </a:lnTo>
                  <a:lnTo>
                    <a:pt x="655980" y="0"/>
                  </a:lnTo>
                  <a:close/>
                </a:path>
                <a:path w="918845" h="102870">
                  <a:moveTo>
                    <a:pt x="758024" y="58420"/>
                  </a:moveTo>
                  <a:lnTo>
                    <a:pt x="743445" y="58420"/>
                  </a:lnTo>
                  <a:lnTo>
                    <a:pt x="743445" y="44450"/>
                  </a:lnTo>
                  <a:lnTo>
                    <a:pt x="728865" y="44450"/>
                  </a:lnTo>
                  <a:lnTo>
                    <a:pt x="714286" y="44450"/>
                  </a:lnTo>
                  <a:lnTo>
                    <a:pt x="714286" y="15240"/>
                  </a:lnTo>
                  <a:lnTo>
                    <a:pt x="699706" y="15240"/>
                  </a:lnTo>
                  <a:lnTo>
                    <a:pt x="685139" y="15240"/>
                  </a:lnTo>
                  <a:lnTo>
                    <a:pt x="685139" y="29210"/>
                  </a:lnTo>
                  <a:lnTo>
                    <a:pt x="670560" y="29210"/>
                  </a:lnTo>
                  <a:lnTo>
                    <a:pt x="670560" y="73660"/>
                  </a:lnTo>
                  <a:lnTo>
                    <a:pt x="685139" y="73660"/>
                  </a:lnTo>
                  <a:lnTo>
                    <a:pt x="685139" y="44450"/>
                  </a:lnTo>
                  <a:lnTo>
                    <a:pt x="699706" y="44450"/>
                  </a:lnTo>
                  <a:lnTo>
                    <a:pt x="699706" y="102870"/>
                  </a:lnTo>
                  <a:lnTo>
                    <a:pt x="714286" y="102870"/>
                  </a:lnTo>
                  <a:lnTo>
                    <a:pt x="714286" y="58420"/>
                  </a:lnTo>
                  <a:lnTo>
                    <a:pt x="728865" y="58420"/>
                  </a:lnTo>
                  <a:lnTo>
                    <a:pt x="728865" y="87630"/>
                  </a:lnTo>
                  <a:lnTo>
                    <a:pt x="743445" y="87630"/>
                  </a:lnTo>
                  <a:lnTo>
                    <a:pt x="743445" y="102870"/>
                  </a:lnTo>
                  <a:lnTo>
                    <a:pt x="758024" y="102870"/>
                  </a:lnTo>
                  <a:lnTo>
                    <a:pt x="758024" y="58420"/>
                  </a:lnTo>
                  <a:close/>
                </a:path>
                <a:path w="918845" h="102870">
                  <a:moveTo>
                    <a:pt x="758024" y="15240"/>
                  </a:moveTo>
                  <a:lnTo>
                    <a:pt x="743445" y="15240"/>
                  </a:lnTo>
                  <a:lnTo>
                    <a:pt x="728865" y="15240"/>
                  </a:lnTo>
                  <a:lnTo>
                    <a:pt x="728865" y="29210"/>
                  </a:lnTo>
                  <a:lnTo>
                    <a:pt x="743445" y="29210"/>
                  </a:lnTo>
                  <a:lnTo>
                    <a:pt x="743445" y="44450"/>
                  </a:lnTo>
                  <a:lnTo>
                    <a:pt x="758024" y="44450"/>
                  </a:lnTo>
                  <a:lnTo>
                    <a:pt x="758024" y="15240"/>
                  </a:lnTo>
                  <a:close/>
                </a:path>
                <a:path w="918845" h="102870">
                  <a:moveTo>
                    <a:pt x="787171" y="44450"/>
                  </a:moveTo>
                  <a:lnTo>
                    <a:pt x="772604" y="44450"/>
                  </a:lnTo>
                  <a:lnTo>
                    <a:pt x="772604" y="58420"/>
                  </a:lnTo>
                  <a:lnTo>
                    <a:pt x="787171" y="58420"/>
                  </a:lnTo>
                  <a:lnTo>
                    <a:pt x="787171" y="44450"/>
                  </a:lnTo>
                  <a:close/>
                </a:path>
                <a:path w="918845" h="102870">
                  <a:moveTo>
                    <a:pt x="787171" y="15240"/>
                  </a:moveTo>
                  <a:lnTo>
                    <a:pt x="772604" y="15240"/>
                  </a:lnTo>
                  <a:lnTo>
                    <a:pt x="772604" y="29210"/>
                  </a:lnTo>
                  <a:lnTo>
                    <a:pt x="787171" y="29210"/>
                  </a:lnTo>
                  <a:lnTo>
                    <a:pt x="787171" y="15240"/>
                  </a:lnTo>
                  <a:close/>
                </a:path>
                <a:path w="918845" h="102870">
                  <a:moveTo>
                    <a:pt x="830910" y="0"/>
                  </a:moveTo>
                  <a:lnTo>
                    <a:pt x="816330" y="0"/>
                  </a:lnTo>
                  <a:lnTo>
                    <a:pt x="816330" y="15240"/>
                  </a:lnTo>
                  <a:lnTo>
                    <a:pt x="830910" y="15240"/>
                  </a:lnTo>
                  <a:lnTo>
                    <a:pt x="830910" y="0"/>
                  </a:lnTo>
                  <a:close/>
                </a:path>
                <a:path w="918845" h="102870">
                  <a:moveTo>
                    <a:pt x="845489" y="29210"/>
                  </a:moveTo>
                  <a:lnTo>
                    <a:pt x="830910" y="29210"/>
                  </a:lnTo>
                  <a:lnTo>
                    <a:pt x="816330" y="29210"/>
                  </a:lnTo>
                  <a:lnTo>
                    <a:pt x="801751" y="29210"/>
                  </a:lnTo>
                  <a:lnTo>
                    <a:pt x="801751" y="44450"/>
                  </a:lnTo>
                  <a:lnTo>
                    <a:pt x="816330" y="44450"/>
                  </a:lnTo>
                  <a:lnTo>
                    <a:pt x="816330" y="58420"/>
                  </a:lnTo>
                  <a:lnTo>
                    <a:pt x="830910" y="58420"/>
                  </a:lnTo>
                  <a:lnTo>
                    <a:pt x="830910" y="73660"/>
                  </a:lnTo>
                  <a:lnTo>
                    <a:pt x="845489" y="73660"/>
                  </a:lnTo>
                  <a:lnTo>
                    <a:pt x="845489" y="29210"/>
                  </a:lnTo>
                  <a:close/>
                </a:path>
                <a:path w="918845" h="102870">
                  <a:moveTo>
                    <a:pt x="874636" y="0"/>
                  </a:moveTo>
                  <a:lnTo>
                    <a:pt x="860069" y="0"/>
                  </a:lnTo>
                  <a:lnTo>
                    <a:pt x="860069" y="15240"/>
                  </a:lnTo>
                  <a:lnTo>
                    <a:pt x="874636" y="15240"/>
                  </a:lnTo>
                  <a:lnTo>
                    <a:pt x="874636" y="0"/>
                  </a:lnTo>
                  <a:close/>
                </a:path>
                <a:path w="918845" h="102870">
                  <a:moveTo>
                    <a:pt x="889215" y="29210"/>
                  </a:moveTo>
                  <a:lnTo>
                    <a:pt x="874636" y="29210"/>
                  </a:lnTo>
                  <a:lnTo>
                    <a:pt x="860069" y="29210"/>
                  </a:lnTo>
                  <a:lnTo>
                    <a:pt x="860069" y="44450"/>
                  </a:lnTo>
                  <a:lnTo>
                    <a:pt x="874636" y="44450"/>
                  </a:lnTo>
                  <a:lnTo>
                    <a:pt x="874636" y="73660"/>
                  </a:lnTo>
                  <a:lnTo>
                    <a:pt x="889215" y="73660"/>
                  </a:lnTo>
                  <a:lnTo>
                    <a:pt x="889215" y="29210"/>
                  </a:lnTo>
                  <a:close/>
                </a:path>
                <a:path w="918845" h="102870">
                  <a:moveTo>
                    <a:pt x="918375" y="58420"/>
                  </a:moveTo>
                  <a:lnTo>
                    <a:pt x="903795" y="58420"/>
                  </a:lnTo>
                  <a:lnTo>
                    <a:pt x="903795" y="73660"/>
                  </a:lnTo>
                  <a:lnTo>
                    <a:pt x="918375" y="73660"/>
                  </a:lnTo>
                  <a:lnTo>
                    <a:pt x="918375" y="58420"/>
                  </a:lnTo>
                  <a:close/>
                </a:path>
                <a:path w="918845" h="102870">
                  <a:moveTo>
                    <a:pt x="918375" y="15240"/>
                  </a:moveTo>
                  <a:lnTo>
                    <a:pt x="903795" y="15240"/>
                  </a:lnTo>
                  <a:lnTo>
                    <a:pt x="903795" y="44450"/>
                  </a:lnTo>
                  <a:lnTo>
                    <a:pt x="918375" y="44450"/>
                  </a:lnTo>
                  <a:lnTo>
                    <a:pt x="918375" y="152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048286" y="4048708"/>
              <a:ext cx="918844" cy="29209"/>
            </a:xfrm>
            <a:custGeom>
              <a:avLst/>
              <a:gdLst/>
              <a:ahLst/>
              <a:cxnLst/>
              <a:rect l="l" t="t" r="r" b="b"/>
              <a:pathLst>
                <a:path w="918845" h="29210">
                  <a:moveTo>
                    <a:pt x="72885" y="13970"/>
                  </a:moveTo>
                  <a:lnTo>
                    <a:pt x="72885" y="13970"/>
                  </a:lnTo>
                  <a:lnTo>
                    <a:pt x="0" y="13970"/>
                  </a:lnTo>
                  <a:lnTo>
                    <a:pt x="0" y="29210"/>
                  </a:lnTo>
                  <a:lnTo>
                    <a:pt x="72885" y="29210"/>
                  </a:lnTo>
                  <a:lnTo>
                    <a:pt x="72885" y="13970"/>
                  </a:lnTo>
                  <a:close/>
                </a:path>
                <a:path w="918845" h="29210">
                  <a:moveTo>
                    <a:pt x="116624" y="13970"/>
                  </a:moveTo>
                  <a:lnTo>
                    <a:pt x="102044" y="13970"/>
                  </a:lnTo>
                  <a:lnTo>
                    <a:pt x="102044" y="29210"/>
                  </a:lnTo>
                  <a:lnTo>
                    <a:pt x="116624" y="29210"/>
                  </a:lnTo>
                  <a:lnTo>
                    <a:pt x="116624" y="13970"/>
                  </a:lnTo>
                  <a:close/>
                </a:path>
                <a:path w="918845" h="29210">
                  <a:moveTo>
                    <a:pt x="291553" y="13970"/>
                  </a:moveTo>
                  <a:lnTo>
                    <a:pt x="276974" y="13970"/>
                  </a:lnTo>
                  <a:lnTo>
                    <a:pt x="276974" y="29210"/>
                  </a:lnTo>
                  <a:lnTo>
                    <a:pt x="291553" y="29210"/>
                  </a:lnTo>
                  <a:lnTo>
                    <a:pt x="291553" y="13970"/>
                  </a:lnTo>
                  <a:close/>
                </a:path>
                <a:path w="918845" h="29210">
                  <a:moveTo>
                    <a:pt x="379006" y="13970"/>
                  </a:moveTo>
                  <a:lnTo>
                    <a:pt x="364439" y="13970"/>
                  </a:lnTo>
                  <a:lnTo>
                    <a:pt x="364439" y="29210"/>
                  </a:lnTo>
                  <a:lnTo>
                    <a:pt x="379006" y="29210"/>
                  </a:lnTo>
                  <a:lnTo>
                    <a:pt x="379006" y="13970"/>
                  </a:lnTo>
                  <a:close/>
                </a:path>
                <a:path w="918845" h="29210">
                  <a:moveTo>
                    <a:pt x="408165" y="13970"/>
                  </a:moveTo>
                  <a:lnTo>
                    <a:pt x="393585" y="13970"/>
                  </a:lnTo>
                  <a:lnTo>
                    <a:pt x="393585" y="29210"/>
                  </a:lnTo>
                  <a:lnTo>
                    <a:pt x="408165" y="29210"/>
                  </a:lnTo>
                  <a:lnTo>
                    <a:pt x="408165" y="13970"/>
                  </a:lnTo>
                  <a:close/>
                </a:path>
                <a:path w="918845" h="29210">
                  <a:moveTo>
                    <a:pt x="451904" y="13970"/>
                  </a:moveTo>
                  <a:lnTo>
                    <a:pt x="437324" y="13970"/>
                  </a:lnTo>
                  <a:lnTo>
                    <a:pt x="437324" y="29210"/>
                  </a:lnTo>
                  <a:lnTo>
                    <a:pt x="451904" y="29210"/>
                  </a:lnTo>
                  <a:lnTo>
                    <a:pt x="451904" y="13970"/>
                  </a:lnTo>
                  <a:close/>
                </a:path>
                <a:path w="918845" h="29210">
                  <a:moveTo>
                    <a:pt x="495630" y="13970"/>
                  </a:moveTo>
                  <a:lnTo>
                    <a:pt x="481050" y="13970"/>
                  </a:lnTo>
                  <a:lnTo>
                    <a:pt x="481050" y="0"/>
                  </a:lnTo>
                  <a:lnTo>
                    <a:pt x="466471" y="0"/>
                  </a:lnTo>
                  <a:lnTo>
                    <a:pt x="466471" y="29210"/>
                  </a:lnTo>
                  <a:lnTo>
                    <a:pt x="481050" y="29210"/>
                  </a:lnTo>
                  <a:lnTo>
                    <a:pt x="495630" y="29210"/>
                  </a:lnTo>
                  <a:lnTo>
                    <a:pt x="495630" y="13970"/>
                  </a:lnTo>
                  <a:close/>
                </a:path>
                <a:path w="918845" h="29210">
                  <a:moveTo>
                    <a:pt x="583095" y="13970"/>
                  </a:moveTo>
                  <a:lnTo>
                    <a:pt x="568515" y="13970"/>
                  </a:lnTo>
                  <a:lnTo>
                    <a:pt x="568515" y="0"/>
                  </a:lnTo>
                  <a:lnTo>
                    <a:pt x="553935" y="0"/>
                  </a:lnTo>
                  <a:lnTo>
                    <a:pt x="553935" y="29210"/>
                  </a:lnTo>
                  <a:lnTo>
                    <a:pt x="568515" y="29210"/>
                  </a:lnTo>
                  <a:lnTo>
                    <a:pt x="583095" y="29210"/>
                  </a:lnTo>
                  <a:lnTo>
                    <a:pt x="583095" y="13970"/>
                  </a:lnTo>
                  <a:close/>
                </a:path>
                <a:path w="918845" h="29210">
                  <a:moveTo>
                    <a:pt x="685139" y="0"/>
                  </a:moveTo>
                  <a:lnTo>
                    <a:pt x="670560" y="0"/>
                  </a:lnTo>
                  <a:lnTo>
                    <a:pt x="655980" y="0"/>
                  </a:lnTo>
                  <a:lnTo>
                    <a:pt x="641400" y="0"/>
                  </a:lnTo>
                  <a:lnTo>
                    <a:pt x="641400" y="13970"/>
                  </a:lnTo>
                  <a:lnTo>
                    <a:pt x="626833" y="13970"/>
                  </a:lnTo>
                  <a:lnTo>
                    <a:pt x="612254" y="13970"/>
                  </a:lnTo>
                  <a:lnTo>
                    <a:pt x="612254" y="29210"/>
                  </a:lnTo>
                  <a:lnTo>
                    <a:pt x="685139" y="29210"/>
                  </a:lnTo>
                  <a:lnTo>
                    <a:pt x="685139" y="0"/>
                  </a:lnTo>
                  <a:close/>
                </a:path>
                <a:path w="918845" h="29210">
                  <a:moveTo>
                    <a:pt x="787184" y="0"/>
                  </a:moveTo>
                  <a:lnTo>
                    <a:pt x="772604" y="0"/>
                  </a:lnTo>
                  <a:lnTo>
                    <a:pt x="772604" y="13970"/>
                  </a:lnTo>
                  <a:lnTo>
                    <a:pt x="787184" y="13970"/>
                  </a:lnTo>
                  <a:lnTo>
                    <a:pt x="787184" y="0"/>
                  </a:lnTo>
                  <a:close/>
                </a:path>
                <a:path w="918845" h="29210">
                  <a:moveTo>
                    <a:pt x="816330" y="0"/>
                  </a:moveTo>
                  <a:lnTo>
                    <a:pt x="801751" y="0"/>
                  </a:lnTo>
                  <a:lnTo>
                    <a:pt x="801751" y="13970"/>
                  </a:lnTo>
                  <a:lnTo>
                    <a:pt x="816330" y="13970"/>
                  </a:lnTo>
                  <a:lnTo>
                    <a:pt x="816330" y="0"/>
                  </a:lnTo>
                  <a:close/>
                </a:path>
                <a:path w="918845" h="29210">
                  <a:moveTo>
                    <a:pt x="830910" y="13970"/>
                  </a:moveTo>
                  <a:lnTo>
                    <a:pt x="816330" y="13970"/>
                  </a:lnTo>
                  <a:lnTo>
                    <a:pt x="816330" y="29210"/>
                  </a:lnTo>
                  <a:lnTo>
                    <a:pt x="830910" y="29210"/>
                  </a:lnTo>
                  <a:lnTo>
                    <a:pt x="830910" y="13970"/>
                  </a:lnTo>
                  <a:close/>
                </a:path>
                <a:path w="918845" h="29210">
                  <a:moveTo>
                    <a:pt x="874649" y="13970"/>
                  </a:moveTo>
                  <a:lnTo>
                    <a:pt x="860069" y="13970"/>
                  </a:lnTo>
                  <a:lnTo>
                    <a:pt x="845489" y="13970"/>
                  </a:lnTo>
                  <a:lnTo>
                    <a:pt x="845489" y="29210"/>
                  </a:lnTo>
                  <a:lnTo>
                    <a:pt x="860069" y="29210"/>
                  </a:lnTo>
                  <a:lnTo>
                    <a:pt x="874649" y="29210"/>
                  </a:lnTo>
                  <a:lnTo>
                    <a:pt x="874649" y="13970"/>
                  </a:lnTo>
                  <a:close/>
                </a:path>
                <a:path w="918845" h="29210">
                  <a:moveTo>
                    <a:pt x="889215" y="0"/>
                  </a:moveTo>
                  <a:lnTo>
                    <a:pt x="874649" y="0"/>
                  </a:lnTo>
                  <a:lnTo>
                    <a:pt x="874649" y="13970"/>
                  </a:lnTo>
                  <a:lnTo>
                    <a:pt x="889215" y="13970"/>
                  </a:lnTo>
                  <a:lnTo>
                    <a:pt x="889215" y="0"/>
                  </a:lnTo>
                  <a:close/>
                </a:path>
                <a:path w="918845" h="29210">
                  <a:moveTo>
                    <a:pt x="918375" y="0"/>
                  </a:moveTo>
                  <a:lnTo>
                    <a:pt x="903795" y="0"/>
                  </a:lnTo>
                  <a:lnTo>
                    <a:pt x="903795" y="13970"/>
                  </a:lnTo>
                  <a:lnTo>
                    <a:pt x="889215" y="13970"/>
                  </a:lnTo>
                  <a:lnTo>
                    <a:pt x="889215" y="29210"/>
                  </a:lnTo>
                  <a:lnTo>
                    <a:pt x="903795" y="29210"/>
                  </a:lnTo>
                  <a:lnTo>
                    <a:pt x="918375" y="29210"/>
                  </a:lnTo>
                  <a:lnTo>
                    <a:pt x="9183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5940425" y="4256062"/>
            <a:ext cx="1118235" cy="26479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360680" marR="5080" indent="-348615">
              <a:lnSpc>
                <a:spcPct val="106700"/>
              </a:lnSpc>
              <a:spcBef>
                <a:spcPts val="55"/>
              </a:spcBef>
            </a:pP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Escanea</a:t>
            </a:r>
            <a:r>
              <a:rPr dirty="0" sz="750" spc="7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para</a:t>
            </a:r>
            <a:r>
              <a:rPr dirty="0" sz="750" spc="75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10">
                <a:solidFill>
                  <a:srgbClr val="9CA2AF"/>
                </a:solidFill>
                <a:latin typeface="Microsoft Sans Serif"/>
                <a:cs typeface="Microsoft Sans Serif"/>
              </a:rPr>
              <a:t>guardar</a:t>
            </a:r>
            <a:r>
              <a:rPr dirty="0" sz="750" spc="4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25">
                <a:solidFill>
                  <a:srgbClr val="9CA2AF"/>
                </a:solidFill>
                <a:latin typeface="Microsoft Sans Serif"/>
                <a:cs typeface="Microsoft Sans Serif"/>
              </a:rPr>
              <a:t>el</a:t>
            </a:r>
            <a:r>
              <a:rPr dirty="0" sz="750" spc="500">
                <a:solidFill>
                  <a:srgbClr val="9CA2AF"/>
                </a:solidFill>
                <a:latin typeface="Microsoft Sans Serif"/>
                <a:cs typeface="Microsoft Sans Serif"/>
              </a:rPr>
              <a:t> </a:t>
            </a:r>
            <a:r>
              <a:rPr dirty="0" sz="750" spc="-10">
                <a:solidFill>
                  <a:srgbClr val="9CA2AF"/>
                </a:solidFill>
                <a:latin typeface="Microsoft Sans Serif"/>
                <a:cs typeface="Microsoft Sans Serif"/>
              </a:rPr>
              <a:t>contacto</a:t>
            </a:r>
            <a:endParaRPr sz="7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Token City · Dossier General</dc:title>
  <dcterms:created xsi:type="dcterms:W3CDTF">2026-07-27T11:28:48Z</dcterms:created>
  <dcterms:modified xsi:type="dcterms:W3CDTF">2026-07-27T11:28:48Z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2026-07-27T00:00:00Z</vt:filetime>
  </property>
  <property fmtid="{D5CDD505-2E9C-101B-9397-08002B2CF9AE}" pid="4" name="Creator">
    <vt:lpwstr>Mozilla/5.0 (Macintosh; Intel Mac OS X 10_15_7) AppleWebKit/537.36 (KHTML, like Gecko) Chrome/150.0.0.0 Safari/537.36</vt:lpwstr>
  </property>
  <property fmtid="{D5CDD505-2E9C-101B-9397-08002B2CF9AE}" pid="5" name="LastSaved">
    <vt:filetime>2026-07-27T00:00:00Z</vt:filetime>
  </property>
  <property fmtid="{D5CDD505-2E9C-101B-9397-08002B2CF9AE}" pid="6" name="Producer">
    <vt:lpwstr>Skia/PDF m150</vt:lpwstr>
  </property>
</Properties>
</file>